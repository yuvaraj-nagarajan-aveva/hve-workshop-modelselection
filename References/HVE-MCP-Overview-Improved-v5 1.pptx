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E8C1044-CB9C-4BE2-9E11-187A4E6E5BB0}">
  <a:tblStyle styleId="{EE8C1044-CB9C-4BE2-9E11-187A4E6E5BB0}" styleName="AVEVA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lt2">
              <a:tint val="70000"/>
            </a:schemeClr>
          </a:solidFill>
        </a:fill>
      </a:tcStyle>
    </a:wholeTbl>
    <a:band1H>
      <a:tcStyle>
        <a:tcBdr/>
        <a:fill>
          <a:solidFill>
            <a:schemeClr val="lt2">
              <a:tint val="100000"/>
            </a:schemeClr>
          </a:solidFill>
        </a:fill>
      </a:tcStyle>
    </a:band1H>
    <a:band2H>
      <a:tcStyle>
        <a:tcBdr/>
      </a:tcStyle>
    </a:band2H>
    <a:band1V>
      <a:tcStyle>
        <a:tcBdr/>
        <a:fill>
          <a:solidFill>
            <a:schemeClr val="lt2">
              <a:tint val="100000"/>
            </a:schemeClr>
          </a:solidFill>
        </a:fill>
      </a:tcStyle>
    </a:band1V>
    <a:band2V>
      <a:tcStyle>
        <a:tcBdr/>
      </a:tcStyle>
    </a:band2V>
    <a:lastCol>
      <a:tcTxStyle b="on">
        <a:fontRef idx="minor">
          <a:prstClr val="black"/>
        </a:fontRef>
        <a:schemeClr val="lt1"/>
      </a:tcTxStyle>
      <a:tcStyle>
        <a:tcBdr/>
        <a:fill>
          <a:solidFill>
            <a:schemeClr val="lt2"/>
          </a:solidFill>
        </a:fill>
      </a:tcStyle>
    </a:lastCol>
    <a:firstCol>
      <a:tcTxStyle b="on">
        <a:fontRef idx="minor">
          <a:prstClr val="black"/>
        </a:fontRef>
        <a:schemeClr val="lt1"/>
      </a:tcTxStyle>
      <a:tcStyle>
        <a:tcBdr/>
        <a:fill>
          <a:solidFill>
            <a:schemeClr val="lt2"/>
          </a:solidFill>
        </a:fill>
      </a:tcStyle>
    </a:firstCol>
    <a:lastRow>
      <a:tcTxStyle b="on">
        <a:fontRef idx="minor">
          <a:prstClr val="black"/>
        </a:fontRef>
        <a:schemeClr val="lt1"/>
      </a:tcTxStyle>
      <a:tcStyle>
        <a:tcBdr>
          <a:top>
            <a:ln w="38100" cmpd="sng">
              <a:solidFill>
                <a:schemeClr val="lt1"/>
              </a:solidFill>
            </a:ln>
          </a:top>
        </a:tcBdr>
        <a:fill>
          <a:solidFill>
            <a:schemeClr val="lt2"/>
          </a:solidFill>
        </a:fill>
      </a:tcStyle>
    </a:lastRow>
    <a:firstRow>
      <a:tcTxStyle b="on">
        <a:fontRef idx="minor">
          <a:prstClr val="black"/>
        </a:fontRef>
        <a:schemeClr val="lt1"/>
      </a:tcTxStyle>
      <a:tcStyle>
        <a:tcBdr>
          <a:bottom>
            <a:ln w="38100" cmpd="sng">
              <a:solidFill>
                <a:schemeClr val="lt1"/>
              </a:solidFill>
            </a:ln>
          </a:bottom>
        </a:tcBdr>
        <a:fill>
          <a:solidFill>
            <a:srgbClr val="595959"/>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lt2"/>
              </a:solidFill>
            </a:ln>
          </a:left>
          <a:right>
            <a:ln w="12700" cmpd="sng">
              <a:solidFill>
                <a:schemeClr val="lt2"/>
              </a:solidFill>
            </a:ln>
          </a:right>
          <a:top>
            <a:ln w="12700" cmpd="sng">
              <a:solidFill>
                <a:schemeClr val="lt2"/>
              </a:solidFill>
            </a:ln>
          </a:top>
          <a:bottom>
            <a:ln w="12700" cmpd="sng">
              <a:solidFill>
                <a:schemeClr val="lt2"/>
              </a:solidFill>
            </a:ln>
          </a:bottom>
          <a:insideH>
            <a:ln w="12700" cmpd="sng">
              <a:solidFill>
                <a:schemeClr val="lt2"/>
              </a:solidFill>
            </a:ln>
          </a:insideH>
          <a:insideV>
            <a:ln>
              <a:noFill/>
            </a:ln>
          </a:insideV>
        </a:tcBdr>
        <a:fill>
          <a:solidFill>
            <a:schemeClr val="lt1"/>
          </a:solidFill>
        </a:fill>
      </a:tcStyle>
    </a:wholeTbl>
    <a:band1H>
      <a:tcStyle>
        <a:tcBdr/>
        <a:fill>
          <a:solidFill>
            <a:schemeClr val="lt2">
              <a:tint val="70000"/>
            </a:schemeClr>
          </a:solidFill>
        </a:fill>
      </a:tcStyle>
    </a:band1H>
    <a:band1V>
      <a:tcStyle>
        <a:tcBdr/>
        <a:fill>
          <a:solidFill>
            <a:schemeClr val="lt2">
              <a:tint val="70000"/>
            </a:schemeClr>
          </a:solidFill>
        </a:fill>
      </a:tcStyle>
    </a:band1V>
    <a:lastCol>
      <a:tcTxStyle b="on"/>
      <a:tcStyle>
        <a:tcBdr/>
      </a:tcStyle>
    </a:lastCol>
    <a:firstCol>
      <a:tcTxStyle b="on"/>
      <a:tcStyle>
        <a:tcBdr/>
      </a:tcStyle>
    </a:firstCol>
    <a:lastRow>
      <a:tcTxStyle b="on"/>
      <a:tcStyle>
        <a:tcBdr>
          <a:top>
            <a:ln w="50800" cmpd="dbl">
              <a:solidFill>
                <a:schemeClr val="lt2"/>
              </a:solidFill>
            </a:ln>
          </a:top>
        </a:tcBdr>
        <a:fill>
          <a:solidFill>
            <a:schemeClr val="lt1"/>
          </a:solidFill>
        </a:fill>
      </a:tcStyle>
    </a:lastRow>
    <a:firstRow>
      <a:tcTxStyle b="on">
        <a:fontRef idx="minor">
          <a:scrgbClr r="0" g="0" b="0"/>
        </a:fontRef>
        <a:schemeClr val="lt1"/>
      </a:tcTxStyle>
      <a:tcStyle>
        <a:tcBdr/>
        <a:fill>
          <a:solidFill>
            <a:schemeClr val="lt2"/>
          </a:solidFill>
        </a:fill>
      </a:tcStyle>
    </a:firstRow>
  </a:tblStyle>
  <a:tblStyle styleId="{72833802-FEF1-4C79-8D5D-14CF1EAF98D9}" styleName="Light Style 2 - Accent 2">
    <a:wholeTbl>
      <a:tcTxStyle>
        <a:fontRef idx="minor">
          <a:scrgbClr r="0" g="0" b="0"/>
        </a:fontRef>
        <a:schemeClr val="tx1"/>
      </a:tcTxStyle>
      <a:tcStyle>
        <a:tcBdr>
          <a:left>
            <a:lnRef idx="1">
              <a:schemeClr val="lt2"/>
            </a:lnRef>
          </a:left>
          <a:right>
            <a:lnRef idx="1">
              <a:schemeClr val="lt2"/>
            </a:lnRef>
          </a:right>
          <a:top>
            <a:lnRef idx="1">
              <a:schemeClr val="lt2"/>
            </a:lnRef>
          </a:top>
          <a:bottom>
            <a:lnRef idx="1">
              <a:schemeClr val="lt2"/>
            </a:lnRef>
          </a:bottom>
          <a:insideH>
            <a:ln>
              <a:noFill/>
            </a:ln>
          </a:insideH>
          <a:insideV>
            <a:ln>
              <a:noFill/>
            </a:ln>
          </a:insideV>
        </a:tcBdr>
        <a:fill>
          <a:noFill/>
        </a:fill>
      </a:tcStyle>
    </a:wholeTbl>
    <a:band1H>
      <a:tcStyle>
        <a:tcBdr>
          <a:top>
            <a:lnRef idx="1">
              <a:schemeClr val="lt2"/>
            </a:lnRef>
          </a:top>
          <a:bottom>
            <a:lnRef idx="1">
              <a:schemeClr val="lt2"/>
            </a:lnRef>
          </a:bottom>
        </a:tcBdr>
      </a:tcStyle>
    </a:band1H>
    <a:band1V>
      <a:tcStyle>
        <a:tcBdr>
          <a:left>
            <a:lnRef idx="1">
              <a:schemeClr val="lt2"/>
            </a:lnRef>
          </a:left>
          <a:right>
            <a:lnRef idx="1">
              <a:schemeClr val="lt2"/>
            </a:lnRef>
          </a:right>
        </a:tcBdr>
      </a:tcStyle>
    </a:band1V>
    <a:band2V>
      <a:tcStyle>
        <a:tcBdr>
          <a:left>
            <a:lnRef idx="1">
              <a:schemeClr val="lt2"/>
            </a:lnRef>
          </a:left>
          <a:right>
            <a:lnRef idx="1">
              <a:schemeClr val="lt2"/>
            </a:lnRef>
          </a:right>
        </a:tcBdr>
      </a:tcStyle>
    </a:band2V>
    <a:lastCol>
      <a:tcTxStyle b="on"/>
      <a:tcStyle>
        <a:tcBdr/>
      </a:tcStyle>
    </a:lastCol>
    <a:firstCol>
      <a:tcTxStyle b="on"/>
      <a:tcStyle>
        <a:tcBdr/>
      </a:tcStyle>
    </a:firstCol>
    <a:lastRow>
      <a:tcTxStyle b="on"/>
      <a:tcStyle>
        <a:tcBdr>
          <a:top>
            <a:ln w="50800" cmpd="dbl">
              <a:solidFill>
                <a:schemeClr val="lt2"/>
              </a:solidFill>
            </a:ln>
          </a:top>
        </a:tcBdr>
      </a:tcStyle>
    </a:lastRow>
    <a:firstRow>
      <a:tcTxStyle b="on">
        <a:fontRef idx="minor">
          <a:scrgbClr r="0" g="0" b="0"/>
        </a:fontRef>
        <a:schemeClr val="bg1"/>
      </a:tcTxStyle>
      <a:tcStyle>
        <a:tcBdr/>
        <a:fillRef idx="1">
          <a:schemeClr val="l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ree Phanse" userId="S::anushree.phanse@aveva.com::c870bbf0-b105-475b-aeea-89fe160b9d6a" providerId="AD" clId="Web-{4BCBAD38-030F-D81C-2F92-77F9B9662BCB}"/>
    <pc:docChg chg="mod">
      <pc:chgData name="Anushree Phanse" userId="S::anushree.phanse@aveva.com::c870bbf0-b105-475b-aeea-89fe160b9d6a" providerId="AD" clId="Web-{4BCBAD38-030F-D81C-2F92-77F9B9662BCB}" dt="2026-08-18T16:04:14.787" v="0" actId="33475"/>
      <pc:docMkLst>
        <pc:docMk/>
      </pc:docMkLst>
    </pc:docChg>
  </pc:docChgLst>
  <pc:docChgLst>
    <pc:chgData name="Vishva Makwana (EXT)" userId="S::vishva.makwana@aveva.com::02797a0c-b2c3-4fbe-946b-4cf4bf3724f2" providerId="AD" clId="Web-{0541366E-3A8C-386A-4D33-ADE7B146EE6F}"/>
    <pc:docChg chg="mod">
      <pc:chgData name="Vishva Makwana (EXT)" userId="S::vishva.makwana@aveva.com::02797a0c-b2c3-4fbe-946b-4cf4bf3724f2" providerId="AD" clId="Web-{0541366E-3A8C-386A-4D33-ADE7B146EE6F}" dt="2026-08-18T16:04:12.737" v="0" actId="33475"/>
      <pc:docMkLst>
        <pc:docMk/>
      </pc:docMkLst>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doughnutChart>
        <c:varyColors val="1"/>
        <c:ser>
          <c:idx val="0"/>
          <c:order val="0"/>
          <c:tx>
            <c:strRef>
              <c:f>Sheet1!$B$1</c:f>
              <c:strCache>
                <c:ptCount val="1"/>
                <c:pt idx="0">
                  <c:v>Share</c:v>
                </c:pt>
              </c:strCache>
            </c:strRef>
          </c:tx>
          <c:dPt>
            <c:idx val="0"/>
            <c:bubble3D val="0"/>
            <c:spPr>
              <a:solidFill>
                <a:srgbClr val="F70656"/>
              </a:solidFill>
              <a:ln>
                <a:noFill/>
              </a:ln>
            </c:spPr>
            <c:extLst>
              <c:ext xmlns:c16="http://schemas.microsoft.com/office/drawing/2014/chart" uri="{C3380CC4-5D6E-409C-BE32-E72D297353CC}">
                <c16:uniqueId val="{00000001-4BC1-449E-8C1A-82A5E47A4DA3}"/>
              </c:ext>
            </c:extLst>
          </c:dPt>
          <c:dPt>
            <c:idx val="1"/>
            <c:bubble3D val="0"/>
            <c:spPr>
              <a:solidFill>
                <a:srgbClr val="F2F5F7"/>
              </a:solidFill>
              <a:ln>
                <a:noFill/>
              </a:ln>
            </c:spPr>
            <c:extLst>
              <c:ext xmlns:c16="http://schemas.microsoft.com/office/drawing/2014/chart" uri="{C3380CC4-5D6E-409C-BE32-E72D297353CC}">
                <c16:uniqueId val="{00000003-4BC1-449E-8C1A-82A5E47A4DA3}"/>
              </c:ext>
            </c:extLst>
          </c:dPt>
          <c:cat>
            <c:strRef>
              <c:f>Sheet1!$A$2:$A$3</c:f>
              <c:strCache>
                <c:ptCount val="2"/>
                <c:pt idx="0">
                  <c:v>can write</c:v>
                </c:pt>
                <c:pt idx="1">
                  <c:v>Remainder</c:v>
                </c:pt>
              </c:strCache>
            </c:strRef>
          </c:cat>
          <c:val>
            <c:numRef>
              <c:f>Sheet1!$B$2:$B$3</c:f>
              <c:numCache>
                <c:formatCode>General</c:formatCode>
                <c:ptCount val="2"/>
                <c:pt idx="0">
                  <c:v>21</c:v>
                </c:pt>
                <c:pt idx="1">
                  <c:v>79</c:v>
                </c:pt>
              </c:numCache>
            </c:numRef>
          </c:val>
          <c:extLst>
            <c:ext xmlns:c16="http://schemas.microsoft.com/office/drawing/2014/chart" uri="{C3380CC4-5D6E-409C-BE32-E72D297353CC}">
              <c16:uniqueId val="{00000004-4BC1-449E-8C1A-82A5E47A4DA3}"/>
            </c:ext>
          </c:extLst>
        </c:ser>
        <c:dLbls>
          <c:showLegendKey val="0"/>
          <c:showVal val="0"/>
          <c:showCatName val="0"/>
          <c:showSerName val="0"/>
          <c:showPercent val="0"/>
          <c:showBubbleSize val="0"/>
          <c:showLeaderLines val="1"/>
        </c:dLbls>
        <c:firstSliceAng val="0"/>
        <c:holeSize val="58"/>
      </c:doughnutChart>
      <c:spPr>
        <a:noFill/>
      </c:spPr>
    </c:plotArea>
    <c:plotVisOnly val="1"/>
    <c:dispBlanksAs val="zero"/>
    <c:showDLblsOverMax val="1"/>
  </c:chart>
  <c:spPr>
    <a:no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practical problem: an agent can reason about a work item, but it cannot retrieve that item unless its host gives it an approved connection.</a:t>
            </a:r>
          </a:p>
          <a:p>
            <a:endParaRPr/>
          </a:p>
          <a:p>
            <a:r>
              <a:t>This module follows one concrete path from the repository: the SpecKit ADO ingest agent uses the Azure DevOps MCP server to retrieve a root work item and its child hierarchy. We will separate the responsibilities of the host, MCP client, MCP server, agent and skill, then close on the security boundary.</a:t>
            </a:r>
          </a:p>
          <a:p>
            <a:endParaRPr/>
          </a:p>
          <a:p>
            <a:r>
              <a:t>[Sources]</a:t>
            </a:r>
          </a:p>
          <a:p>
            <a:r>
              <a:t>- https://dev.azure.com/AVEVA-VSTS/Technology/_workitems/edit/4953140</a:t>
            </a:r>
          </a:p>
          <a:p>
            <a:r>
              <a:t>- https://dev.azure.com/AVEVA-VSTS/Technology/_workitems/edit/4953154</a:t>
            </a:r>
          </a:p>
          <a:p>
            <a:r>
              <a:t>- https://github.com/AVEVA-Copilot-Access/aveva-agent-plugins/blob/8aa801513d3c5d38f550135ebccbf566aa88f43e/plugins/aveva-rnd/agents/speckit.ado-ingest.agent.md#L38-L78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room: “If the model already understands Azure DevOps, why can’t it answer a question about this ticket?”</a:t>
            </a:r>
          </a:p>
          <a:p>
            <a:endParaRPr/>
          </a:p>
          <a:p>
            <a:r>
              <a:t>The answer is reach. Instructions and domain knowledge shape behavior; they do not create a live connection. MCP standardizes how an AI application discovers and calls capabilities exposed by a server.</a:t>
            </a:r>
          </a:p>
          <a:p>
            <a:endParaRPr/>
          </a:p>
          <a:p>
            <a:r>
              <a:t>Do not describe MCP as making the model smarter. It makes external context and actions available through a consistent protocol, subject to the host's controls.</a:t>
            </a:r>
          </a:p>
          <a:p>
            <a:endParaRPr/>
          </a:p>
          <a:p>
            <a:r>
              <a:t>[Sources]</a:t>
            </a:r>
          </a:p>
          <a:p>
            <a:r>
              <a:t>- https://modelcontextprotocol.io/docs/learn/architecture</a:t>
            </a:r>
          </a:p>
          <a:p>
            <a:r>
              <a:t>- https://dev.azure.com/AVEVA-VSTS/Technology/_workitems/edit/4953140</a:t>
            </a:r>
          </a:p>
          <a:p>
            <a:r>
              <a:t>- https://github.com/AVEVA-Copilot-Access/aveva-agent-plugins/blob/8aa801513d3c5d38f550135ebccbf566aa88f43e/CONTRIBUTING.md#L71-L107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a:t>
            </a:r>
          </a:p>
          <a:p>
            <a:endParaRPr/>
          </a:p>
          <a:p>
            <a:r>
              <a:t>The host is the application the user interacts with. It coordinates the model and manages permissions, consent and the MCP clients. The host creates one client for each MCP server connection. That dedicated client negotiates capabilities and exchanges protocol messages with its server.</a:t>
            </a:r>
          </a:p>
          <a:p>
            <a:endParaRPr/>
          </a:p>
          <a:p>
            <a:r>
              <a:t>The MCP server is not necessarily a separate machine. It is the component that exposes capabilities through the protocol, and it can run locally or remotely. The server then talks to the real external system using its own implementation and credentials model.</a:t>
            </a:r>
          </a:p>
          <a:p>
            <a:endParaRPr/>
          </a:p>
          <a:p>
            <a:r>
              <a:t>[Sources]</a:t>
            </a:r>
          </a:p>
          <a:p>
            <a:r>
              <a:t>- https://modelcontextprotocol.io/docs/learn/architecture</a:t>
            </a:r>
          </a:p>
          <a:p>
            <a:r>
              <a:t>- https://modelcontextprotocol.io/specification/draft/basic/architecture</a:t>
            </a:r>
          </a:p>
          <a:p>
            <a:r>
              <a:t>[/Sources]</a:t>
            </a:r>
          </a:p>
          <a:p>
            <a:r>
              <a:t>
Repository example added for review: the aveva-rnd plugin runs HVE workflows as a VS Code agent plugin. In this deck, the concrete connection is the host's MCP client to the Azure DevOps MCP server.
Repository evidence: plugins/aveva-rnd/README.md at commit 8aa801513d3c5d38f550135ebccbf566aa88f43e.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MCP servers can expose three primary primitives.</a:t>
            </a:r>
          </a:p>
          <a:p>
            <a:endParaRPr/>
          </a:p>
          <a:p>
            <a:r>
              <a:t>Tools are functions the model can choose to invoke. Resources are application-controlled context, usually identified by a URI. Prompts are user-controlled templates that help structure an interaction.</a:t>
            </a:r>
          </a:p>
          <a:p>
            <a:endParaRPr/>
          </a:p>
          <a:p>
            <a:r>
              <a:t>These are not steps in a pipeline, so the arrows have been removed from this slide. For this module, focus on tools because the repository examples declare Azure DevOps MCP tools for work-item and repository operations.</a:t>
            </a:r>
          </a:p>
          <a:p>
            <a:endParaRPr/>
          </a:p>
          <a:p>
            <a:r>
              <a:t>[Sources]</a:t>
            </a:r>
          </a:p>
          <a:p>
            <a:r>
              <a:t>- https://modelcontextprotocol.io/docs/learn/server-concepts</a:t>
            </a:r>
          </a:p>
          <a:p>
            <a:r>
              <a:t>- https://modelcontextprotocol.io/specification/draft/server/tools</a:t>
            </a:r>
          </a:p>
          <a:p>
            <a:r>
              <a:t>- https://modelcontextprotocol.io/specification/draft/server/resources</a:t>
            </a:r>
          </a:p>
          <a:p>
            <a:r>
              <a:t>- https://modelcontextprotocol.io/specification/draft/server/prompts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remove the most common ambiguity.</a:t>
            </a:r>
          </a:p>
          <a:p>
            <a:endParaRPr/>
          </a:p>
          <a:p>
            <a:r>
              <a:t>The host controls which servers and capabilities are available. The agent evaluates the request and chooses whether to invoke an allowed tool. A skill is procedural guidance: it describes how to perform the workflow consistently. The MCP tool performs the external operation and returns a result.</a:t>
            </a:r>
          </a:p>
          <a:p>
            <a:endParaRPr/>
          </a:p>
          <a:p>
            <a:r>
              <a:t>A skill does not independently decide to call a tool, and an MCP server does not own the business workflow. Keeping these responsibilities separate makes the design easier to review and secure.</a:t>
            </a:r>
          </a:p>
          <a:p>
            <a:endParaRPr/>
          </a:p>
          <a:p>
            <a:r>
              <a:t>[Sources]</a:t>
            </a:r>
          </a:p>
          <a:p>
            <a:r>
              <a:t>- https://github.com/AVEVA-Copilot-Access/aveva-agent-plugins/blob/8aa801513d3c5d38f550135ebccbf566aa88f43e/CONTRIBUTING.md#L71-L107</a:t>
            </a:r>
          </a:p>
          <a:p>
            <a:r>
              <a:t>- https://modelcontextprotocol.io/docs/learn/architecture</a:t>
            </a:r>
          </a:p>
          <a:p>
            <a:r>
              <a:t>- https://modelcontextprotocol.io/specification/draft/server/tools</a:t>
            </a:r>
          </a:p>
          <a:p>
            <a:r>
              <a:t>[/Sources]</a:t>
            </a:r>
          </a:p>
          <a:p>
            <a:r>
              <a:t>
Concrete workflow example added for review: speckit.ado-ingest accepts an ADO ID or work-item URL, the agent selects the ingest flow, the repository guidance defines recursive Hierarchy-Forward traversal and mapping, and the Azure DevOps MCP retrieves the root and each child with get_work_item.
Repository evidence: plugins/aveva-rnd/agents/speckit.ado-ingest.agent.md at commit 8aa801513d3c5d38f550135ebccbf566aa88f43e.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concrete HVE example.</a:t>
            </a:r>
          </a:p>
          <a:p>
            <a:endParaRPr/>
          </a:p>
          <a:p>
            <a:r>
              <a:t>The SpecKit ADO ingest agent tells the workflow to use the Azure DevOps MCP server. Step 1 retrieves the root work item with all fields, then recursively follows Hierarchy-Forward relations and fetches each child item.</a:t>
            </a:r>
          </a:p>
          <a:p>
            <a:endParaRPr/>
          </a:p>
          <a:p>
            <a:r>
              <a:t>The boundary matters: the MCP tools retrieve work-item data. The agent instructions say what to preserve, how to interpret the hierarchy and how to map that evidence into SpecKit artifacts. Retrieval and interpretation are related, but they are not the same responsibility.</a:t>
            </a:r>
          </a:p>
          <a:p>
            <a:endParaRPr/>
          </a:p>
          <a:p>
            <a:r>
              <a:t>[Sources]</a:t>
            </a:r>
          </a:p>
          <a:p>
            <a:r>
              <a:t>- https://github.com/AVEVA-Copilot-Access/aveva-agent-plugins/blob/8aa801513d3c5d38f550135ebccbf566aa88f43e/plugins/aveva-rnd/agents/speckit.ado-ingest.agent.md#L38-L78</a:t>
            </a:r>
          </a:p>
          <a:p>
            <a:r>
              <a:t>- https://github.com/AVEVA-Copilot-Access/aveva-agent-plugins/blob/8aa801513d3c5d38f550135ebccbf566aa88f43e/plugins/aveva-rnd/README.md#L180-L188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Tool poisoning is a form of indirect prompt injection. The attacker hides instructions in a tool description, input schema, annotation, or related metadata that the host places in model context for tool discovery and planning.</a:t>
            </a:r>
          </a:p>
          <a:p>
            <a:endParaRPr/>
          </a:p>
          <a:p>
            <a:r>
              <a:t>This is not model or training-data poisoning, and tool descriptions are not literally system commands. The risk is that the model may follow hostile text while deciding what to do. A poisoned definition can also steer the use of another trusted tool—often described as tool shadowing or a cross-tool pivot—raising the impact from bad reasoning to data access or a consequential action.</a:t>
            </a:r>
          </a:p>
          <a:p>
            <a:endParaRPr/>
          </a:p>
          <a:p>
            <a:r>
              <a:t>This threat is why HVE restricts which MCP servers can be approved and which tools a host exposes. Restriction reduces the attack surface and blast radius; it does not mean MCP is inherently unsafe. Approve known servers, begin with the minimum tools, pin approved versions, and treat every catalog change as a new trust decision.</a:t>
            </a:r>
          </a:p>
          <a:p>
            <a:endParaRPr/>
          </a:p>
          <a:p>
            <a:r>
              <a:t>A rug pull is the change-after-trust case: a server or its tool definitions become malicious after initial approval. The MCP tools specification allows servers to notify clients when the tool list changes, so a catalog must be treated as mutable and re-reviewed.</a:t>
            </a:r>
          </a:p>
          <a:p>
            <a:endParaRPr/>
          </a:p>
          <a:p>
            <a:r>
              <a:t>[Sources]</a:t>
            </a:r>
          </a:p>
          <a:p>
            <a:r>
              <a:t>- https://genai.owasp.org/resource/cheatsheet-a-practical-guide-for-securely-using-third-party-mcp-servers-1-0/</a:t>
            </a:r>
          </a:p>
          <a:p>
            <a:r>
              <a:t>- https://modelcontextprotocol.io/specification/draft/server/tools</a:t>
            </a:r>
          </a:p>
          <a:p>
            <a:r>
              <a:t>- https://arxiv.org/abs/2512.06556</a:t>
            </a:r>
          </a:p>
          <a:p>
            <a:r>
              <a:t>- https://arxiv.org/abs/2506.02040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21% metric remains a repository-specific illustration: eight of the 38 Azure DevOps tools declared by the alarm agent can write. Every exposed capability increases the potential blast radius, so start read-only and add write tools only when the workflow demonstrates a need.</a:t>
            </a:r>
          </a:p>
          <a:p>
            <a:endParaRPr/>
          </a:p>
          <a:p>
            <a:r>
              <a:t>OWASP's MCP guidance recommends full tool transparency, validation of untrusted descriptions and responses, version pinning with integrity checks, least privilege, and runtime controls. Pin the approved server and tool versions where the deployment model permits it. Store the approved definition or manifest, compare hashes or checksums where available, and trigger review whenever a server advertises a catalog change.</a:t>
            </a:r>
          </a:p>
          <a:p>
            <a:endParaRPr/>
          </a:p>
          <a:p>
            <a:r>
              <a:t>User visibility should include the actual selected tool, arguments, target, and exact consequential action. Human confirmation is most valuable at the action boundary, not as a vague one-time server approval.</a:t>
            </a:r>
          </a:p>
          <a:p>
            <a:endParaRPr/>
          </a:p>
          <a:p>
            <a:r>
              <a:t>Tool annotations are hints for clients and models, not enforcement. A malicious server can mislabel a tool. Hard guarantees must come from host authorization, network restrictions, credential scope, sandboxing, and runtime policy.</a:t>
            </a:r>
          </a:p>
          <a:p>
            <a:endParaRPr/>
          </a:p>
          <a:p>
            <a:r>
              <a:t>[Sources]</a:t>
            </a:r>
          </a:p>
          <a:p>
            <a:r>
              <a:t>- https://genai.owasp.org/resource/cheatsheet-a-practical-guide-for-securely-using-third-party-mcp-servers-1-0/</a:t>
            </a:r>
          </a:p>
          <a:p>
            <a:r>
              <a:t>- https://modelcontextprotocol.io/specification/draft/server/tools</a:t>
            </a:r>
          </a:p>
          <a:p>
            <a:r>
              <a:t>- https://blog.modelcontextprotocol.io/posts/2026-03-16-tool-annotations/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pairs 90 seconds. Ask them to complete the four boxes for a workflow they already know.</a:t>
            </a:r>
          </a:p>
          <a:p>
            <a:endParaRPr/>
          </a:p>
          <a:p>
            <a:r>
              <a:t>When debriefing, listen for a clear separation between the workflow and the connection. The agent owns the workflow decision. A skill may guide the procedure. The MCP server exposes a capability. The host controls whether that capability is available and whether a consequential action requires confirmation.</a:t>
            </a:r>
          </a:p>
          <a:p>
            <a:endParaRPr/>
          </a:p>
          <a:p>
            <a:r>
              <a:t>Close by reading the final line once, slowly.</a:t>
            </a:r>
          </a:p>
          <a:p>
            <a:endParaRPr/>
          </a:p>
          <a:p>
            <a:r>
              <a:t>[Sources]</a:t>
            </a:r>
          </a:p>
          <a:p>
            <a:r>
              <a:t>- https://modelcontextprotocol.io/docs/learn/architecture</a:t>
            </a:r>
          </a:p>
          <a:p>
            <a:r>
              <a:t>- https://modelcontextprotocol.io/docs/tutorials/security/security_best_practices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module. Invite one final question, then return to the workshop agenda.</a:t>
            </a:r>
          </a:p>
          <a:p>
            <a:endParaRPr/>
          </a:p>
          <a:p>
            <a:r>
              <a:t>[Sources]</a:t>
            </a:r>
          </a:p>
          <a:p>
            <a:r>
              <a:t>- https://www.aveva.com/</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9" name="Picture 2"/>
          <p:cNvPicPr>
            <a:picLocks noChangeAspect="1"/>
          </p:cNvPicPr>
          <p:nvPr/>
        </p:nvPicPr>
        <p:blipFill>
          <a:blip r:embed="rId3"/>
          <a:stretch>
            <a:fillRect/>
          </a:stretch>
        </p:blipFill>
        <p:spPr>
          <a:xfrm>
            <a:off x="10058114" y="6008023"/>
            <a:ext cx="1619889" cy="367538"/>
          </a:xfrm>
          <a:prstGeom prst="rect">
            <a:avLst/>
          </a:prstGeom>
        </p:spPr>
      </p:pic>
      <p:sp>
        <p:nvSpPr>
          <p:cNvPr id="7" name="Straight Connector 6">
            <a:extLst>
              <a:ext uri="{FF2B5EF4-FFF2-40B4-BE49-F238E27FC236}">
                <a16:creationId xmlns:a16="http://schemas.microsoft.com/office/drawing/2014/main" id="{8AB8D5D7-D7D7-4089-9443-4F69DC7AC700}"/>
              </a:ext>
            </a:extLst>
          </p:cNvPr>
          <p:cNvSpPr>
            <a:spLocks noGrp="1"/>
          </p:cNvSpPr>
          <p:nvPr/>
        </p:nv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txBody>
          <a:bodyPr/>
          <a:lstStyle/>
          <a:p>
            <a:endParaRPr lang="en-US"/>
          </a:p>
        </p:txBody>
      </p:sp>
      <p:sp>
        <p:nvSpPr>
          <p:cNvPr id="31" name="Footer Placeholder 30">
            <a:extLst>
              <a:ext uri="{FF2B5EF4-FFF2-40B4-BE49-F238E27FC236}">
                <a16:creationId xmlns:a16="http://schemas.microsoft.com/office/drawing/2014/main" id="{8DF6E636-ACE0-354E-AA46-45811ECA241D}"/>
              </a:ext>
            </a:extLst>
          </p:cNvPr>
          <p:cNvSpPr>
            <a:spLocks noGrp="1"/>
          </p:cNvSpPr>
          <p:nvPr>
            <p:ph type="ftr" idx="27"/>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idx="28"/>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ea typeface="+mj-lt"/>
                <a:cs typeface="+mj-lt"/>
              </a:defRPr>
            </a:lvl1pPr>
            <a:lvl2pPr marL="0" indent="0">
              <a:lnSpc>
                <a:spcPct val="95000"/>
              </a:lnSpc>
              <a:spcBef>
                <a:spcPts val="0"/>
              </a:spcBef>
              <a:spcAft>
                <a:spcPts val="0"/>
              </a:spcAft>
              <a:buNone/>
              <a:defRPr sz="4400" b="0" i="0" cap="none" baseline="0">
                <a:solidFill>
                  <a:schemeClr val="bg1"/>
                </a:solidFill>
                <a:latin typeface="Calibri"/>
                <a:ea typeface="Calibri"/>
                <a:cs typeface="Calibri"/>
              </a:defRPr>
            </a:lvl2pPr>
          </a:lstStyle>
          <a:p>
            <a:pPr lvl="0">
              <a:buNone/>
            </a:pPr>
            <a:r>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a:ea typeface="Calibri"/>
                <a:cs typeface="Calibri"/>
              </a:defRPr>
            </a:lvl1pPr>
            <a:lvl2pPr marL="0" indent="0">
              <a:spcAft>
                <a:spcPts val="4200"/>
              </a:spcAft>
              <a:buNone/>
              <a:defRPr sz="1800" b="0">
                <a:solidFill>
                  <a:schemeClr val="bg1"/>
                </a:solidFill>
                <a:latin typeface="Calibri"/>
                <a:ea typeface="Calibri"/>
                <a:cs typeface="Calibri"/>
              </a:defRPr>
            </a:lvl2pPr>
            <a:lvl3pPr marL="0" indent="0">
              <a:buFont typeface="Arial"/>
              <a:buNone/>
              <a:defRPr sz="1600">
                <a:solidFill>
                  <a:schemeClr val="bg1"/>
                </a:solidFill>
                <a:latin typeface="Calibri"/>
                <a:ea typeface="Calibri"/>
                <a:cs typeface="Calibri"/>
              </a:defRPr>
            </a:lvl3pPr>
            <a:lvl4pPr marL="0" indent="0">
              <a:buNone/>
              <a:defRPr sz="1400"/>
            </a:lvl4pPr>
            <a:lvl5pPr marL="0" indent="0">
              <a:buNone/>
              <a:defRPr sz="1400"/>
            </a:lvl5pPr>
          </a:lstStyle>
          <a:p>
            <a:pPr lvl="0">
              <a:buNone/>
            </a:pPr>
            <a:r>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Insert date</a:t>
            </a:r>
          </a:p>
        </p:txBody>
      </p:sp>
      <p:sp>
        <p:nvSpPr>
          <p:cNvPr id="38" name="TextBox 37">
            <a:extLst>
              <a:ext uri="{FF2B5EF4-FFF2-40B4-BE49-F238E27FC236}">
                <a16:creationId xmlns:a16="http://schemas.microsoft.com/office/drawing/2014/main" id="{CF857897-2467-412C-A1AE-8E0A4372B657}"/>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45" name="Oval 44">
            <a:extLst>
              <a:ext uri="{FF2B5EF4-FFF2-40B4-BE49-F238E27FC236}">
                <a16:creationId xmlns:a16="http://schemas.microsoft.com/office/drawing/2014/main" id="{A80DFAA7-1F4F-9C45-814F-AA3AF84CF117}"/>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46" name="Oval 45">
            <a:extLst>
              <a:ext uri="{FF2B5EF4-FFF2-40B4-BE49-F238E27FC236}">
                <a16:creationId xmlns:a16="http://schemas.microsoft.com/office/drawing/2014/main" id="{D0973336-ABBA-E942-911E-DAAAD420D92E}"/>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47" name="Oval 46">
            <a:extLst>
              <a:ext uri="{FF2B5EF4-FFF2-40B4-BE49-F238E27FC236}">
                <a16:creationId xmlns:a16="http://schemas.microsoft.com/office/drawing/2014/main" id="{D0981004-0F68-6D4F-BD18-E177DE1FB44F}"/>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48" name="Rectangle 47">
            <a:extLst>
              <a:ext uri="{FF2B5EF4-FFF2-40B4-BE49-F238E27FC236}">
                <a16:creationId xmlns:a16="http://schemas.microsoft.com/office/drawing/2014/main" id="{8AF29444-601F-F34B-9EF9-77EFA492B612}"/>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50" name="Oval 49">
            <a:extLst>
              <a:ext uri="{FF2B5EF4-FFF2-40B4-BE49-F238E27FC236}">
                <a16:creationId xmlns:a16="http://schemas.microsoft.com/office/drawing/2014/main" id="{5A7D3C9F-B977-4748-A292-34C40F4BAA31}"/>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1" name="Oval 50">
            <a:extLst>
              <a:ext uri="{FF2B5EF4-FFF2-40B4-BE49-F238E27FC236}">
                <a16:creationId xmlns:a16="http://schemas.microsoft.com/office/drawing/2014/main" id="{143206F2-104F-E84B-AC9F-5E15AB889D81}"/>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2" name="Oval 51">
            <a:extLst>
              <a:ext uri="{FF2B5EF4-FFF2-40B4-BE49-F238E27FC236}">
                <a16:creationId xmlns:a16="http://schemas.microsoft.com/office/drawing/2014/main" id="{3D85E306-5B19-244F-A5D8-906889F44993}"/>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3" name="Oval 52">
            <a:extLst>
              <a:ext uri="{FF2B5EF4-FFF2-40B4-BE49-F238E27FC236}">
                <a16:creationId xmlns:a16="http://schemas.microsoft.com/office/drawing/2014/main" id="{E1EDDE7E-EFDB-5848-BAF2-12DCE978458E}"/>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49" name="Rectangle 48">
            <a:extLst>
              <a:ext uri="{FF2B5EF4-FFF2-40B4-BE49-F238E27FC236}">
                <a16:creationId xmlns:a16="http://schemas.microsoft.com/office/drawing/2014/main" id="{5D39A7BC-F7CD-6941-9544-825A8E016969}"/>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54" name="Oval 53">
            <a:extLst>
              <a:ext uri="{FF2B5EF4-FFF2-40B4-BE49-F238E27FC236}">
                <a16:creationId xmlns:a16="http://schemas.microsoft.com/office/drawing/2014/main" id="{EC35D024-ED51-5142-BFFB-D12DBF703D25}"/>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5" name="Oval 54">
            <a:extLst>
              <a:ext uri="{FF2B5EF4-FFF2-40B4-BE49-F238E27FC236}">
                <a16:creationId xmlns:a16="http://schemas.microsoft.com/office/drawing/2014/main" id="{0F5AAAB5-0CE2-D949-9F5F-8A6BC72D2EF3}"/>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6" name="Oval 55">
            <a:extLst>
              <a:ext uri="{FF2B5EF4-FFF2-40B4-BE49-F238E27FC236}">
                <a16:creationId xmlns:a16="http://schemas.microsoft.com/office/drawing/2014/main" id="{12719735-0F29-1E4C-B986-2AC28AE5C589}"/>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7" name="Oval 56">
            <a:extLst>
              <a:ext uri="{FF2B5EF4-FFF2-40B4-BE49-F238E27FC236}">
                <a16:creationId xmlns:a16="http://schemas.microsoft.com/office/drawing/2014/main" id="{612E40C7-91D1-A94C-9DC8-18CA745B81EB}"/>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5" name="Oval 64">
            <a:extLst>
              <a:ext uri="{FF2B5EF4-FFF2-40B4-BE49-F238E27FC236}">
                <a16:creationId xmlns:a16="http://schemas.microsoft.com/office/drawing/2014/main" id="{E051669A-9455-3A46-BB29-036B9C8DD3B6}"/>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6" name="Oval 65">
            <a:extLst>
              <a:ext uri="{FF2B5EF4-FFF2-40B4-BE49-F238E27FC236}">
                <a16:creationId xmlns:a16="http://schemas.microsoft.com/office/drawing/2014/main" id="{6981BC01-D1BC-4748-BE71-97EB2043C524}"/>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TextBox 5">
            <a:extLst>
              <a:ext uri="{FF2B5EF4-FFF2-40B4-BE49-F238E27FC236}">
                <a16:creationId xmlns:a16="http://schemas.microsoft.com/office/drawing/2014/main" id="{CF43C44F-6AA5-5744-979F-361360ACEC3C}"/>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4" name="Picture 8"/>
          <p:cNvPicPr>
            <a:picLocks noChangeAspect="1"/>
          </p:cNvPicPr>
          <p:nvPr/>
        </p:nvPicPr>
        <p:blipFill>
          <a:blip r:embed="rId4"/>
          <a:stretch>
            <a:fillRect/>
          </a:stretch>
        </p:blipFill>
        <p:spPr>
          <a:xfrm>
            <a:off x="14012244" y="4384548"/>
            <a:ext cx="1088171" cy="1611330"/>
          </a:xfrm>
          <a:prstGeom prst="rect">
            <a:avLst/>
          </a:prstGeom>
        </p:spPr>
      </p:pic>
      <p:sp>
        <p:nvSpPr>
          <p:cNvPr id="2" name="Rectangle 1">
            <a:extLst>
              <a:ext uri="{FF2B5EF4-FFF2-40B4-BE49-F238E27FC236}">
                <a16:creationId xmlns:a16="http://schemas.microsoft.com/office/drawing/2014/main" id="{9E15EE84-01EE-0FBF-61FF-76E1E32BEC9B}"/>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Straight Connector 6">
            <a:extLst>
              <a:ext uri="{FF2B5EF4-FFF2-40B4-BE49-F238E27FC236}">
                <a16:creationId xmlns:a16="http://schemas.microsoft.com/office/drawing/2014/main" id="{9B82AF31-74BF-4312-B1A5-2B0D1501F39F}"/>
              </a:ext>
            </a:extLst>
          </p:cNvPr>
          <p:cNvSpPr>
            <a:spLocks noGrp="1"/>
          </p:cNvSpPr>
          <p:nvPr/>
        </p:nv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sp>
      <p:sp>
        <p:nvSpPr>
          <p:cNvPr id="31" name="Footer Placeholder 30">
            <a:extLst>
              <a:ext uri="{FF2B5EF4-FFF2-40B4-BE49-F238E27FC236}">
                <a16:creationId xmlns:a16="http://schemas.microsoft.com/office/drawing/2014/main" id="{8DF6E636-ACE0-354E-AA46-45811ECA241D}"/>
              </a:ext>
            </a:extLst>
          </p:cNvPr>
          <p:cNvSpPr>
            <a:spLocks noGrp="1"/>
          </p:cNvSpPr>
          <p:nvPr>
            <p:ph type="ftr" idx="27"/>
          </p:nvPr>
        </p:nvSpPr>
        <p:spPr/>
        <p:txBody>
          <a:bodyPr/>
          <a:lstStyle/>
          <a:p>
            <a:r>
              <a:t>For Internal Use Only. © 2026 AVEVA Group Limited or its subsidiaries. All rights reserved.</a:t>
            </a:r>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idx="28"/>
          </p:nvPr>
        </p:nvSpPr>
        <p:spPr/>
        <p:txBody>
          <a:bodyPr/>
          <a:lstStyle/>
          <a:p>
            <a:fld id="{267CDB12-45E5-4FD7-AE50-9CB5AFC72BA1}" type="slidenum">
              <a:t>‹#›</a:t>
            </a:fld>
            <a:endParaRPr/>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ea typeface="+mj-lt"/>
                <a:cs typeface="+mj-lt"/>
              </a:defRPr>
            </a:lvl1pPr>
            <a:lvl2pPr marL="0" indent="0">
              <a:lnSpc>
                <a:spcPct val="95000"/>
              </a:lnSpc>
              <a:spcBef>
                <a:spcPts val="0"/>
              </a:spcBef>
              <a:spcAft>
                <a:spcPts val="0"/>
              </a:spcAft>
              <a:buNone/>
              <a:defRPr sz="4400" b="0" i="0" cap="none" baseline="0">
                <a:solidFill>
                  <a:schemeClr val="bg1"/>
                </a:solidFill>
                <a:latin typeface="Calibri"/>
                <a:ea typeface="Calibri"/>
                <a:cs typeface="Calibri"/>
              </a:defRPr>
            </a:lvl2pPr>
          </a:lstStyle>
          <a:p>
            <a:pPr lvl="0">
              <a:buNone/>
            </a:pPr>
            <a:r>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a:ea typeface="Calibri"/>
                <a:cs typeface="Calibri"/>
              </a:defRPr>
            </a:lvl1pPr>
            <a:lvl2pPr marL="0" indent="0">
              <a:spcAft>
                <a:spcPts val="4200"/>
              </a:spcAft>
              <a:buNone/>
              <a:defRPr sz="1800" b="0">
                <a:solidFill>
                  <a:schemeClr val="bg1"/>
                </a:solidFill>
                <a:latin typeface="Calibri"/>
                <a:ea typeface="Calibri"/>
                <a:cs typeface="Calibri"/>
              </a:defRPr>
            </a:lvl2pPr>
            <a:lvl3pPr marL="0" indent="0">
              <a:buFont typeface="Arial"/>
              <a:buNone/>
              <a:defRPr sz="1600">
                <a:solidFill>
                  <a:schemeClr val="bg1"/>
                </a:solidFill>
                <a:latin typeface="Calibri"/>
                <a:ea typeface="Calibri"/>
                <a:cs typeface="Calibri"/>
              </a:defRPr>
            </a:lvl3pPr>
            <a:lvl4pPr marL="0" indent="0">
              <a:buNone/>
              <a:defRPr sz="1400"/>
            </a:lvl4pPr>
            <a:lvl5pPr marL="0" indent="0">
              <a:buNone/>
              <a:defRPr sz="1400"/>
            </a:lvl5pPr>
          </a:lstStyle>
          <a:p>
            <a:pPr lvl="0">
              <a:buNone/>
            </a:pPr>
            <a:r>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Insert date</a:t>
            </a:r>
          </a:p>
        </p:txBody>
      </p:sp>
      <p:sp>
        <p:nvSpPr>
          <p:cNvPr id="38" name="TextBox 37">
            <a:extLst>
              <a:ext uri="{FF2B5EF4-FFF2-40B4-BE49-F238E27FC236}">
                <a16:creationId xmlns:a16="http://schemas.microsoft.com/office/drawing/2014/main" id="{CF857897-2467-412C-A1AE-8E0A4372B657}"/>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Freeform 5">
            <a:extLst>
              <a:ext uri="{FF2B5EF4-FFF2-40B4-BE49-F238E27FC236}">
                <a16:creationId xmlns:a16="http://schemas.microsoft.com/office/drawing/2014/main" id="{432AED36-6F8F-16CC-BC26-DC9BD7B5FA05}"/>
              </a:ext>
            </a:extLst>
          </p:cNvPr>
          <p:cNvSpPr>
            <a:spLocks noGrp="1"/>
          </p:cNvSpPr>
          <p:nvPr/>
        </p:nvSpPr>
        <p:spPr>
          <a:xfrm>
            <a:off x="10398128" y="6005505"/>
            <a:ext cx="323850" cy="37464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8" name="Freeform 6">
            <a:extLst>
              <a:ext uri="{FF2B5EF4-FFF2-40B4-BE49-F238E27FC236}">
                <a16:creationId xmlns:a16="http://schemas.microsoft.com/office/drawing/2014/main" id="{D8B5A6D3-4187-55A3-1E3F-7A9759EF52E6}"/>
              </a:ext>
            </a:extLst>
          </p:cNvPr>
          <p:cNvSpPr>
            <a:spLocks noGrp="1"/>
          </p:cNvSpPr>
          <p:nvPr/>
        </p:nvSpPr>
        <p:spPr>
          <a:xfrm>
            <a:off x="10058403" y="6005505"/>
            <a:ext cx="376237" cy="37464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2" name="Freeform 7">
            <a:extLst>
              <a:ext uri="{FF2B5EF4-FFF2-40B4-BE49-F238E27FC236}">
                <a16:creationId xmlns:a16="http://schemas.microsoft.com/office/drawing/2014/main" id="{5E404D09-6290-F93C-9198-DDD01CECE969}"/>
              </a:ext>
            </a:extLst>
          </p:cNvPr>
          <p:cNvSpPr>
            <a:spLocks noGrp="1"/>
          </p:cNvSpPr>
          <p:nvPr/>
        </p:nvSpPr>
        <p:spPr>
          <a:xfrm>
            <a:off x="11072815" y="6005505"/>
            <a:ext cx="325437" cy="37464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3" name="Freeform 8">
            <a:extLst>
              <a:ext uri="{FF2B5EF4-FFF2-40B4-BE49-F238E27FC236}">
                <a16:creationId xmlns:a16="http://schemas.microsoft.com/office/drawing/2014/main" id="{5FCE9A3D-D5A0-417F-CABC-21170B96E8EB}"/>
              </a:ext>
            </a:extLst>
          </p:cNvPr>
          <p:cNvSpPr>
            <a:spLocks noGrp="1"/>
          </p:cNvSpPr>
          <p:nvPr/>
        </p:nvSpPr>
        <p:spPr>
          <a:xfrm>
            <a:off x="11360153" y="6005505"/>
            <a:ext cx="325437" cy="37464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9">
            <a:extLst>
              <a:ext uri="{FF2B5EF4-FFF2-40B4-BE49-F238E27FC236}">
                <a16:creationId xmlns:a16="http://schemas.microsoft.com/office/drawing/2014/main" id="{F2B754DB-E65C-86FC-F1D3-D8BC8EBE4E20}"/>
              </a:ext>
            </a:extLst>
          </p:cNvPr>
          <p:cNvSpPr>
            <a:spLocks noGrp="1"/>
          </p:cNvSpPr>
          <p:nvPr/>
        </p:nvSpPr>
        <p:spPr>
          <a:xfrm>
            <a:off x="10775953" y="6005505"/>
            <a:ext cx="246062" cy="5397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10">
            <a:extLst>
              <a:ext uri="{FF2B5EF4-FFF2-40B4-BE49-F238E27FC236}">
                <a16:creationId xmlns:a16="http://schemas.microsoft.com/office/drawing/2014/main" id="{53DA9E59-B518-5AE8-D38C-842D27ABA2EB}"/>
              </a:ext>
            </a:extLst>
          </p:cNvPr>
          <p:cNvSpPr>
            <a:spLocks noGrp="1"/>
          </p:cNvSpPr>
          <p:nvPr/>
        </p:nvSpPr>
        <p:spPr>
          <a:xfrm>
            <a:off x="10775953" y="6164255"/>
            <a:ext cx="246062" cy="55562"/>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11">
            <a:extLst>
              <a:ext uri="{FF2B5EF4-FFF2-40B4-BE49-F238E27FC236}">
                <a16:creationId xmlns:a16="http://schemas.microsoft.com/office/drawing/2014/main" id="{C221E836-F8D6-03E0-BC27-8E895612A314}"/>
              </a:ext>
            </a:extLst>
          </p:cNvPr>
          <p:cNvSpPr>
            <a:spLocks noGrp="1"/>
          </p:cNvSpPr>
          <p:nvPr/>
        </p:nvSpPr>
        <p:spPr>
          <a:xfrm>
            <a:off x="10775953" y="6321417"/>
            <a:ext cx="246062" cy="55562"/>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4" name="Oval 3">
            <a:extLst>
              <a:ext uri="{FF2B5EF4-FFF2-40B4-BE49-F238E27FC236}">
                <a16:creationId xmlns:a16="http://schemas.microsoft.com/office/drawing/2014/main" id="{F0B8E6FA-4563-224F-2FFF-22A5CEC2524C}"/>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7" name="Oval 16">
            <a:extLst>
              <a:ext uri="{FF2B5EF4-FFF2-40B4-BE49-F238E27FC236}">
                <a16:creationId xmlns:a16="http://schemas.microsoft.com/office/drawing/2014/main" id="{9AFCBD89-EC5A-4C82-649E-273CB7D066F4}"/>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Oval 17">
            <a:extLst>
              <a:ext uri="{FF2B5EF4-FFF2-40B4-BE49-F238E27FC236}">
                <a16:creationId xmlns:a16="http://schemas.microsoft.com/office/drawing/2014/main" id="{44CAF651-8644-F0A8-3E20-BBF49CF7B918}"/>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Rectangle 18">
            <a:extLst>
              <a:ext uri="{FF2B5EF4-FFF2-40B4-BE49-F238E27FC236}">
                <a16:creationId xmlns:a16="http://schemas.microsoft.com/office/drawing/2014/main" id="{10509313-8992-2104-7AFF-EE4D82D26441}"/>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20" name="Oval 19">
            <a:extLst>
              <a:ext uri="{FF2B5EF4-FFF2-40B4-BE49-F238E27FC236}">
                <a16:creationId xmlns:a16="http://schemas.microsoft.com/office/drawing/2014/main" id="{1FE7A7EA-3F5A-C362-2C5C-E33F7C842B7C}"/>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846D4CAB-BE10-B075-1E02-0604E0A63070}"/>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2" name="Oval 21">
            <a:extLst>
              <a:ext uri="{FF2B5EF4-FFF2-40B4-BE49-F238E27FC236}">
                <a16:creationId xmlns:a16="http://schemas.microsoft.com/office/drawing/2014/main" id="{1BC271BD-7C31-2E27-6E0F-DEA2474BA71E}"/>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Oval 22">
            <a:extLst>
              <a:ext uri="{FF2B5EF4-FFF2-40B4-BE49-F238E27FC236}">
                <a16:creationId xmlns:a16="http://schemas.microsoft.com/office/drawing/2014/main" id="{90313B80-853B-F709-806F-8E179BD79961}"/>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Rectangle 27">
            <a:extLst>
              <a:ext uri="{FF2B5EF4-FFF2-40B4-BE49-F238E27FC236}">
                <a16:creationId xmlns:a16="http://schemas.microsoft.com/office/drawing/2014/main" id="{8E089B4B-7759-FC26-E743-1BB4ED2DC4EF}"/>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9" name="Oval 28">
            <a:extLst>
              <a:ext uri="{FF2B5EF4-FFF2-40B4-BE49-F238E27FC236}">
                <a16:creationId xmlns:a16="http://schemas.microsoft.com/office/drawing/2014/main" id="{61BAE7CA-CBF6-A3DB-A2DA-35B84373E338}"/>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700CBBD7-D816-1D89-9C94-19FE6ED24715}"/>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3" name="Oval 32">
            <a:extLst>
              <a:ext uri="{FF2B5EF4-FFF2-40B4-BE49-F238E27FC236}">
                <a16:creationId xmlns:a16="http://schemas.microsoft.com/office/drawing/2014/main" id="{D74E242D-9E7B-4FF9-71B5-2933030078F3}"/>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4" name="Oval 33">
            <a:extLst>
              <a:ext uri="{FF2B5EF4-FFF2-40B4-BE49-F238E27FC236}">
                <a16:creationId xmlns:a16="http://schemas.microsoft.com/office/drawing/2014/main" id="{944EFC89-26EB-161E-09E6-7C7406428AD0}"/>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5" name="Oval 34">
            <a:extLst>
              <a:ext uri="{FF2B5EF4-FFF2-40B4-BE49-F238E27FC236}">
                <a16:creationId xmlns:a16="http://schemas.microsoft.com/office/drawing/2014/main" id="{92F206E0-F7A8-E158-A9A1-4360D3E409E5}"/>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6" name="Oval 35">
            <a:extLst>
              <a:ext uri="{FF2B5EF4-FFF2-40B4-BE49-F238E27FC236}">
                <a16:creationId xmlns:a16="http://schemas.microsoft.com/office/drawing/2014/main" id="{90260AE6-6EE9-B897-EF92-FF27F89A3589}"/>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TextBox 24">
            <a:extLst>
              <a:ext uri="{FF2B5EF4-FFF2-40B4-BE49-F238E27FC236}">
                <a16:creationId xmlns:a16="http://schemas.microsoft.com/office/drawing/2014/main" id="{20F0875D-E85E-17EE-42EE-4E8D21832A35}"/>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75" name="Picture 25"/>
          <p:cNvPicPr>
            <a:picLocks noChangeAspect="1"/>
          </p:cNvPicPr>
          <p:nvPr/>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3AF83858-8E3D-967D-552C-AD22EA745CC8}"/>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5" name="Picture 2"/>
          <p:cNvPicPr>
            <a:picLocks noChangeAspect="1"/>
          </p:cNvPicPr>
          <p:nvPr/>
        </p:nvPicPr>
        <p:blipFill>
          <a:blip r:embed="rId3"/>
          <a:stretch>
            <a:fillRect/>
          </a:stretch>
        </p:blipFill>
        <p:spPr>
          <a:xfrm>
            <a:off x="10058114" y="6008023"/>
            <a:ext cx="1619889" cy="367538"/>
          </a:xfrm>
          <a:prstGeom prst="rect">
            <a:avLst/>
          </a:prstGeom>
        </p:spPr>
      </p:pic>
      <p:sp>
        <p:nvSpPr>
          <p:cNvPr id="7" name="Straight Connector 6">
            <a:extLst>
              <a:ext uri="{FF2B5EF4-FFF2-40B4-BE49-F238E27FC236}">
                <a16:creationId xmlns:a16="http://schemas.microsoft.com/office/drawing/2014/main" id="{2876CD24-F8B5-405B-925A-B2976EEBB6B6}"/>
              </a:ext>
            </a:extLst>
          </p:cNvPr>
          <p:cNvSpPr>
            <a:spLocks noGrp="1"/>
          </p:cNvSpPr>
          <p:nvPr/>
        </p:nv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sp>
      <p:sp>
        <p:nvSpPr>
          <p:cNvPr id="31" name="Footer Placeholder 30">
            <a:extLst>
              <a:ext uri="{FF2B5EF4-FFF2-40B4-BE49-F238E27FC236}">
                <a16:creationId xmlns:a16="http://schemas.microsoft.com/office/drawing/2014/main" id="{8DF6E636-ACE0-354E-AA46-45811ECA241D}"/>
              </a:ext>
            </a:extLst>
          </p:cNvPr>
          <p:cNvSpPr>
            <a:spLocks noGrp="1"/>
          </p:cNvSpPr>
          <p:nvPr>
            <p:ph type="ftr" idx="27"/>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idx="28"/>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ea typeface="+mj-lt"/>
                <a:cs typeface="+mj-lt"/>
              </a:defRPr>
            </a:lvl1pPr>
            <a:lvl2pPr marL="0" indent="0">
              <a:lnSpc>
                <a:spcPct val="95000"/>
              </a:lnSpc>
              <a:spcBef>
                <a:spcPts val="0"/>
              </a:spcBef>
              <a:spcAft>
                <a:spcPts val="0"/>
              </a:spcAft>
              <a:buNone/>
              <a:defRPr sz="4400" b="0" i="0" cap="none" baseline="0">
                <a:solidFill>
                  <a:schemeClr val="bg1"/>
                </a:solidFill>
                <a:latin typeface="Calibri"/>
                <a:ea typeface="Calibri"/>
                <a:cs typeface="Calibri"/>
              </a:defRPr>
            </a:lvl2pPr>
          </a:lstStyle>
          <a:p>
            <a:pPr lvl="0">
              <a:buNone/>
            </a:pPr>
            <a:r>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a:ea typeface="Calibri"/>
                <a:cs typeface="Calibri"/>
              </a:defRPr>
            </a:lvl1pPr>
            <a:lvl2pPr marL="0" indent="0">
              <a:spcAft>
                <a:spcPts val="4200"/>
              </a:spcAft>
              <a:buNone/>
              <a:defRPr sz="1800" b="0">
                <a:solidFill>
                  <a:schemeClr val="bg1"/>
                </a:solidFill>
                <a:latin typeface="Calibri"/>
                <a:ea typeface="Calibri"/>
                <a:cs typeface="Calibri"/>
              </a:defRPr>
            </a:lvl2pPr>
            <a:lvl3pPr marL="0" indent="0">
              <a:buFont typeface="Arial"/>
              <a:buNone/>
              <a:defRPr sz="1600">
                <a:solidFill>
                  <a:schemeClr val="bg1"/>
                </a:solidFill>
                <a:latin typeface="Calibri"/>
                <a:ea typeface="Calibri"/>
                <a:cs typeface="Calibri"/>
              </a:defRPr>
            </a:lvl3pPr>
            <a:lvl4pPr marL="0" indent="0">
              <a:buNone/>
              <a:defRPr sz="1400"/>
            </a:lvl4pPr>
            <a:lvl5pPr marL="0" indent="0">
              <a:buNone/>
              <a:defRPr sz="1400"/>
            </a:lvl5pPr>
          </a:lstStyle>
          <a:p>
            <a:pPr lvl="0">
              <a:buNone/>
            </a:pPr>
            <a:r>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Insert date</a:t>
            </a:r>
          </a:p>
        </p:txBody>
      </p:sp>
      <p:sp>
        <p:nvSpPr>
          <p:cNvPr id="38" name="TextBox 37">
            <a:extLst>
              <a:ext uri="{FF2B5EF4-FFF2-40B4-BE49-F238E27FC236}">
                <a16:creationId xmlns:a16="http://schemas.microsoft.com/office/drawing/2014/main" id="{CF857897-2467-412C-A1AE-8E0A4372B657}"/>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4" name="Oval 3">
            <a:extLst>
              <a:ext uri="{FF2B5EF4-FFF2-40B4-BE49-F238E27FC236}">
                <a16:creationId xmlns:a16="http://schemas.microsoft.com/office/drawing/2014/main" id="{2DC5FD08-94D2-9A23-70F3-F70B20D63BB2}"/>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 name="Oval 4">
            <a:extLst>
              <a:ext uri="{FF2B5EF4-FFF2-40B4-BE49-F238E27FC236}">
                <a16:creationId xmlns:a16="http://schemas.microsoft.com/office/drawing/2014/main" id="{B42AB681-C305-96BF-F84A-5F156B4AD5E9}"/>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C7A8388A-0B1A-D8C9-492E-9940A7B4EC6F}"/>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2" name="Rectangle 11">
            <a:extLst>
              <a:ext uri="{FF2B5EF4-FFF2-40B4-BE49-F238E27FC236}">
                <a16:creationId xmlns:a16="http://schemas.microsoft.com/office/drawing/2014/main" id="{84FF90D9-C687-E584-14D9-2DA3BD71EB54}"/>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3" name="Oval 12">
            <a:extLst>
              <a:ext uri="{FF2B5EF4-FFF2-40B4-BE49-F238E27FC236}">
                <a16:creationId xmlns:a16="http://schemas.microsoft.com/office/drawing/2014/main" id="{7C00DA16-3985-19A6-3FF2-543524359FD4}"/>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4" name="Oval 13">
            <a:extLst>
              <a:ext uri="{FF2B5EF4-FFF2-40B4-BE49-F238E27FC236}">
                <a16:creationId xmlns:a16="http://schemas.microsoft.com/office/drawing/2014/main" id="{3F4194BB-7C3E-0618-DC22-2BC5BA7BCCAA}"/>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5" name="Oval 14">
            <a:extLst>
              <a:ext uri="{FF2B5EF4-FFF2-40B4-BE49-F238E27FC236}">
                <a16:creationId xmlns:a16="http://schemas.microsoft.com/office/drawing/2014/main" id="{C1335D1B-21CE-3B35-7A18-DCE984C5724D}"/>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6" name="Oval 15">
            <a:extLst>
              <a:ext uri="{FF2B5EF4-FFF2-40B4-BE49-F238E27FC236}">
                <a16:creationId xmlns:a16="http://schemas.microsoft.com/office/drawing/2014/main" id="{7C3DAB00-41AA-69F4-DB44-C91058F8600B}"/>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Rectangle 20">
            <a:extLst>
              <a:ext uri="{FF2B5EF4-FFF2-40B4-BE49-F238E27FC236}">
                <a16:creationId xmlns:a16="http://schemas.microsoft.com/office/drawing/2014/main" id="{4314857C-1AFA-FB49-11D4-EAF8F7D37F99}"/>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2" name="Oval 21">
            <a:extLst>
              <a:ext uri="{FF2B5EF4-FFF2-40B4-BE49-F238E27FC236}">
                <a16:creationId xmlns:a16="http://schemas.microsoft.com/office/drawing/2014/main" id="{779498AD-DA3F-7D1D-8C8F-A383D337F178}"/>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Oval 22">
            <a:extLst>
              <a:ext uri="{FF2B5EF4-FFF2-40B4-BE49-F238E27FC236}">
                <a16:creationId xmlns:a16="http://schemas.microsoft.com/office/drawing/2014/main" id="{D7229907-5FC0-E714-7347-0447F9A534F8}"/>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4" name="Oval 23">
            <a:extLst>
              <a:ext uri="{FF2B5EF4-FFF2-40B4-BE49-F238E27FC236}">
                <a16:creationId xmlns:a16="http://schemas.microsoft.com/office/drawing/2014/main" id="{AF1F5258-7F60-5F61-F003-1AF0DA9C6B33}"/>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Oval 24">
            <a:extLst>
              <a:ext uri="{FF2B5EF4-FFF2-40B4-BE49-F238E27FC236}">
                <a16:creationId xmlns:a16="http://schemas.microsoft.com/office/drawing/2014/main" id="{25FB70DF-4970-40E2-AAC0-33B7069C923F}"/>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Oval 25">
            <a:extLst>
              <a:ext uri="{FF2B5EF4-FFF2-40B4-BE49-F238E27FC236}">
                <a16:creationId xmlns:a16="http://schemas.microsoft.com/office/drawing/2014/main" id="{8FB9D62E-6467-B7C6-B7D8-ED4C3ED2EB32}"/>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7" name="Oval 26">
            <a:extLst>
              <a:ext uri="{FF2B5EF4-FFF2-40B4-BE49-F238E27FC236}">
                <a16:creationId xmlns:a16="http://schemas.microsoft.com/office/drawing/2014/main" id="{DAC4E9C5-89DF-2A16-EBC9-BACF8318AB74}"/>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TextBox 17">
            <a:extLst>
              <a:ext uri="{FF2B5EF4-FFF2-40B4-BE49-F238E27FC236}">
                <a16:creationId xmlns:a16="http://schemas.microsoft.com/office/drawing/2014/main" id="{401E92EB-68F1-8150-5CA7-B6F3B112D2A6}"/>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70" name="Picture 18"/>
          <p:cNvPicPr>
            <a:picLocks noChangeAspect="1"/>
          </p:cNvPicPr>
          <p:nvPr/>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249C95BB-6AEE-4C94-675A-459D7D71B14E}"/>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Straight Connector 6">
            <a:extLst>
              <a:ext uri="{FF2B5EF4-FFF2-40B4-BE49-F238E27FC236}">
                <a16:creationId xmlns:a16="http://schemas.microsoft.com/office/drawing/2014/main" id="{C10A533D-E44A-402F-8927-BBB5C1F13141}"/>
              </a:ext>
            </a:extLst>
          </p:cNvPr>
          <p:cNvSpPr>
            <a:spLocks noGrp="1"/>
          </p:cNvSpPr>
          <p:nvPr/>
        </p:nv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sp>
      <p:sp>
        <p:nvSpPr>
          <p:cNvPr id="31" name="Footer Placeholder 30">
            <a:extLst>
              <a:ext uri="{FF2B5EF4-FFF2-40B4-BE49-F238E27FC236}">
                <a16:creationId xmlns:a16="http://schemas.microsoft.com/office/drawing/2014/main" id="{8DF6E636-ACE0-354E-AA46-45811ECA241D}"/>
              </a:ext>
            </a:extLst>
          </p:cNvPr>
          <p:cNvSpPr>
            <a:spLocks noGrp="1"/>
          </p:cNvSpPr>
          <p:nvPr>
            <p:ph type="ftr" idx="27"/>
          </p:nvPr>
        </p:nvSpPr>
        <p:spPr/>
        <p:txBody>
          <a:bodyPr/>
          <a:lstStyle/>
          <a:p>
            <a:r>
              <a:t>For Internal Use Only. © 2026 AVEVA Group Limited or its subsidiaries. All rights reserved.</a:t>
            </a:r>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idx="28"/>
          </p:nvPr>
        </p:nvSpPr>
        <p:spPr/>
        <p:txBody>
          <a:bodyPr/>
          <a:lstStyle/>
          <a:p>
            <a:fld id="{267CDB12-45E5-4FD7-AE50-9CB5AFC72BA1}" type="slidenum">
              <a:t>‹#›</a:t>
            </a:fld>
            <a:endParaRPr/>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ea typeface="+mj-lt"/>
                <a:cs typeface="+mj-lt"/>
              </a:defRPr>
            </a:lvl1pPr>
            <a:lvl2pPr marL="0" indent="0">
              <a:lnSpc>
                <a:spcPct val="95000"/>
              </a:lnSpc>
              <a:spcBef>
                <a:spcPts val="0"/>
              </a:spcBef>
              <a:spcAft>
                <a:spcPts val="0"/>
              </a:spcAft>
              <a:buNone/>
              <a:defRPr sz="4400" b="0" i="0" cap="none" baseline="0">
                <a:solidFill>
                  <a:schemeClr val="bg1"/>
                </a:solidFill>
                <a:latin typeface="Calibri"/>
                <a:ea typeface="Calibri"/>
                <a:cs typeface="Calibri"/>
              </a:defRPr>
            </a:lvl2pPr>
          </a:lstStyle>
          <a:p>
            <a:pPr lvl="0">
              <a:buNone/>
            </a:pPr>
            <a:r>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a:ea typeface="Calibri"/>
                <a:cs typeface="Calibri"/>
              </a:defRPr>
            </a:lvl1pPr>
            <a:lvl2pPr marL="0" indent="0">
              <a:spcAft>
                <a:spcPts val="4200"/>
              </a:spcAft>
              <a:buNone/>
              <a:defRPr sz="1800" b="0">
                <a:solidFill>
                  <a:schemeClr val="bg1"/>
                </a:solidFill>
                <a:latin typeface="Calibri"/>
                <a:ea typeface="Calibri"/>
                <a:cs typeface="Calibri"/>
              </a:defRPr>
            </a:lvl2pPr>
            <a:lvl3pPr marL="0" indent="0">
              <a:buFont typeface="Arial"/>
              <a:buNone/>
              <a:defRPr sz="1600">
                <a:solidFill>
                  <a:schemeClr val="bg1"/>
                </a:solidFill>
                <a:latin typeface="Calibri"/>
                <a:ea typeface="Calibri"/>
                <a:cs typeface="Calibri"/>
              </a:defRPr>
            </a:lvl3pPr>
            <a:lvl4pPr marL="0" indent="0">
              <a:buNone/>
              <a:defRPr sz="1400"/>
            </a:lvl4pPr>
            <a:lvl5pPr marL="0" indent="0">
              <a:buNone/>
              <a:defRPr sz="1400"/>
            </a:lvl5pPr>
          </a:lstStyle>
          <a:p>
            <a:pPr lvl="0">
              <a:buNone/>
            </a:pPr>
            <a:r>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Insert date</a:t>
            </a:r>
          </a:p>
        </p:txBody>
      </p:sp>
      <p:sp>
        <p:nvSpPr>
          <p:cNvPr id="38" name="TextBox 37">
            <a:extLst>
              <a:ext uri="{FF2B5EF4-FFF2-40B4-BE49-F238E27FC236}">
                <a16:creationId xmlns:a16="http://schemas.microsoft.com/office/drawing/2014/main" id="{CF857897-2467-412C-A1AE-8E0A4372B657}"/>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Freeform 5">
            <a:extLst>
              <a:ext uri="{FF2B5EF4-FFF2-40B4-BE49-F238E27FC236}">
                <a16:creationId xmlns:a16="http://schemas.microsoft.com/office/drawing/2014/main" id="{432AED36-6F8F-16CC-BC26-DC9BD7B5FA05}"/>
              </a:ext>
            </a:extLst>
          </p:cNvPr>
          <p:cNvSpPr>
            <a:spLocks noGrp="1"/>
          </p:cNvSpPr>
          <p:nvPr/>
        </p:nvSpPr>
        <p:spPr>
          <a:xfrm>
            <a:off x="10398128" y="6005505"/>
            <a:ext cx="323850" cy="37464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8" name="Freeform 6">
            <a:extLst>
              <a:ext uri="{FF2B5EF4-FFF2-40B4-BE49-F238E27FC236}">
                <a16:creationId xmlns:a16="http://schemas.microsoft.com/office/drawing/2014/main" id="{D8B5A6D3-4187-55A3-1E3F-7A9759EF52E6}"/>
              </a:ext>
            </a:extLst>
          </p:cNvPr>
          <p:cNvSpPr>
            <a:spLocks noGrp="1"/>
          </p:cNvSpPr>
          <p:nvPr/>
        </p:nvSpPr>
        <p:spPr>
          <a:xfrm>
            <a:off x="10058403" y="6005505"/>
            <a:ext cx="376237" cy="37464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2" name="Freeform 7">
            <a:extLst>
              <a:ext uri="{FF2B5EF4-FFF2-40B4-BE49-F238E27FC236}">
                <a16:creationId xmlns:a16="http://schemas.microsoft.com/office/drawing/2014/main" id="{5E404D09-6290-F93C-9198-DDD01CECE969}"/>
              </a:ext>
            </a:extLst>
          </p:cNvPr>
          <p:cNvSpPr>
            <a:spLocks noGrp="1"/>
          </p:cNvSpPr>
          <p:nvPr/>
        </p:nvSpPr>
        <p:spPr>
          <a:xfrm>
            <a:off x="11072815" y="6005505"/>
            <a:ext cx="325437" cy="37464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3" name="Freeform 8">
            <a:extLst>
              <a:ext uri="{FF2B5EF4-FFF2-40B4-BE49-F238E27FC236}">
                <a16:creationId xmlns:a16="http://schemas.microsoft.com/office/drawing/2014/main" id="{5FCE9A3D-D5A0-417F-CABC-21170B96E8EB}"/>
              </a:ext>
            </a:extLst>
          </p:cNvPr>
          <p:cNvSpPr>
            <a:spLocks noGrp="1"/>
          </p:cNvSpPr>
          <p:nvPr/>
        </p:nvSpPr>
        <p:spPr>
          <a:xfrm>
            <a:off x="11360153" y="6005505"/>
            <a:ext cx="325437" cy="37464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9">
            <a:extLst>
              <a:ext uri="{FF2B5EF4-FFF2-40B4-BE49-F238E27FC236}">
                <a16:creationId xmlns:a16="http://schemas.microsoft.com/office/drawing/2014/main" id="{F2B754DB-E65C-86FC-F1D3-D8BC8EBE4E20}"/>
              </a:ext>
            </a:extLst>
          </p:cNvPr>
          <p:cNvSpPr>
            <a:spLocks noGrp="1"/>
          </p:cNvSpPr>
          <p:nvPr/>
        </p:nvSpPr>
        <p:spPr>
          <a:xfrm>
            <a:off x="10775953" y="6005505"/>
            <a:ext cx="246062" cy="5397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10">
            <a:extLst>
              <a:ext uri="{FF2B5EF4-FFF2-40B4-BE49-F238E27FC236}">
                <a16:creationId xmlns:a16="http://schemas.microsoft.com/office/drawing/2014/main" id="{53DA9E59-B518-5AE8-D38C-842D27ABA2EB}"/>
              </a:ext>
            </a:extLst>
          </p:cNvPr>
          <p:cNvSpPr>
            <a:spLocks noGrp="1"/>
          </p:cNvSpPr>
          <p:nvPr/>
        </p:nvSpPr>
        <p:spPr>
          <a:xfrm>
            <a:off x="10775953" y="6164255"/>
            <a:ext cx="246062" cy="55562"/>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11">
            <a:extLst>
              <a:ext uri="{FF2B5EF4-FFF2-40B4-BE49-F238E27FC236}">
                <a16:creationId xmlns:a16="http://schemas.microsoft.com/office/drawing/2014/main" id="{C221E836-F8D6-03E0-BC27-8E895612A314}"/>
              </a:ext>
            </a:extLst>
          </p:cNvPr>
          <p:cNvSpPr>
            <a:spLocks noGrp="1"/>
          </p:cNvSpPr>
          <p:nvPr/>
        </p:nvSpPr>
        <p:spPr>
          <a:xfrm>
            <a:off x="10775953" y="6321417"/>
            <a:ext cx="246062" cy="55562"/>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4" name="Oval 3">
            <a:extLst>
              <a:ext uri="{FF2B5EF4-FFF2-40B4-BE49-F238E27FC236}">
                <a16:creationId xmlns:a16="http://schemas.microsoft.com/office/drawing/2014/main" id="{7E556AED-0BC9-A555-023A-7F03B8F427FE}"/>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7" name="Oval 16">
            <a:extLst>
              <a:ext uri="{FF2B5EF4-FFF2-40B4-BE49-F238E27FC236}">
                <a16:creationId xmlns:a16="http://schemas.microsoft.com/office/drawing/2014/main" id="{A2B66F6C-C064-8F26-A51B-AA68A78A0C7A}"/>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Oval 17">
            <a:extLst>
              <a:ext uri="{FF2B5EF4-FFF2-40B4-BE49-F238E27FC236}">
                <a16:creationId xmlns:a16="http://schemas.microsoft.com/office/drawing/2014/main" id="{411527AD-AA25-2B3A-074D-9781002BC17D}"/>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Rectangle 18">
            <a:extLst>
              <a:ext uri="{FF2B5EF4-FFF2-40B4-BE49-F238E27FC236}">
                <a16:creationId xmlns:a16="http://schemas.microsoft.com/office/drawing/2014/main" id="{3517C902-98B6-CA41-5B18-2D5DED574B69}"/>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20" name="Oval 19">
            <a:extLst>
              <a:ext uri="{FF2B5EF4-FFF2-40B4-BE49-F238E27FC236}">
                <a16:creationId xmlns:a16="http://schemas.microsoft.com/office/drawing/2014/main" id="{55248D1E-E0D9-20DE-DC59-82092505AB93}"/>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BF7B3C6D-CE80-4635-DABB-B66FAD4CA66A}"/>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2" name="Oval 21">
            <a:extLst>
              <a:ext uri="{FF2B5EF4-FFF2-40B4-BE49-F238E27FC236}">
                <a16:creationId xmlns:a16="http://schemas.microsoft.com/office/drawing/2014/main" id="{EA577FB0-F5C4-6838-B58E-421FF04F0ACD}"/>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Oval 22">
            <a:extLst>
              <a:ext uri="{FF2B5EF4-FFF2-40B4-BE49-F238E27FC236}">
                <a16:creationId xmlns:a16="http://schemas.microsoft.com/office/drawing/2014/main" id="{15F6F6FF-623A-FD92-E9A6-2B1C44A29EB0}"/>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Rectangle 27">
            <a:extLst>
              <a:ext uri="{FF2B5EF4-FFF2-40B4-BE49-F238E27FC236}">
                <a16:creationId xmlns:a16="http://schemas.microsoft.com/office/drawing/2014/main" id="{266B28EA-44EC-AA11-492D-E1CB7719DCA1}"/>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9" name="Oval 28">
            <a:extLst>
              <a:ext uri="{FF2B5EF4-FFF2-40B4-BE49-F238E27FC236}">
                <a16:creationId xmlns:a16="http://schemas.microsoft.com/office/drawing/2014/main" id="{459F5194-BF3E-0868-F248-937A3734305C}"/>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AF0D5640-CA70-6B81-CE5B-CF17945DEE19}"/>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3" name="Oval 32">
            <a:extLst>
              <a:ext uri="{FF2B5EF4-FFF2-40B4-BE49-F238E27FC236}">
                <a16:creationId xmlns:a16="http://schemas.microsoft.com/office/drawing/2014/main" id="{30E413CB-4B59-2356-0FDC-C8E04AC1D1B4}"/>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4" name="Oval 33">
            <a:extLst>
              <a:ext uri="{FF2B5EF4-FFF2-40B4-BE49-F238E27FC236}">
                <a16:creationId xmlns:a16="http://schemas.microsoft.com/office/drawing/2014/main" id="{37AA7973-C419-F781-2504-A18703BD88B9}"/>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5" name="Oval 34">
            <a:extLst>
              <a:ext uri="{FF2B5EF4-FFF2-40B4-BE49-F238E27FC236}">
                <a16:creationId xmlns:a16="http://schemas.microsoft.com/office/drawing/2014/main" id="{000A5912-9823-EC3C-B725-9AB750A80445}"/>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6" name="Oval 35">
            <a:extLst>
              <a:ext uri="{FF2B5EF4-FFF2-40B4-BE49-F238E27FC236}">
                <a16:creationId xmlns:a16="http://schemas.microsoft.com/office/drawing/2014/main" id="{0FCDDCAB-F1F0-18A2-EA65-2C19F77D7138}"/>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TextBox 24">
            <a:extLst>
              <a:ext uri="{FF2B5EF4-FFF2-40B4-BE49-F238E27FC236}">
                <a16:creationId xmlns:a16="http://schemas.microsoft.com/office/drawing/2014/main" id="{452B238D-D80D-1E52-409B-8EF64B83B68D}"/>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75" name="Picture 25"/>
          <p:cNvPicPr>
            <a:picLocks noChangeAspect="1"/>
          </p:cNvPicPr>
          <p:nvPr/>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B54B17A6-8D6F-F875-CAF0-183F2A86FD42}"/>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5" name="Picture 2"/>
          <p:cNvPicPr>
            <a:picLocks noChangeAspect="1"/>
          </p:cNvPicPr>
          <p:nvPr/>
        </p:nvPicPr>
        <p:blipFill>
          <a:blip r:embed="rId3"/>
          <a:stretch>
            <a:fillRect/>
          </a:stretch>
        </p:blipFill>
        <p:spPr>
          <a:xfrm>
            <a:off x="10058114" y="6008023"/>
            <a:ext cx="1619889" cy="367538"/>
          </a:xfrm>
          <a:prstGeom prst="rect">
            <a:avLst/>
          </a:prstGeom>
        </p:spPr>
      </p:pic>
      <p:sp>
        <p:nvSpPr>
          <p:cNvPr id="7" name="Straight Connector 6">
            <a:extLst>
              <a:ext uri="{FF2B5EF4-FFF2-40B4-BE49-F238E27FC236}">
                <a16:creationId xmlns:a16="http://schemas.microsoft.com/office/drawing/2014/main" id="{47E5521B-87CA-4778-9DB6-4FB0ED3B8C86}"/>
              </a:ext>
            </a:extLst>
          </p:cNvPr>
          <p:cNvSpPr>
            <a:spLocks noGrp="1"/>
          </p:cNvSpPr>
          <p:nvPr/>
        </p:nvSpPr>
        <p:spPr>
          <a:xfrm>
            <a:off x="612648" y="2605073"/>
            <a:ext cx="1371600" cy="0"/>
          </a:xfrm>
          <a:prstGeom prst="line">
            <a:avLst/>
          </a:prstGeom>
          <a:ln w="28575">
            <a:solidFill>
              <a:schemeClr val="bg1"/>
            </a:solidFill>
          </a:ln>
        </p:spPr>
        <p:style>
          <a:lnRef idx="1">
            <a:schemeClr val="accent4"/>
          </a:lnRef>
          <a:fillRef idx="0">
            <a:schemeClr val="accent4"/>
          </a:fillRef>
          <a:effectRef idx="0">
            <a:schemeClr val="accent4"/>
          </a:effectRef>
          <a:fontRef idx="minor">
            <a:schemeClr val="tx1"/>
          </a:fontRef>
        </p:style>
      </p:sp>
      <p:sp>
        <p:nvSpPr>
          <p:cNvPr id="31" name="Footer Placeholder 30">
            <a:extLst>
              <a:ext uri="{FF2B5EF4-FFF2-40B4-BE49-F238E27FC236}">
                <a16:creationId xmlns:a16="http://schemas.microsoft.com/office/drawing/2014/main" id="{8DF6E636-ACE0-354E-AA46-45811ECA241D}"/>
              </a:ext>
            </a:extLst>
          </p:cNvPr>
          <p:cNvSpPr>
            <a:spLocks noGrp="1"/>
          </p:cNvSpPr>
          <p:nvPr>
            <p:ph type="ftr" idx="27"/>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idx="28"/>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ea typeface="+mj-lt"/>
                <a:cs typeface="+mj-lt"/>
              </a:defRPr>
            </a:lvl1pPr>
            <a:lvl2pPr marL="0" indent="0">
              <a:lnSpc>
                <a:spcPct val="95000"/>
              </a:lnSpc>
              <a:spcBef>
                <a:spcPts val="0"/>
              </a:spcBef>
              <a:spcAft>
                <a:spcPts val="0"/>
              </a:spcAft>
              <a:buNone/>
              <a:defRPr sz="4400" b="0" i="0" cap="none" baseline="0">
                <a:solidFill>
                  <a:schemeClr val="bg1"/>
                </a:solidFill>
                <a:latin typeface="Calibri"/>
                <a:ea typeface="Calibri"/>
                <a:cs typeface="Calibri"/>
              </a:defRPr>
            </a:lvl2pPr>
          </a:lstStyle>
          <a:p>
            <a:pPr lvl="0">
              <a:buNone/>
            </a:pPr>
            <a:r>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a:ea typeface="Calibri"/>
                <a:cs typeface="Calibri"/>
              </a:defRPr>
            </a:lvl1pPr>
            <a:lvl2pPr marL="0" indent="0">
              <a:spcAft>
                <a:spcPts val="4200"/>
              </a:spcAft>
              <a:buNone/>
              <a:defRPr sz="1800" b="0">
                <a:solidFill>
                  <a:schemeClr val="bg1"/>
                </a:solidFill>
                <a:latin typeface="Calibri"/>
                <a:ea typeface="Calibri"/>
                <a:cs typeface="Calibri"/>
              </a:defRPr>
            </a:lvl2pPr>
            <a:lvl3pPr marL="0" indent="0">
              <a:buFont typeface="Arial"/>
              <a:buNone/>
              <a:defRPr sz="1600">
                <a:solidFill>
                  <a:schemeClr val="bg1"/>
                </a:solidFill>
                <a:latin typeface="Calibri"/>
                <a:ea typeface="Calibri"/>
                <a:cs typeface="Calibri"/>
              </a:defRPr>
            </a:lvl3pPr>
            <a:lvl4pPr marL="0" indent="0">
              <a:buNone/>
              <a:defRPr sz="1400"/>
            </a:lvl4pPr>
            <a:lvl5pPr marL="0" indent="0">
              <a:buNone/>
              <a:defRPr sz="1400"/>
            </a:lvl5pPr>
          </a:lstStyle>
          <a:p>
            <a:pPr lvl="0">
              <a:buNone/>
            </a:pPr>
            <a:r>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Insert date</a:t>
            </a:r>
          </a:p>
        </p:txBody>
      </p:sp>
      <p:sp>
        <p:nvSpPr>
          <p:cNvPr id="38" name="TextBox 37">
            <a:extLst>
              <a:ext uri="{FF2B5EF4-FFF2-40B4-BE49-F238E27FC236}">
                <a16:creationId xmlns:a16="http://schemas.microsoft.com/office/drawing/2014/main" id="{CF857897-2467-412C-A1AE-8E0A4372B657}"/>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4" name="Oval 3">
            <a:extLst>
              <a:ext uri="{FF2B5EF4-FFF2-40B4-BE49-F238E27FC236}">
                <a16:creationId xmlns:a16="http://schemas.microsoft.com/office/drawing/2014/main" id="{8244E7E1-160D-7DEA-925F-564D996CB952}"/>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 name="Oval 4">
            <a:extLst>
              <a:ext uri="{FF2B5EF4-FFF2-40B4-BE49-F238E27FC236}">
                <a16:creationId xmlns:a16="http://schemas.microsoft.com/office/drawing/2014/main" id="{3562CC96-D6B3-7452-C400-B268900F6038}"/>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3497C895-D4E9-5870-83E3-D05CE176A8E1}"/>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2" name="Rectangle 11">
            <a:extLst>
              <a:ext uri="{FF2B5EF4-FFF2-40B4-BE49-F238E27FC236}">
                <a16:creationId xmlns:a16="http://schemas.microsoft.com/office/drawing/2014/main" id="{8F26913F-9687-DFAA-5C91-38949DC1B832}"/>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3" name="Oval 12">
            <a:extLst>
              <a:ext uri="{FF2B5EF4-FFF2-40B4-BE49-F238E27FC236}">
                <a16:creationId xmlns:a16="http://schemas.microsoft.com/office/drawing/2014/main" id="{789B7971-5998-00D7-59B2-A9ADA5AE74EE}"/>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4" name="Oval 13">
            <a:extLst>
              <a:ext uri="{FF2B5EF4-FFF2-40B4-BE49-F238E27FC236}">
                <a16:creationId xmlns:a16="http://schemas.microsoft.com/office/drawing/2014/main" id="{8233E6AE-2D00-AFAC-713B-55D79F4208AC}"/>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5" name="Oval 14">
            <a:extLst>
              <a:ext uri="{FF2B5EF4-FFF2-40B4-BE49-F238E27FC236}">
                <a16:creationId xmlns:a16="http://schemas.microsoft.com/office/drawing/2014/main" id="{FB6C48B7-5664-029A-1911-5E452742DF8A}"/>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6" name="Oval 15">
            <a:extLst>
              <a:ext uri="{FF2B5EF4-FFF2-40B4-BE49-F238E27FC236}">
                <a16:creationId xmlns:a16="http://schemas.microsoft.com/office/drawing/2014/main" id="{D165DAAC-A0F7-E065-F775-DE3C4A207179}"/>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Rectangle 20">
            <a:extLst>
              <a:ext uri="{FF2B5EF4-FFF2-40B4-BE49-F238E27FC236}">
                <a16:creationId xmlns:a16="http://schemas.microsoft.com/office/drawing/2014/main" id="{E2DA88F8-EA9D-E2BF-94A0-5118A95BF1B5}"/>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2" name="Oval 21">
            <a:extLst>
              <a:ext uri="{FF2B5EF4-FFF2-40B4-BE49-F238E27FC236}">
                <a16:creationId xmlns:a16="http://schemas.microsoft.com/office/drawing/2014/main" id="{73204E29-49B4-DF8E-6172-689F2EAD9509}"/>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Oval 22">
            <a:extLst>
              <a:ext uri="{FF2B5EF4-FFF2-40B4-BE49-F238E27FC236}">
                <a16:creationId xmlns:a16="http://schemas.microsoft.com/office/drawing/2014/main" id="{AD559927-3C95-8D18-AF54-E76EEECC9DF1}"/>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4" name="Oval 23">
            <a:extLst>
              <a:ext uri="{FF2B5EF4-FFF2-40B4-BE49-F238E27FC236}">
                <a16:creationId xmlns:a16="http://schemas.microsoft.com/office/drawing/2014/main" id="{7700550A-41FB-B68E-C3E6-49BEE097D393}"/>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Oval 24">
            <a:extLst>
              <a:ext uri="{FF2B5EF4-FFF2-40B4-BE49-F238E27FC236}">
                <a16:creationId xmlns:a16="http://schemas.microsoft.com/office/drawing/2014/main" id="{16C227B6-DE74-1D10-FE18-275E23313A10}"/>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Oval 25">
            <a:extLst>
              <a:ext uri="{FF2B5EF4-FFF2-40B4-BE49-F238E27FC236}">
                <a16:creationId xmlns:a16="http://schemas.microsoft.com/office/drawing/2014/main" id="{C10DBFCB-65EA-D16D-990E-99AAAEAC395E}"/>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7" name="Oval 26">
            <a:extLst>
              <a:ext uri="{FF2B5EF4-FFF2-40B4-BE49-F238E27FC236}">
                <a16:creationId xmlns:a16="http://schemas.microsoft.com/office/drawing/2014/main" id="{A5B1E7D7-1548-2267-AF8F-2B1C7E4781E2}"/>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TextBox 17">
            <a:extLst>
              <a:ext uri="{FF2B5EF4-FFF2-40B4-BE49-F238E27FC236}">
                <a16:creationId xmlns:a16="http://schemas.microsoft.com/office/drawing/2014/main" id="{422969AB-B644-7851-6A26-0E6BE05AA73F}"/>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70" name="Picture 18"/>
          <p:cNvPicPr>
            <a:picLocks noChangeAspect="1"/>
          </p:cNvPicPr>
          <p:nvPr/>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1DE6E5C7-5EB6-2FC1-6F1F-4F60970ACCB1}"/>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Straight Connector 6">
            <a:extLst>
              <a:ext uri="{FF2B5EF4-FFF2-40B4-BE49-F238E27FC236}">
                <a16:creationId xmlns:a16="http://schemas.microsoft.com/office/drawing/2014/main" id="{C6D0F31A-B70C-49EA-A97F-5AC7B99E0619}"/>
              </a:ext>
            </a:extLst>
          </p:cNvPr>
          <p:cNvSpPr>
            <a:spLocks noGrp="1"/>
          </p:cNvSpPr>
          <p:nvPr/>
        </p:nv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sp>
      <p:sp>
        <p:nvSpPr>
          <p:cNvPr id="31" name="Footer Placeholder 30">
            <a:extLst>
              <a:ext uri="{FF2B5EF4-FFF2-40B4-BE49-F238E27FC236}">
                <a16:creationId xmlns:a16="http://schemas.microsoft.com/office/drawing/2014/main" id="{8DF6E636-ACE0-354E-AA46-45811ECA241D}"/>
              </a:ext>
            </a:extLst>
          </p:cNvPr>
          <p:cNvSpPr>
            <a:spLocks noGrp="1"/>
          </p:cNvSpPr>
          <p:nvPr>
            <p:ph type="ftr" idx="27"/>
          </p:nvPr>
        </p:nvSpPr>
        <p:spPr/>
        <p:txBody>
          <a:bodyPr/>
          <a:lstStyle/>
          <a:p>
            <a:r>
              <a:t>For Internal Use Only. © 2026 AVEVA Group Limited or its subsidiaries. All rights reserved.</a:t>
            </a:r>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idx="28"/>
          </p:nvPr>
        </p:nvSpPr>
        <p:spPr/>
        <p:txBody>
          <a:bodyPr/>
          <a:lstStyle/>
          <a:p>
            <a:fld id="{267CDB12-45E5-4FD7-AE50-9CB5AFC72BA1}" type="slidenum">
              <a:t>‹#›</a:t>
            </a:fld>
            <a:endParaRPr/>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ea typeface="+mj-lt"/>
                <a:cs typeface="+mj-lt"/>
              </a:defRPr>
            </a:lvl1pPr>
            <a:lvl2pPr marL="0" indent="0">
              <a:lnSpc>
                <a:spcPct val="95000"/>
              </a:lnSpc>
              <a:spcBef>
                <a:spcPts val="0"/>
              </a:spcBef>
              <a:spcAft>
                <a:spcPts val="0"/>
              </a:spcAft>
              <a:buNone/>
              <a:defRPr sz="4400" b="0" i="0" cap="none" baseline="0">
                <a:solidFill>
                  <a:schemeClr val="bg1"/>
                </a:solidFill>
                <a:latin typeface="Calibri"/>
                <a:ea typeface="Calibri"/>
                <a:cs typeface="Calibri"/>
              </a:defRPr>
            </a:lvl2pPr>
          </a:lstStyle>
          <a:p>
            <a:pPr lvl="0">
              <a:buNone/>
            </a:pPr>
            <a:r>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a:ea typeface="Calibri"/>
                <a:cs typeface="Calibri"/>
              </a:defRPr>
            </a:lvl1pPr>
            <a:lvl2pPr marL="0" indent="0">
              <a:spcAft>
                <a:spcPts val="4200"/>
              </a:spcAft>
              <a:buNone/>
              <a:defRPr sz="1800" b="0">
                <a:solidFill>
                  <a:schemeClr val="bg1"/>
                </a:solidFill>
                <a:latin typeface="Calibri"/>
                <a:ea typeface="Calibri"/>
                <a:cs typeface="Calibri"/>
              </a:defRPr>
            </a:lvl2pPr>
            <a:lvl3pPr marL="0" indent="0">
              <a:buFont typeface="Arial"/>
              <a:buNone/>
              <a:defRPr sz="1600">
                <a:solidFill>
                  <a:schemeClr val="bg1"/>
                </a:solidFill>
                <a:latin typeface="Calibri"/>
                <a:ea typeface="Calibri"/>
                <a:cs typeface="Calibri"/>
              </a:defRPr>
            </a:lvl3pPr>
            <a:lvl4pPr marL="0" indent="0">
              <a:buNone/>
              <a:defRPr sz="1400"/>
            </a:lvl4pPr>
            <a:lvl5pPr marL="0" indent="0">
              <a:buNone/>
              <a:defRPr sz="1400"/>
            </a:lvl5pPr>
          </a:lstStyle>
          <a:p>
            <a:pPr lvl="0">
              <a:buNone/>
            </a:pPr>
            <a:r>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ea typeface="+mn-lt"/>
                <a:cs typeface="+mn-lt"/>
              </a:defRPr>
            </a:lvl1pPr>
            <a:lvl2pPr marL="0" indent="0">
              <a:spcAft>
                <a:spcPts val="4200"/>
              </a:spcAft>
              <a:buNone/>
              <a:defRPr b="0">
                <a:solidFill>
                  <a:schemeClr val="bg1"/>
                </a:solidFill>
                <a:latin typeface="Calibri"/>
                <a:ea typeface="Calibri"/>
                <a:cs typeface="Calibri"/>
              </a:defRPr>
            </a:lvl2pPr>
            <a:lvl3pPr marL="0" indent="0">
              <a:buFont typeface="Arial"/>
              <a:buNone/>
              <a:defRPr sz="1400">
                <a:solidFill>
                  <a:schemeClr val="bg1"/>
                </a:solidFill>
                <a:latin typeface="Calibri"/>
                <a:ea typeface="Calibri"/>
                <a:cs typeface="Calibri"/>
              </a:defRPr>
            </a:lvl3pPr>
            <a:lvl4pPr marL="0" indent="0">
              <a:buNone/>
              <a:defRPr sz="1400"/>
            </a:lvl4pPr>
            <a:lvl5pPr marL="0" indent="0">
              <a:buNone/>
              <a:defRPr sz="1400"/>
            </a:lvl5pPr>
          </a:lstStyle>
          <a:p>
            <a:pPr lvl="0">
              <a:buNone/>
            </a:pPr>
            <a:r>
              <a:t>Insert date</a:t>
            </a:r>
          </a:p>
        </p:txBody>
      </p:sp>
      <p:sp>
        <p:nvSpPr>
          <p:cNvPr id="38" name="TextBox 37">
            <a:extLst>
              <a:ext uri="{FF2B5EF4-FFF2-40B4-BE49-F238E27FC236}">
                <a16:creationId xmlns:a16="http://schemas.microsoft.com/office/drawing/2014/main" id="{CF857897-2467-412C-A1AE-8E0A4372B657}"/>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Freeform 5">
            <a:extLst>
              <a:ext uri="{FF2B5EF4-FFF2-40B4-BE49-F238E27FC236}">
                <a16:creationId xmlns:a16="http://schemas.microsoft.com/office/drawing/2014/main" id="{432AED36-6F8F-16CC-BC26-DC9BD7B5FA05}"/>
              </a:ext>
            </a:extLst>
          </p:cNvPr>
          <p:cNvSpPr>
            <a:spLocks noGrp="1"/>
          </p:cNvSpPr>
          <p:nvPr/>
        </p:nvSpPr>
        <p:spPr>
          <a:xfrm>
            <a:off x="10398128" y="6005505"/>
            <a:ext cx="323850" cy="37464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8" name="Freeform 6">
            <a:extLst>
              <a:ext uri="{FF2B5EF4-FFF2-40B4-BE49-F238E27FC236}">
                <a16:creationId xmlns:a16="http://schemas.microsoft.com/office/drawing/2014/main" id="{D8B5A6D3-4187-55A3-1E3F-7A9759EF52E6}"/>
              </a:ext>
            </a:extLst>
          </p:cNvPr>
          <p:cNvSpPr>
            <a:spLocks noGrp="1"/>
          </p:cNvSpPr>
          <p:nvPr/>
        </p:nvSpPr>
        <p:spPr>
          <a:xfrm>
            <a:off x="10058403" y="6005505"/>
            <a:ext cx="376237" cy="37464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2" name="Freeform 7">
            <a:extLst>
              <a:ext uri="{FF2B5EF4-FFF2-40B4-BE49-F238E27FC236}">
                <a16:creationId xmlns:a16="http://schemas.microsoft.com/office/drawing/2014/main" id="{5E404D09-6290-F93C-9198-DDD01CECE969}"/>
              </a:ext>
            </a:extLst>
          </p:cNvPr>
          <p:cNvSpPr>
            <a:spLocks noGrp="1"/>
          </p:cNvSpPr>
          <p:nvPr/>
        </p:nvSpPr>
        <p:spPr>
          <a:xfrm>
            <a:off x="11072815" y="6005505"/>
            <a:ext cx="325437" cy="37464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3" name="Freeform 8">
            <a:extLst>
              <a:ext uri="{FF2B5EF4-FFF2-40B4-BE49-F238E27FC236}">
                <a16:creationId xmlns:a16="http://schemas.microsoft.com/office/drawing/2014/main" id="{5FCE9A3D-D5A0-417F-CABC-21170B96E8EB}"/>
              </a:ext>
            </a:extLst>
          </p:cNvPr>
          <p:cNvSpPr>
            <a:spLocks noGrp="1"/>
          </p:cNvSpPr>
          <p:nvPr/>
        </p:nvSpPr>
        <p:spPr>
          <a:xfrm>
            <a:off x="11360153" y="6005505"/>
            <a:ext cx="325437" cy="37464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9">
            <a:extLst>
              <a:ext uri="{FF2B5EF4-FFF2-40B4-BE49-F238E27FC236}">
                <a16:creationId xmlns:a16="http://schemas.microsoft.com/office/drawing/2014/main" id="{F2B754DB-E65C-86FC-F1D3-D8BC8EBE4E20}"/>
              </a:ext>
            </a:extLst>
          </p:cNvPr>
          <p:cNvSpPr>
            <a:spLocks noGrp="1"/>
          </p:cNvSpPr>
          <p:nvPr/>
        </p:nvSpPr>
        <p:spPr>
          <a:xfrm>
            <a:off x="10775953" y="6005505"/>
            <a:ext cx="246062" cy="5397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10">
            <a:extLst>
              <a:ext uri="{FF2B5EF4-FFF2-40B4-BE49-F238E27FC236}">
                <a16:creationId xmlns:a16="http://schemas.microsoft.com/office/drawing/2014/main" id="{53DA9E59-B518-5AE8-D38C-842D27ABA2EB}"/>
              </a:ext>
            </a:extLst>
          </p:cNvPr>
          <p:cNvSpPr>
            <a:spLocks noGrp="1"/>
          </p:cNvSpPr>
          <p:nvPr/>
        </p:nvSpPr>
        <p:spPr>
          <a:xfrm>
            <a:off x="10775953" y="6164255"/>
            <a:ext cx="246062" cy="55562"/>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11">
            <a:extLst>
              <a:ext uri="{FF2B5EF4-FFF2-40B4-BE49-F238E27FC236}">
                <a16:creationId xmlns:a16="http://schemas.microsoft.com/office/drawing/2014/main" id="{C221E836-F8D6-03E0-BC27-8E895612A314}"/>
              </a:ext>
            </a:extLst>
          </p:cNvPr>
          <p:cNvSpPr>
            <a:spLocks noGrp="1"/>
          </p:cNvSpPr>
          <p:nvPr/>
        </p:nvSpPr>
        <p:spPr>
          <a:xfrm>
            <a:off x="10775953" y="6321417"/>
            <a:ext cx="246062" cy="55562"/>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4" name="Oval 3">
            <a:extLst>
              <a:ext uri="{FF2B5EF4-FFF2-40B4-BE49-F238E27FC236}">
                <a16:creationId xmlns:a16="http://schemas.microsoft.com/office/drawing/2014/main" id="{B861035C-6256-4B83-C809-7367D997DB42}"/>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7" name="Oval 16">
            <a:extLst>
              <a:ext uri="{FF2B5EF4-FFF2-40B4-BE49-F238E27FC236}">
                <a16:creationId xmlns:a16="http://schemas.microsoft.com/office/drawing/2014/main" id="{B06E2FA5-3AB5-5FA4-59AE-6CEDAF5ED999}"/>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Oval 17">
            <a:extLst>
              <a:ext uri="{FF2B5EF4-FFF2-40B4-BE49-F238E27FC236}">
                <a16:creationId xmlns:a16="http://schemas.microsoft.com/office/drawing/2014/main" id="{D3EB64F5-EC27-D793-150E-ED9B1BCF2073}"/>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Rectangle 18">
            <a:extLst>
              <a:ext uri="{FF2B5EF4-FFF2-40B4-BE49-F238E27FC236}">
                <a16:creationId xmlns:a16="http://schemas.microsoft.com/office/drawing/2014/main" id="{8E576E75-ADB6-029A-F13C-36846BE8FEA3}"/>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20" name="Oval 19">
            <a:extLst>
              <a:ext uri="{FF2B5EF4-FFF2-40B4-BE49-F238E27FC236}">
                <a16:creationId xmlns:a16="http://schemas.microsoft.com/office/drawing/2014/main" id="{3FB7ED2E-5424-7E3A-EB6D-B27F053F6947}"/>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B952C188-F320-2932-0EC9-2231DA7764E7}"/>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2" name="Oval 21">
            <a:extLst>
              <a:ext uri="{FF2B5EF4-FFF2-40B4-BE49-F238E27FC236}">
                <a16:creationId xmlns:a16="http://schemas.microsoft.com/office/drawing/2014/main" id="{6AB1B1A5-99E6-2A15-7EE0-53425D0E2902}"/>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Oval 22">
            <a:extLst>
              <a:ext uri="{FF2B5EF4-FFF2-40B4-BE49-F238E27FC236}">
                <a16:creationId xmlns:a16="http://schemas.microsoft.com/office/drawing/2014/main" id="{34731D13-BB5D-A3F6-92DC-BAE9C571E6F4}"/>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Rectangle 27">
            <a:extLst>
              <a:ext uri="{FF2B5EF4-FFF2-40B4-BE49-F238E27FC236}">
                <a16:creationId xmlns:a16="http://schemas.microsoft.com/office/drawing/2014/main" id="{3E1B2AAA-F8BE-F9BB-9FB0-D238E2464488}"/>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9" name="Oval 28">
            <a:extLst>
              <a:ext uri="{FF2B5EF4-FFF2-40B4-BE49-F238E27FC236}">
                <a16:creationId xmlns:a16="http://schemas.microsoft.com/office/drawing/2014/main" id="{DF4DDD6F-4676-C319-EC62-5D873CA7CC9C}"/>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268B32FB-D40C-9DCB-FBB2-515FE7EEF1F0}"/>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3" name="Oval 32">
            <a:extLst>
              <a:ext uri="{FF2B5EF4-FFF2-40B4-BE49-F238E27FC236}">
                <a16:creationId xmlns:a16="http://schemas.microsoft.com/office/drawing/2014/main" id="{92E9B7C9-3AAC-5258-DF37-227021B05C37}"/>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4" name="Oval 33">
            <a:extLst>
              <a:ext uri="{FF2B5EF4-FFF2-40B4-BE49-F238E27FC236}">
                <a16:creationId xmlns:a16="http://schemas.microsoft.com/office/drawing/2014/main" id="{15A30D35-08F2-C7CA-B226-865780885338}"/>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5" name="Oval 34">
            <a:extLst>
              <a:ext uri="{FF2B5EF4-FFF2-40B4-BE49-F238E27FC236}">
                <a16:creationId xmlns:a16="http://schemas.microsoft.com/office/drawing/2014/main" id="{08635C1A-2B30-F074-95E4-9FA875DFAA3C}"/>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6" name="Oval 35">
            <a:extLst>
              <a:ext uri="{FF2B5EF4-FFF2-40B4-BE49-F238E27FC236}">
                <a16:creationId xmlns:a16="http://schemas.microsoft.com/office/drawing/2014/main" id="{0F52C815-C6FC-60C8-D7B4-79025C453DB2}"/>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TextBox 24">
            <a:extLst>
              <a:ext uri="{FF2B5EF4-FFF2-40B4-BE49-F238E27FC236}">
                <a16:creationId xmlns:a16="http://schemas.microsoft.com/office/drawing/2014/main" id="{ED1216EF-0021-E1F4-8B09-CCB7D621759D}"/>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75" name="Picture 25"/>
          <p:cNvPicPr>
            <a:picLocks noChangeAspect="1"/>
          </p:cNvPicPr>
          <p:nvPr/>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57E177AB-50C7-9DD2-4A2A-1E97CB10C068}"/>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5806F1F3-03E3-8747-AF82-D17D58B1C693}"/>
              </a:ext>
            </a:extLst>
          </p:cNvPr>
          <p:cNvSpPr>
            <a:spLocks noGrp="1"/>
          </p:cNvSpPr>
          <p:nvPr>
            <p:ph type="body" idx="13" hasCustomPrompt="1"/>
          </p:nvPr>
        </p:nvSpPr>
        <p:spPr>
          <a:xfrm>
            <a:off x="609600" y="1130705"/>
            <a:ext cx="10972800" cy="320040"/>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6" name="Title 5">
            <a:extLst>
              <a:ext uri="{FF2B5EF4-FFF2-40B4-BE49-F238E27FC236}">
                <a16:creationId xmlns:a16="http://schemas.microsoft.com/office/drawing/2014/main" id="{1E174FCC-E1DA-0547-B958-1E077E3F4848}"/>
              </a:ext>
            </a:extLst>
          </p:cNvPr>
          <p:cNvSpPr>
            <a:spLocks noGrp="1"/>
          </p:cNvSpPr>
          <p:nvPr>
            <p:ph type="title"/>
          </p:nvPr>
        </p:nvSpPr>
        <p:spPr/>
        <p:txBody>
          <a:bodyPr/>
          <a:lstStyle/>
          <a:p>
            <a:r>
              <a:t>Click to edit Master title style</a:t>
            </a:r>
          </a:p>
        </p:txBody>
      </p:sp>
      <p:sp>
        <p:nvSpPr>
          <p:cNvPr id="10" name="Content Placeholder 9">
            <a:extLst>
              <a:ext uri="{FF2B5EF4-FFF2-40B4-BE49-F238E27FC236}">
                <a16:creationId xmlns:a16="http://schemas.microsoft.com/office/drawing/2014/main" id="{E104F8C8-AE65-4D38-A94D-DAF87B0AE1F9}"/>
              </a:ext>
            </a:extLst>
          </p:cNvPr>
          <p:cNvSpPr>
            <a:spLocks noGrp="1"/>
          </p:cNvSpPr>
          <p:nvPr>
            <p:ph idx="20"/>
          </p:nvPr>
        </p:nvSpPr>
        <p:spPr>
          <a:xfrm>
            <a:off x="609600" y="1628775"/>
            <a:ext cx="10972800" cy="4434332"/>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9F287778-0117-EA47-9FF4-1F5A7F66EE46}"/>
              </a:ext>
            </a:extLst>
          </p:cNvPr>
          <p:cNvSpPr>
            <a:spLocks noGrp="1"/>
          </p:cNvSpPr>
          <p:nvPr>
            <p:ph type="ftr" idx="22"/>
          </p:nvPr>
        </p:nvSpPr>
        <p:spPr/>
        <p:txBody>
          <a:bodyPr/>
          <a:lstStyle/>
          <a:p>
            <a:r>
              <a:t>For Internal Use Only. © 2026 AVEVA Group Limited or its subsidiaries. All rights reserved.</a:t>
            </a:r>
          </a:p>
        </p:txBody>
      </p:sp>
      <p:sp>
        <p:nvSpPr>
          <p:cNvPr id="11" name="Slide Number Placeholder 10">
            <a:extLst>
              <a:ext uri="{FF2B5EF4-FFF2-40B4-BE49-F238E27FC236}">
                <a16:creationId xmlns:a16="http://schemas.microsoft.com/office/drawing/2014/main" id="{F8E8988F-294C-1140-AA84-8CFAB9AAA608}"/>
              </a:ext>
            </a:extLst>
          </p:cNvPr>
          <p:cNvSpPr>
            <a:spLocks noGrp="1"/>
          </p:cNvSpPr>
          <p:nvPr>
            <p:ph type="sldNum" idx="23"/>
          </p:nvPr>
        </p:nvSpPr>
        <p:spPr/>
        <p:txBody>
          <a:bodyPr/>
          <a:lstStyle/>
          <a:p>
            <a:fld id="{267CDB12-45E5-4FD7-AE50-9CB5AFC72BA1}"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3F65973C-9F27-4BDC-978F-2360481FC588}"/>
              </a:ext>
            </a:extLst>
          </p:cNvPr>
          <p:cNvSpPr>
            <a:spLocks noGrp="1"/>
          </p:cNvSpPr>
          <p:nvPr>
            <p:ph type="body" idx="18" hasCustomPrompt="1"/>
          </p:nvPr>
        </p:nvSpPr>
        <p:spPr>
          <a:xfrm>
            <a:off x="611123" y="2747266"/>
            <a:ext cx="7030213" cy="1097257"/>
          </a:xfrm>
        </p:spPr>
        <p:txBody>
          <a:bodyPr>
            <a:noAutofit/>
          </a:bodyPr>
          <a:lstStyle>
            <a:lvl1pPr marL="0" indent="0">
              <a:lnSpc>
                <a:spcPct val="80000"/>
              </a:lnSpc>
              <a:spcAft>
                <a:spcPts val="0"/>
              </a:spcAft>
              <a:buNone/>
              <a:defRPr sz="4400">
                <a:solidFill>
                  <a:schemeClr val="bg1"/>
                </a:solidFill>
                <a:latin typeface="+mj-lt"/>
                <a:ea typeface="+mj-lt"/>
                <a:cs typeface="+mj-lt"/>
              </a:defRPr>
            </a:lvl1pPr>
          </a:lstStyle>
          <a:p>
            <a:pPr lvl="0">
              <a:buNone/>
            </a:pPr>
            <a:r>
              <a:t>Section Title</a:t>
            </a:r>
          </a:p>
        </p:txBody>
      </p:sp>
      <p:pic>
        <p:nvPicPr>
          <p:cNvPr id="72" name="Picture 2"/>
          <p:cNvPicPr>
            <a:picLocks noChangeAspect="1"/>
          </p:cNvPicPr>
          <p:nvPr/>
        </p:nvPicPr>
        <p:blipFill>
          <a:blip r:embed="rId2"/>
          <a:stretch>
            <a:fillRect/>
          </a:stretch>
        </p:blipFill>
        <p:spPr>
          <a:xfrm>
            <a:off x="10058114" y="6008023"/>
            <a:ext cx="1619889" cy="367538"/>
          </a:xfrm>
          <a:prstGeom prst="rect">
            <a:avLst/>
          </a:prstGeom>
        </p:spPr>
      </p:pic>
      <p:sp>
        <p:nvSpPr>
          <p:cNvPr id="13" name="Text Placeholder 12">
            <a:extLst>
              <a:ext uri="{FF2B5EF4-FFF2-40B4-BE49-F238E27FC236}">
                <a16:creationId xmlns:a16="http://schemas.microsoft.com/office/drawing/2014/main" id="{8ECE5A20-4227-E348-84F8-A5D40EA906CE}"/>
              </a:ext>
            </a:extLst>
          </p:cNvPr>
          <p:cNvSpPr>
            <a:spLocks noGrp="1"/>
          </p:cNvSpPr>
          <p:nvPr>
            <p:ph type="body" idx="25" hasCustomPrompt="1"/>
          </p:nvPr>
        </p:nvSpPr>
        <p:spPr>
          <a:xfrm>
            <a:off x="609600" y="2136775"/>
            <a:ext cx="2974975" cy="268288"/>
          </a:xfrm>
        </p:spPr>
        <p:txBody>
          <a:bodyPr anchor="b"/>
          <a:lstStyle>
            <a:lvl1pPr marL="0" indent="0">
              <a:buNone/>
              <a:defRPr sz="1600" cap="all" baseline="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buNone/>
            </a:pPr>
            <a:r>
              <a:t>OPTIONAL SUBHEAD</a:t>
            </a:r>
          </a:p>
        </p:txBody>
      </p:sp>
      <p:sp>
        <p:nvSpPr>
          <p:cNvPr id="10" name="Straight Connector 9">
            <a:extLst>
              <a:ext uri="{FF2B5EF4-FFF2-40B4-BE49-F238E27FC236}">
                <a16:creationId xmlns:a16="http://schemas.microsoft.com/office/drawing/2014/main" id="{7ACCCDE5-72EE-425B-B94E-E570B0E47361}"/>
              </a:ext>
            </a:extLst>
          </p:cNvPr>
          <p:cNvSpPr>
            <a:spLocks noGrp="1"/>
          </p:cNvSpPr>
          <p:nvPr/>
        </p:nv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sp>
      <p:sp>
        <p:nvSpPr>
          <p:cNvPr id="6" name="Footer Placeholder 5">
            <a:extLst>
              <a:ext uri="{FF2B5EF4-FFF2-40B4-BE49-F238E27FC236}">
                <a16:creationId xmlns:a16="http://schemas.microsoft.com/office/drawing/2014/main" id="{BD00CE0C-A135-EE4B-9D26-C36649B40438}"/>
              </a:ext>
            </a:extLst>
          </p:cNvPr>
          <p:cNvSpPr>
            <a:spLocks noGrp="1"/>
          </p:cNvSpPr>
          <p:nvPr>
            <p:ph type="ftr" idx="27"/>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7" name="Slide Number Placeholder 6">
            <a:extLst>
              <a:ext uri="{FF2B5EF4-FFF2-40B4-BE49-F238E27FC236}">
                <a16:creationId xmlns:a16="http://schemas.microsoft.com/office/drawing/2014/main" id="{125C5431-793E-2D44-B54B-4F081016BC06}"/>
              </a:ext>
            </a:extLst>
          </p:cNvPr>
          <p:cNvSpPr>
            <a:spLocks noGrp="1"/>
          </p:cNvSpPr>
          <p:nvPr>
            <p:ph type="sldNum" idx="28"/>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68" name="TextBox 67">
            <a:extLst>
              <a:ext uri="{FF2B5EF4-FFF2-40B4-BE49-F238E27FC236}">
                <a16:creationId xmlns:a16="http://schemas.microsoft.com/office/drawing/2014/main" id="{F751043D-25C7-491B-8BF0-2CF990585DAB}"/>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9" name="Text Placeholder 8">
            <a:extLst>
              <a:ext uri="{FF2B5EF4-FFF2-40B4-BE49-F238E27FC236}">
                <a16:creationId xmlns:a16="http://schemas.microsoft.com/office/drawing/2014/main" id="{6F91CB7C-EFD4-4859-82A0-A288D8A8E895}"/>
              </a:ext>
            </a:extLst>
          </p:cNvPr>
          <p:cNvSpPr>
            <a:spLocks noGrp="1"/>
          </p:cNvSpPr>
          <p:nvPr>
            <p:ph type="body" idx="29" hasCustomPrompt="1"/>
          </p:nvPr>
        </p:nvSpPr>
        <p:spPr>
          <a:xfrm>
            <a:off x="609600" y="4024499"/>
            <a:ext cx="5944152" cy="360049"/>
          </a:xfrm>
        </p:spPr>
        <p:txBody>
          <a:bodyPr>
            <a:noAutofit/>
          </a:bodyPr>
          <a:lstStyle>
            <a:lvl1pPr marL="0" indent="0">
              <a:buNone/>
              <a:defRPr sz="1800">
                <a:solidFill>
                  <a:schemeClr val="bg1"/>
                </a:solidFill>
                <a:latin typeface="+mj-lt"/>
                <a:ea typeface="+mj-lt"/>
                <a:cs typeface="+mj-lt"/>
              </a:defRPr>
            </a:lvl1pPr>
            <a:lvl2pPr marL="182880" indent="0">
              <a:buNone/>
              <a:defRPr>
                <a:latin typeface="+mj-lt"/>
                <a:ea typeface="+mj-lt"/>
                <a:cs typeface="+mj-lt"/>
              </a:defRPr>
            </a:lvl2pPr>
            <a:lvl3pPr marL="365760" indent="0">
              <a:buNone/>
              <a:defRPr>
                <a:latin typeface="+mj-lt"/>
                <a:ea typeface="+mj-lt"/>
                <a:cs typeface="+mj-lt"/>
              </a:defRPr>
            </a:lvl3pPr>
            <a:lvl4pPr marL="548640" indent="0">
              <a:buNone/>
              <a:defRPr>
                <a:latin typeface="+mj-lt"/>
                <a:ea typeface="+mj-lt"/>
                <a:cs typeface="+mj-lt"/>
              </a:defRPr>
            </a:lvl4pPr>
            <a:lvl5pPr marL="731520" indent="0">
              <a:buNone/>
              <a:defRPr>
                <a:latin typeface="+mj-lt"/>
                <a:ea typeface="+mj-lt"/>
                <a:cs typeface="+mj-lt"/>
              </a:defRPr>
            </a:lvl5pPr>
          </a:lstStyle>
          <a:p>
            <a:pPr lvl="0">
              <a:buNone/>
            </a:pPr>
            <a:r>
              <a:t>Optional Subtitle</a:t>
            </a:r>
          </a:p>
        </p:txBody>
      </p:sp>
      <p:sp>
        <p:nvSpPr>
          <p:cNvPr id="4" name="Oval 3">
            <a:extLst>
              <a:ext uri="{FF2B5EF4-FFF2-40B4-BE49-F238E27FC236}">
                <a16:creationId xmlns:a16="http://schemas.microsoft.com/office/drawing/2014/main" id="{98A9948F-C040-4200-8A84-B36B742B840D}"/>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 name="Oval 4">
            <a:extLst>
              <a:ext uri="{FF2B5EF4-FFF2-40B4-BE49-F238E27FC236}">
                <a16:creationId xmlns:a16="http://schemas.microsoft.com/office/drawing/2014/main" id="{173F0076-DD50-B39B-8319-BB90C96BB5D6}"/>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18F9BBF1-0D6B-7004-4835-5B447B50E000}"/>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Rectangle 10">
            <a:extLst>
              <a:ext uri="{FF2B5EF4-FFF2-40B4-BE49-F238E27FC236}">
                <a16:creationId xmlns:a16="http://schemas.microsoft.com/office/drawing/2014/main" id="{E3BD1A76-B4D9-7F6A-78F5-C4BF8AE67D45}"/>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2" name="Oval 11">
            <a:extLst>
              <a:ext uri="{FF2B5EF4-FFF2-40B4-BE49-F238E27FC236}">
                <a16:creationId xmlns:a16="http://schemas.microsoft.com/office/drawing/2014/main" id="{D2F550C2-E06A-BD17-92AD-6FFD1CEE8AF8}"/>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4" name="Oval 13">
            <a:extLst>
              <a:ext uri="{FF2B5EF4-FFF2-40B4-BE49-F238E27FC236}">
                <a16:creationId xmlns:a16="http://schemas.microsoft.com/office/drawing/2014/main" id="{97B1C58B-014B-FFC9-F535-892351D5A89E}"/>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5" name="Oval 14">
            <a:extLst>
              <a:ext uri="{FF2B5EF4-FFF2-40B4-BE49-F238E27FC236}">
                <a16:creationId xmlns:a16="http://schemas.microsoft.com/office/drawing/2014/main" id="{FAF98087-395B-FEF8-6219-49DD6507A03F}"/>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6" name="Oval 15">
            <a:extLst>
              <a:ext uri="{FF2B5EF4-FFF2-40B4-BE49-F238E27FC236}">
                <a16:creationId xmlns:a16="http://schemas.microsoft.com/office/drawing/2014/main" id="{DCEA54A7-A9DD-BB17-6BAF-3C37448D472C}"/>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Rectangle 20">
            <a:extLst>
              <a:ext uri="{FF2B5EF4-FFF2-40B4-BE49-F238E27FC236}">
                <a16:creationId xmlns:a16="http://schemas.microsoft.com/office/drawing/2014/main" id="{3ADD7D40-FA6C-A23E-11F6-3740934C21AA}"/>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2" name="Oval 21">
            <a:extLst>
              <a:ext uri="{FF2B5EF4-FFF2-40B4-BE49-F238E27FC236}">
                <a16:creationId xmlns:a16="http://schemas.microsoft.com/office/drawing/2014/main" id="{D9A6FF7E-9DEC-635F-19B5-AFEAA233E1A4}"/>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Oval 22">
            <a:extLst>
              <a:ext uri="{FF2B5EF4-FFF2-40B4-BE49-F238E27FC236}">
                <a16:creationId xmlns:a16="http://schemas.microsoft.com/office/drawing/2014/main" id="{F6D6AD7F-F93D-FAAE-C6DB-8ED98082E16B}"/>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Oval 24">
            <a:extLst>
              <a:ext uri="{FF2B5EF4-FFF2-40B4-BE49-F238E27FC236}">
                <a16:creationId xmlns:a16="http://schemas.microsoft.com/office/drawing/2014/main" id="{7281DC3D-3BA4-D6E0-2A84-28ACD8168C02}"/>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Oval 25">
            <a:extLst>
              <a:ext uri="{FF2B5EF4-FFF2-40B4-BE49-F238E27FC236}">
                <a16:creationId xmlns:a16="http://schemas.microsoft.com/office/drawing/2014/main" id="{259B74CF-28B3-FBB0-80C8-B6B561043144}"/>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7" name="Oval 26">
            <a:extLst>
              <a:ext uri="{FF2B5EF4-FFF2-40B4-BE49-F238E27FC236}">
                <a16:creationId xmlns:a16="http://schemas.microsoft.com/office/drawing/2014/main" id="{113D234A-C9BF-8506-0774-EA1FA5129738}"/>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5A9E69F4-BC45-EEE1-B70E-63B7E79764CE}"/>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TextBox 17">
            <a:extLst>
              <a:ext uri="{FF2B5EF4-FFF2-40B4-BE49-F238E27FC236}">
                <a16:creationId xmlns:a16="http://schemas.microsoft.com/office/drawing/2014/main" id="{50FBBAA0-61D8-7B90-6D67-0B2B78ED04DC}"/>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5" name="Picture 18"/>
          <p:cNvPicPr>
            <a:picLocks noChangeAspect="1"/>
          </p:cNvPicPr>
          <p:nvPr/>
        </p:nvPicPr>
        <p:blipFill>
          <a:blip r:embed="rId3"/>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E01D33F0-D59C-B251-89A8-F733FBCBA9FB}"/>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0C55CF-34F5-4087-9E3E-2F3C0AC7401F}"/>
              </a:ext>
            </a:extLst>
          </p:cNvPr>
          <p:cNvSpPr>
            <a:spLocks noGrp="1"/>
          </p:cNvSpPr>
          <p:nvPr/>
        </p:nvSpPr>
        <p:spPr>
          <a:xfrm>
            <a:off x="0" y="0"/>
            <a:ext cx="4064000" cy="6858000"/>
          </a:xfrm>
          <a:prstGeom prst="rect">
            <a:avLst/>
          </a:prstGeom>
          <a:gradFill>
            <a:gsLst>
              <a:gs pos="11000">
                <a:schemeClr val="tx2"/>
              </a:gs>
              <a:gs pos="10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idx="17" hasCustomPrompt="1"/>
          </p:nvPr>
        </p:nvSpPr>
        <p:spPr>
          <a:xfrm>
            <a:off x="609600" y="2139696"/>
            <a:ext cx="3061674" cy="269316"/>
          </a:xfrm>
        </p:spPr>
        <p:txBody>
          <a:bodyPr anchor="b"/>
          <a:lstStyle>
            <a:lvl1pPr marL="0" indent="0">
              <a:buNone/>
              <a:defRPr sz="1600" cap="all" baseline="0">
                <a:solidFill>
                  <a:schemeClr val="bg1"/>
                </a:solidFill>
                <a:latin typeface="+mn-lt"/>
                <a:ea typeface="+mn-lt"/>
                <a:cs typeface="+mn-lt"/>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buNone/>
            </a:pPr>
            <a:r>
              <a:t>Optional text</a:t>
            </a:r>
          </a:p>
        </p:txBody>
      </p:sp>
      <p:sp>
        <p:nvSpPr>
          <p:cNvPr id="2" name="Title 1">
            <a:extLst>
              <a:ext uri="{FF2B5EF4-FFF2-40B4-BE49-F238E27FC236}">
                <a16:creationId xmlns:a16="http://schemas.microsoft.com/office/drawing/2014/main" id="{02F60D76-C300-439F-917D-70A7B9C699B8}"/>
              </a:ext>
            </a:extLst>
          </p:cNvPr>
          <p:cNvSpPr>
            <a:spLocks noGrp="1"/>
          </p:cNvSpPr>
          <p:nvPr>
            <p:ph type="title" hasCustomPrompt="1"/>
          </p:nvPr>
        </p:nvSpPr>
        <p:spPr>
          <a:xfrm>
            <a:off x="609600" y="2752344"/>
            <a:ext cx="3063240" cy="1097280"/>
          </a:xfrm>
        </p:spPr>
        <p:txBody>
          <a:bodyPr anchor="t">
            <a:normAutofit/>
          </a:bodyPr>
          <a:lstStyle>
            <a:lvl1pPr>
              <a:lnSpc>
                <a:spcPct val="95000"/>
              </a:lnSpc>
              <a:buNone/>
              <a:defRPr sz="4400">
                <a:solidFill>
                  <a:schemeClr val="bg1"/>
                </a:solidFill>
                <a:latin typeface="+mj-lt"/>
                <a:ea typeface="+mj-lt"/>
                <a:cs typeface="+mj-lt"/>
              </a:defRPr>
            </a:lvl1pPr>
          </a:lstStyle>
          <a:p>
            <a:r>
              <a:t>Agenda</a:t>
            </a:r>
          </a:p>
        </p:txBody>
      </p:sp>
      <p:sp>
        <p:nvSpPr>
          <p:cNvPr id="20" name="Text Placeholder 3">
            <a:extLst>
              <a:ext uri="{FF2B5EF4-FFF2-40B4-BE49-F238E27FC236}">
                <a16:creationId xmlns:a16="http://schemas.microsoft.com/office/drawing/2014/main" id="{FCEA9E68-34AF-7647-96D6-0A437B189096}"/>
              </a:ext>
            </a:extLst>
          </p:cNvPr>
          <p:cNvSpPr>
            <a:spLocks noGrp="1"/>
          </p:cNvSpPr>
          <p:nvPr>
            <p:ph type="body" idx="45"/>
          </p:nvPr>
        </p:nvSpPr>
        <p:spPr>
          <a:xfrm>
            <a:off x="4450630" y="805099"/>
            <a:ext cx="7128722" cy="4901434"/>
          </a:xfrm>
        </p:spPr>
        <p:txBody>
          <a:bodyPr anchor="ctr"/>
          <a:lstStyle>
            <a:lvl1pPr marL="27432" indent="0">
              <a:lnSpc>
                <a:spcPct val="90000"/>
              </a:lnSpc>
              <a:spcBef>
                <a:spcPts val="600"/>
              </a:spcBef>
              <a:spcAft>
                <a:spcPts val="600"/>
              </a:spcAft>
              <a:buNone/>
              <a:defRPr sz="2400">
                <a:solidFill>
                  <a:schemeClr val="accent1"/>
                </a:solidFill>
                <a:latin typeface="+mj-lt"/>
                <a:ea typeface="+mj-lt"/>
                <a:cs typeface="+mj-lt"/>
              </a:defRPr>
            </a:lvl1pPr>
            <a:lvl2pPr marL="171450" indent="0">
              <a:lnSpc>
                <a:spcPct val="90000"/>
              </a:lnSpc>
              <a:spcBef>
                <a:spcPts val="0"/>
              </a:spcBef>
              <a:spcAft>
                <a:spcPts val="600"/>
              </a:spcAft>
              <a:buNone/>
              <a:defRPr/>
            </a:lvl2pPr>
            <a:lvl3pPr marL="293688" indent="0">
              <a:buNone/>
              <a:defRPr/>
            </a:lvl3pPr>
          </a:lstStyle>
          <a:p>
            <a:pPr lvl="0">
              <a:buNone/>
            </a:pPr>
            <a:r>
              <a:t>Click to edit Master text styles</a:t>
            </a:r>
          </a:p>
          <a:p>
            <a:pPr lvl="1">
              <a:buNone/>
            </a:pPr>
            <a:r>
              <a:t>Second level</a:t>
            </a:r>
          </a:p>
          <a:p>
            <a:pPr lvl="2">
              <a:buNone/>
            </a:pPr>
            <a:r>
              <a:t>Third level</a:t>
            </a:r>
          </a:p>
        </p:txBody>
      </p:sp>
      <p:sp>
        <p:nvSpPr>
          <p:cNvPr id="11" name="Text Placeholder 23">
            <a:extLst>
              <a:ext uri="{FF2B5EF4-FFF2-40B4-BE49-F238E27FC236}">
                <a16:creationId xmlns:a16="http://schemas.microsoft.com/office/drawing/2014/main" id="{158C488F-4D79-CB43-8415-FE12678527AF}"/>
              </a:ext>
            </a:extLst>
          </p:cNvPr>
          <p:cNvSpPr>
            <a:spLocks noGrp="1"/>
          </p:cNvSpPr>
          <p:nvPr>
            <p:ph type="body" idx="18" hasCustomPrompt="1"/>
          </p:nvPr>
        </p:nvSpPr>
        <p:spPr>
          <a:xfrm>
            <a:off x="612649" y="4020694"/>
            <a:ext cx="3058626" cy="352417"/>
          </a:xfrm>
        </p:spPr>
        <p:txBody>
          <a:bodyPr/>
          <a:lstStyle>
            <a:lvl1pPr marL="0" indent="0">
              <a:buNone/>
              <a:defRPr sz="1800">
                <a:solidFill>
                  <a:schemeClr val="bg1"/>
                </a:solidFill>
                <a:latin typeface="+mn-lt"/>
                <a:ea typeface="+mn-lt"/>
                <a:cs typeface="+mn-lt"/>
              </a:defRPr>
            </a:lvl1pPr>
          </a:lstStyle>
          <a:p>
            <a:pPr lvl="0">
              <a:buNone/>
            </a:pPr>
            <a:r>
              <a:t>Optional Subtitle</a:t>
            </a:r>
          </a:p>
        </p:txBody>
      </p:sp>
      <p:sp>
        <p:nvSpPr>
          <p:cNvPr id="12" name="Straight Connector 11">
            <a:extLst>
              <a:ext uri="{FF2B5EF4-FFF2-40B4-BE49-F238E27FC236}">
                <a16:creationId xmlns:a16="http://schemas.microsoft.com/office/drawing/2014/main" id="{E1C15063-15A8-474F-ADAD-8596BB49123B}"/>
              </a:ext>
            </a:extLst>
          </p:cNvPr>
          <p:cNvSpPr>
            <a:spLocks noGrp="1"/>
          </p:cNvSpPr>
          <p:nvPr/>
        </p:nv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sp>
      <p:sp>
        <p:nvSpPr>
          <p:cNvPr id="3" name="Footer Placeholder 5">
            <a:extLst>
              <a:ext uri="{FF2B5EF4-FFF2-40B4-BE49-F238E27FC236}">
                <a16:creationId xmlns:a16="http://schemas.microsoft.com/office/drawing/2014/main" id="{19F2BAD6-1DA8-22D9-BE4B-B922C2E133E4}"/>
              </a:ext>
            </a:extLst>
          </p:cNvPr>
          <p:cNvSpPr>
            <a:spLocks noGrp="1"/>
          </p:cNvSpPr>
          <p:nvPr>
            <p:ph type="ftr" idx="27"/>
          </p:nvPr>
        </p:nvSpPr>
        <p:spPr>
          <a:xfrm>
            <a:off x="612648" y="6256544"/>
            <a:ext cx="7187184" cy="322056"/>
          </a:xfrm>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4" name="Slide Number Placeholder 6">
            <a:extLst>
              <a:ext uri="{FF2B5EF4-FFF2-40B4-BE49-F238E27FC236}">
                <a16:creationId xmlns:a16="http://schemas.microsoft.com/office/drawing/2014/main" id="{98AD8337-C44E-D39F-E227-D8C3598F41C4}"/>
              </a:ext>
            </a:extLst>
          </p:cNvPr>
          <p:cNvSpPr>
            <a:spLocks noGrp="1"/>
          </p:cNvSpPr>
          <p:nvPr>
            <p:ph type="sldNum" idx="28"/>
          </p:nvPr>
        </p:nvSpPr>
        <p:spPr>
          <a:xfrm>
            <a:off x="252000" y="6398600"/>
            <a:ext cx="216000" cy="180000"/>
          </a:xfrm>
        </p:spPr>
        <p:txBody>
          <a:bodyPr/>
          <a:lstStyle>
            <a:lvl1pPr>
              <a:buNone/>
              <a:defRPr>
                <a:solidFill>
                  <a:schemeClr val="bg1">
                    <a:lumMod val="75000"/>
                  </a:schemeClr>
                </a:solidFill>
              </a:defRPr>
            </a:lvl1pPr>
          </a:lstStyle>
          <a:p>
            <a:fld id="{267CDB12-45E5-4FD7-AE50-9CB5AFC72BA1}"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t>Click to edit Master title style</a:t>
            </a:r>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idx="21"/>
          </p:nvPr>
        </p:nvSpPr>
        <p:spPr/>
        <p:txBody>
          <a:bodyPr/>
          <a:lstStyle/>
          <a:p>
            <a:r>
              <a:t>For Internal Use Only. © 2026 AVEVA Group Limited or its subsidiaries. All rights reserved.</a:t>
            </a:r>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idx="22"/>
          </p:nvPr>
        </p:nvSpPr>
        <p:spPr/>
        <p:txBody>
          <a:bodyPr/>
          <a:lstStyle/>
          <a:p>
            <a:fld id="{267CDB12-45E5-4FD7-AE50-9CB5AFC72BA1}" type="slidenum">
              <a:t>‹#›</a:t>
            </a:fld>
            <a:endParaRPr/>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idx="23"/>
          </p:nvPr>
        </p:nvSpPr>
        <p:spPr>
          <a:xfrm>
            <a:off x="609600" y="1628774"/>
            <a:ext cx="5214730" cy="442912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idx="24"/>
          </p:nvPr>
        </p:nvSpPr>
        <p:spPr>
          <a:xfrm>
            <a:off x="6367669" y="1628774"/>
            <a:ext cx="5214730" cy="442912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t>Click to edit Master title style</a:t>
            </a:r>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idx="21"/>
          </p:nvPr>
        </p:nvSpPr>
        <p:spPr/>
        <p:txBody>
          <a:bodyPr/>
          <a:lstStyle/>
          <a:p>
            <a:r>
              <a:t>For Internal Use Only. © 2026 AVEVA Group Limited or its subsidiaries. All rights reserved.</a:t>
            </a:r>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idx="22"/>
          </p:nvPr>
        </p:nvSpPr>
        <p:spPr/>
        <p:txBody>
          <a:bodyPr/>
          <a:lstStyle/>
          <a:p>
            <a:fld id="{267CDB12-45E5-4FD7-AE50-9CB5AFC72BA1}" type="slidenum">
              <a:t>‹#›</a:t>
            </a:fld>
            <a:endParaRPr/>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idx="23"/>
          </p:nvPr>
        </p:nvSpPr>
        <p:spPr>
          <a:xfrm>
            <a:off x="609600" y="1628774"/>
            <a:ext cx="3538728" cy="442912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idx="24"/>
          </p:nvPr>
        </p:nvSpPr>
        <p:spPr>
          <a:xfrm>
            <a:off x="4325112" y="1628774"/>
            <a:ext cx="3538728" cy="442912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Content Placeholder 11">
            <a:extLst>
              <a:ext uri="{FF2B5EF4-FFF2-40B4-BE49-F238E27FC236}">
                <a16:creationId xmlns:a16="http://schemas.microsoft.com/office/drawing/2014/main" id="{36AFC88D-8686-482D-A9EA-FDFE4646E929}"/>
              </a:ext>
            </a:extLst>
          </p:cNvPr>
          <p:cNvSpPr>
            <a:spLocks noGrp="1"/>
          </p:cNvSpPr>
          <p:nvPr>
            <p:ph idx="25"/>
          </p:nvPr>
        </p:nvSpPr>
        <p:spPr>
          <a:xfrm>
            <a:off x="8046720" y="1628774"/>
            <a:ext cx="3538728" cy="442912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Capti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812B75-7FE4-C143-BD4E-335D298AAC2D}"/>
              </a:ext>
            </a:extLst>
          </p:cNvPr>
          <p:cNvSpPr>
            <a:spLocks noGrp="1"/>
          </p:cNvSpPr>
          <p:nvPr>
            <p:ph type="body" idx="13" hasCustomPrompt="1"/>
          </p:nvPr>
        </p:nvSpPr>
        <p:spPr>
          <a:xfrm>
            <a:off x="609600" y="1120767"/>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16" name="Content Placeholder 3">
            <a:extLst>
              <a:ext uri="{FF2B5EF4-FFF2-40B4-BE49-F238E27FC236}">
                <a16:creationId xmlns:a16="http://schemas.microsoft.com/office/drawing/2014/main" id="{7D186497-357B-4F1B-9C0C-F903BE1357D8}"/>
              </a:ext>
            </a:extLst>
          </p:cNvPr>
          <p:cNvSpPr>
            <a:spLocks noGrp="1"/>
          </p:cNvSpPr>
          <p:nvPr>
            <p:ph idx="18" hasCustomPrompt="1"/>
          </p:nvPr>
        </p:nvSpPr>
        <p:spPr>
          <a:xfrm>
            <a:off x="609599" y="1628775"/>
            <a:ext cx="7266941" cy="4429125"/>
          </a:xfrm>
        </p:spPr>
        <p:txBody>
          <a:bodyPr anchor="ctr"/>
          <a:lstStyle>
            <a:lvl1pPr marL="0" indent="0" algn="ctr">
              <a:buFont typeface="Arial"/>
              <a:buNone/>
              <a:defRPr sz="2300" kern="1200">
                <a:solidFill>
                  <a:schemeClr val="tx1"/>
                </a:solidFill>
                <a:latin typeface="+mn-lt"/>
                <a:ea typeface="+mn-lt"/>
                <a:cs typeface="+mn-lt"/>
              </a:defRPr>
            </a:lvl1pPr>
          </a:lstStyle>
          <a:p>
            <a:pPr lvl="0">
              <a:buNone/>
            </a:pPr>
            <a:r>
              <a:t>Click icon to </a:t>
            </a:r>
            <a:br/>
            <a:r>
              <a:t>add object</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idx="15" hasCustomPrompt="1"/>
          </p:nvPr>
        </p:nvSpPr>
        <p:spPr>
          <a:xfrm>
            <a:off x="8253729" y="1637919"/>
            <a:ext cx="3328672" cy="1080000"/>
          </a:xfrm>
        </p:spPr>
        <p:txBody>
          <a:bodyPr tIns="91440">
            <a:noAutofit/>
          </a:bodyPr>
          <a:lstStyle>
            <a:lvl1pPr marL="18288" indent="0">
              <a:lnSpc>
                <a:spcPct val="90000"/>
              </a:lnSpc>
              <a:spcAft>
                <a:spcPts val="300"/>
              </a:spcAft>
              <a:buNone/>
              <a:defRPr sz="1800" b="0" cap="all" baseline="0">
                <a:solidFill>
                  <a:schemeClr val="accent1"/>
                </a:solidFill>
                <a:latin typeface="+mn-lt"/>
                <a:ea typeface="+mn-lt"/>
                <a:cs typeface="+mn-lt"/>
              </a:defRPr>
            </a:lvl1pPr>
            <a:lvl2pPr marL="18288" indent="0">
              <a:lnSpc>
                <a:spcPct val="90000"/>
              </a:lnSpc>
              <a:spcBef>
                <a:spcPts val="0"/>
              </a:spcBef>
              <a:spcAft>
                <a:spcPts val="300"/>
              </a:spcAft>
              <a:buNone/>
              <a:defRPr sz="1600" b="0" cap="none" baseline="0">
                <a:solidFill>
                  <a:schemeClr val="tx1"/>
                </a:solidFill>
                <a:latin typeface="+mn-lt"/>
                <a:ea typeface="+mn-lt"/>
                <a:cs typeface="+mn-lt"/>
              </a:defRPr>
            </a:lvl2pPr>
            <a:lvl3pPr marL="18288" indent="0">
              <a:lnSpc>
                <a:spcPct val="90000"/>
              </a:lnSpc>
              <a:spcBef>
                <a:spcPts val="0"/>
              </a:spcBef>
              <a:spcAft>
                <a:spcPts val="300"/>
              </a:spcAft>
              <a:buNone/>
              <a:defRPr sz="1400">
                <a:solidFill>
                  <a:schemeClr val="tx1"/>
                </a:solidFill>
                <a:latin typeface="+mn-lt"/>
                <a:ea typeface="+mn-lt"/>
                <a:cs typeface="+mn-lt"/>
              </a:defRPr>
            </a:lvl3pPr>
          </a:lstStyle>
          <a:p>
            <a:pPr lvl="0">
              <a:buNone/>
            </a:pPr>
            <a:r>
              <a:t>Edit Master text styles</a:t>
            </a:r>
          </a:p>
          <a:p>
            <a:pPr lvl="1">
              <a:buNone/>
            </a:pPr>
            <a:r>
              <a:t>Second level</a:t>
            </a:r>
          </a:p>
          <a:p>
            <a:pPr lvl="2">
              <a:buNone/>
            </a:pPr>
            <a:r>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idx="16" hasCustomPrompt="1"/>
          </p:nvPr>
        </p:nvSpPr>
        <p:spPr>
          <a:xfrm>
            <a:off x="8253729" y="3046095"/>
            <a:ext cx="3328672" cy="1080000"/>
          </a:xfrm>
        </p:spPr>
        <p:txBody>
          <a:bodyPr>
            <a:noAutofit/>
          </a:bodyPr>
          <a:lstStyle>
            <a:lvl1pPr marL="18288" indent="0">
              <a:lnSpc>
                <a:spcPct val="90000"/>
              </a:lnSpc>
              <a:spcAft>
                <a:spcPts val="300"/>
              </a:spcAft>
              <a:buNone/>
              <a:defRPr sz="1800" b="0" cap="all" baseline="0">
                <a:solidFill>
                  <a:schemeClr val="accent1"/>
                </a:solidFill>
                <a:latin typeface="+mn-lt"/>
                <a:ea typeface="+mn-lt"/>
                <a:cs typeface="+mn-lt"/>
              </a:defRPr>
            </a:lvl1pPr>
            <a:lvl2pPr marL="18288" indent="0" algn="l">
              <a:lnSpc>
                <a:spcPct val="90000"/>
              </a:lnSpc>
              <a:spcBef>
                <a:spcPts val="0"/>
              </a:spcBef>
              <a:spcAft>
                <a:spcPts val="300"/>
              </a:spcAft>
              <a:buNone/>
              <a:defRPr sz="1600" b="0" cap="none" baseline="0">
                <a:solidFill>
                  <a:schemeClr val="tx1"/>
                </a:solidFill>
                <a:latin typeface="+mn-lt"/>
                <a:ea typeface="+mn-lt"/>
                <a:cs typeface="+mn-lt"/>
              </a:defRPr>
            </a:lvl2pPr>
            <a:lvl3pPr marL="18288" indent="0">
              <a:lnSpc>
                <a:spcPct val="90000"/>
              </a:lnSpc>
              <a:spcBef>
                <a:spcPts val="0"/>
              </a:spcBef>
              <a:spcAft>
                <a:spcPts val="300"/>
              </a:spcAft>
              <a:buNone/>
              <a:defRPr sz="1400">
                <a:solidFill>
                  <a:schemeClr val="tx1"/>
                </a:solidFill>
                <a:latin typeface="+mn-lt"/>
                <a:ea typeface="+mn-lt"/>
                <a:cs typeface="+mn-lt"/>
              </a:defRPr>
            </a:lvl3pPr>
          </a:lstStyle>
          <a:p>
            <a:pPr lvl="0">
              <a:buNone/>
            </a:pPr>
            <a:r>
              <a:t>Edit Master text styles</a:t>
            </a:r>
          </a:p>
          <a:p>
            <a:pPr lvl="1">
              <a:buNone/>
            </a:pPr>
            <a:r>
              <a:t>Second level</a:t>
            </a:r>
          </a:p>
          <a:p>
            <a:pPr lvl="2">
              <a:buNone/>
            </a:pPr>
            <a:r>
              <a:t>Third level</a:t>
            </a:r>
          </a:p>
        </p:txBody>
      </p:sp>
      <p:sp>
        <p:nvSpPr>
          <p:cNvPr id="6" name="Title 5">
            <a:extLst>
              <a:ext uri="{FF2B5EF4-FFF2-40B4-BE49-F238E27FC236}">
                <a16:creationId xmlns:a16="http://schemas.microsoft.com/office/drawing/2014/main" id="{31CD2555-A8C6-0847-9C61-2C0C2C2289C4}"/>
              </a:ext>
            </a:extLst>
          </p:cNvPr>
          <p:cNvSpPr>
            <a:spLocks noGrp="1"/>
          </p:cNvSpPr>
          <p:nvPr>
            <p:ph type="title"/>
          </p:nvPr>
        </p:nvSpPr>
        <p:spPr/>
        <p:txBody>
          <a:bodyPr/>
          <a:lstStyle/>
          <a:p>
            <a:r>
              <a:t>Click to edit Master title style</a:t>
            </a:r>
          </a:p>
        </p:txBody>
      </p:sp>
      <p:sp>
        <p:nvSpPr>
          <p:cNvPr id="7" name="Footer Placeholder 6">
            <a:extLst>
              <a:ext uri="{FF2B5EF4-FFF2-40B4-BE49-F238E27FC236}">
                <a16:creationId xmlns:a16="http://schemas.microsoft.com/office/drawing/2014/main" id="{BE0D1227-9172-074E-B1B8-EDC39F2A0169}"/>
              </a:ext>
            </a:extLst>
          </p:cNvPr>
          <p:cNvSpPr>
            <a:spLocks noGrp="1"/>
          </p:cNvSpPr>
          <p:nvPr>
            <p:ph type="ftr" idx="20"/>
          </p:nvPr>
        </p:nvSpPr>
        <p:spPr/>
        <p:txBody>
          <a:bodyPr/>
          <a:lstStyle/>
          <a:p>
            <a:r>
              <a:t>For Internal Use Only. © 2026 AVEVA Group Limited or its subsidiaries. All rights reserved.</a:t>
            </a:r>
          </a:p>
        </p:txBody>
      </p:sp>
      <p:sp>
        <p:nvSpPr>
          <p:cNvPr id="9" name="Slide Number Placeholder 8">
            <a:extLst>
              <a:ext uri="{FF2B5EF4-FFF2-40B4-BE49-F238E27FC236}">
                <a16:creationId xmlns:a16="http://schemas.microsoft.com/office/drawing/2014/main" id="{F281C14A-1F69-5C41-A0B5-C2383F1AA8DC}"/>
              </a:ext>
            </a:extLst>
          </p:cNvPr>
          <p:cNvSpPr>
            <a:spLocks noGrp="1"/>
          </p:cNvSpPr>
          <p:nvPr>
            <p:ph type="sldNum" idx="21"/>
          </p:nvPr>
        </p:nvSpPr>
        <p:spPr/>
        <p:txBody>
          <a:bodyPr/>
          <a:lstStyle/>
          <a:p>
            <a:fld id="{267CDB12-45E5-4FD7-AE50-9CB5AFC72BA1}"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ption and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62527-69C2-1545-8A37-DF14098EE150}"/>
              </a:ext>
            </a:extLst>
          </p:cNvPr>
          <p:cNvSpPr>
            <a:spLocks noGrp="1"/>
          </p:cNvSpPr>
          <p:nvPr>
            <p:ph type="title"/>
          </p:nvPr>
        </p:nvSpPr>
        <p:spPr/>
        <p:txBody>
          <a:bodyPr/>
          <a:lstStyle/>
          <a:p>
            <a:r>
              <a:t>Click to edit Master title style</a:t>
            </a:r>
          </a:p>
        </p:txBody>
      </p:sp>
      <p:sp>
        <p:nvSpPr>
          <p:cNvPr id="8" name="Text Placeholder 7">
            <a:extLst>
              <a:ext uri="{FF2B5EF4-FFF2-40B4-BE49-F238E27FC236}">
                <a16:creationId xmlns:a16="http://schemas.microsoft.com/office/drawing/2014/main" id="{9A636838-E288-6E41-951D-112A4F82CC78}"/>
              </a:ext>
            </a:extLst>
          </p:cNvPr>
          <p:cNvSpPr>
            <a:spLocks noGrp="1"/>
          </p:cNvSpPr>
          <p:nvPr>
            <p:ph type="body" idx="13" hasCustomPrompt="1"/>
          </p:nvPr>
        </p:nvSpPr>
        <p:spPr>
          <a:xfrm>
            <a:off x="609583"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idx="15" hasCustomPrompt="1"/>
          </p:nvPr>
        </p:nvSpPr>
        <p:spPr>
          <a:xfrm>
            <a:off x="609600" y="1631949"/>
            <a:ext cx="3328670" cy="1080000"/>
          </a:xfrm>
        </p:spPr>
        <p:txBody>
          <a:bodyPr tIns="91440">
            <a:noAutofit/>
          </a:bodyPr>
          <a:lstStyle>
            <a:lvl1pPr marL="18288" indent="0">
              <a:lnSpc>
                <a:spcPct val="100000"/>
              </a:lnSpc>
              <a:spcAft>
                <a:spcPts val="300"/>
              </a:spcAft>
              <a:buNone/>
              <a:defRPr sz="1800" b="0" cap="all" baseline="0">
                <a:solidFill>
                  <a:schemeClr val="accent1"/>
                </a:solidFill>
                <a:latin typeface="+mn-lt"/>
                <a:ea typeface="+mn-lt"/>
                <a:cs typeface="+mn-lt"/>
              </a:defRPr>
            </a:lvl1pPr>
            <a:lvl2pPr marL="18288" indent="0">
              <a:lnSpc>
                <a:spcPct val="100000"/>
              </a:lnSpc>
              <a:spcBef>
                <a:spcPts val="0"/>
              </a:spcBef>
              <a:spcAft>
                <a:spcPts val="300"/>
              </a:spcAft>
              <a:buNone/>
              <a:defRPr sz="1600" b="0" cap="none" baseline="0">
                <a:solidFill>
                  <a:schemeClr val="tx1"/>
                </a:solidFill>
                <a:latin typeface="+mn-lt"/>
                <a:ea typeface="+mn-lt"/>
                <a:cs typeface="+mn-lt"/>
              </a:defRPr>
            </a:lvl2pPr>
            <a:lvl3pPr marL="18288" indent="0">
              <a:lnSpc>
                <a:spcPct val="100000"/>
              </a:lnSpc>
              <a:spcBef>
                <a:spcPts val="0"/>
              </a:spcBef>
              <a:spcAft>
                <a:spcPts val="300"/>
              </a:spcAft>
              <a:buNone/>
              <a:defRPr sz="1400">
                <a:solidFill>
                  <a:schemeClr val="tx1"/>
                </a:solidFill>
                <a:latin typeface="+mn-lt"/>
                <a:ea typeface="+mn-lt"/>
                <a:cs typeface="+mn-lt"/>
              </a:defRPr>
            </a:lvl3pPr>
          </a:lstStyle>
          <a:p>
            <a:pPr lvl="0">
              <a:buNone/>
            </a:pPr>
            <a:r>
              <a:t>Edit Master text styles</a:t>
            </a:r>
          </a:p>
          <a:p>
            <a:pPr lvl="1">
              <a:buNone/>
            </a:pPr>
            <a:r>
              <a:t>Second level</a:t>
            </a:r>
          </a:p>
          <a:p>
            <a:pPr lvl="2">
              <a:buNone/>
            </a:pPr>
            <a:r>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idx="16"/>
          </p:nvPr>
        </p:nvSpPr>
        <p:spPr>
          <a:xfrm>
            <a:off x="609600" y="3049269"/>
            <a:ext cx="3328670" cy="1080000"/>
          </a:xfrm>
        </p:spPr>
        <p:txBody>
          <a:bodyPr>
            <a:noAutofit/>
          </a:bodyPr>
          <a:lstStyle>
            <a:lvl1pPr marL="18288" indent="0">
              <a:lnSpc>
                <a:spcPct val="100000"/>
              </a:lnSpc>
              <a:spcAft>
                <a:spcPts val="300"/>
              </a:spcAft>
              <a:buNone/>
              <a:defRPr sz="1800" b="0" cap="all" baseline="0">
                <a:solidFill>
                  <a:schemeClr val="accent1"/>
                </a:solidFill>
                <a:latin typeface="+mn-lt"/>
                <a:ea typeface="+mn-lt"/>
                <a:cs typeface="+mn-lt"/>
              </a:defRPr>
            </a:lvl1pPr>
            <a:lvl2pPr marL="18288" indent="0" algn="l">
              <a:lnSpc>
                <a:spcPct val="100000"/>
              </a:lnSpc>
              <a:spcBef>
                <a:spcPts val="0"/>
              </a:spcBef>
              <a:spcAft>
                <a:spcPts val="300"/>
              </a:spcAft>
              <a:buNone/>
              <a:defRPr sz="1600" b="0" cap="none" baseline="0">
                <a:solidFill>
                  <a:schemeClr val="tx1"/>
                </a:solidFill>
                <a:latin typeface="+mn-lt"/>
                <a:ea typeface="+mn-lt"/>
                <a:cs typeface="+mn-lt"/>
              </a:defRPr>
            </a:lvl2pPr>
            <a:lvl3pPr marL="18288" indent="0">
              <a:lnSpc>
                <a:spcPct val="100000"/>
              </a:lnSpc>
              <a:spcBef>
                <a:spcPts val="0"/>
              </a:spcBef>
              <a:spcAft>
                <a:spcPts val="300"/>
              </a:spcAft>
              <a:buNone/>
              <a:defRPr sz="1400">
                <a:solidFill>
                  <a:schemeClr val="tx1"/>
                </a:solidFill>
                <a:latin typeface="+mn-lt"/>
                <a:ea typeface="+mn-lt"/>
                <a:cs typeface="+mn-lt"/>
              </a:defRPr>
            </a:lvl3pPr>
          </a:lstStyle>
          <a:p>
            <a:pPr lvl="0">
              <a:buNone/>
            </a:pPr>
            <a:r>
              <a:t>Click to edit Master text styles</a:t>
            </a:r>
          </a:p>
          <a:p>
            <a:pPr lvl="1">
              <a:buNone/>
            </a:pPr>
            <a:r>
              <a:t>Second level</a:t>
            </a:r>
          </a:p>
          <a:p>
            <a:pPr lvl="2">
              <a:buNone/>
            </a:pPr>
            <a:r>
              <a:t>Third level</a:t>
            </a:r>
          </a:p>
        </p:txBody>
      </p:sp>
      <p:sp>
        <p:nvSpPr>
          <p:cNvPr id="15" name="Content Placeholder 3">
            <a:extLst>
              <a:ext uri="{FF2B5EF4-FFF2-40B4-BE49-F238E27FC236}">
                <a16:creationId xmlns:a16="http://schemas.microsoft.com/office/drawing/2014/main" id="{8C39B1C2-65CF-4E3C-B34E-0954BB55D8E4}"/>
              </a:ext>
            </a:extLst>
          </p:cNvPr>
          <p:cNvSpPr>
            <a:spLocks noGrp="1"/>
          </p:cNvSpPr>
          <p:nvPr>
            <p:ph idx="18" hasCustomPrompt="1"/>
          </p:nvPr>
        </p:nvSpPr>
        <p:spPr>
          <a:xfrm>
            <a:off x="4312730" y="1631949"/>
            <a:ext cx="7269653" cy="4425951"/>
          </a:xfrm>
        </p:spPr>
        <p:txBody>
          <a:bodyPr anchor="ctr"/>
          <a:lstStyle>
            <a:lvl1pPr marL="0" indent="0" algn="ctr">
              <a:buFont typeface="Arial"/>
              <a:buNone/>
              <a:defRPr sz="2300" kern="1200">
                <a:solidFill>
                  <a:schemeClr val="tx1"/>
                </a:solidFill>
                <a:latin typeface="+mn-lt"/>
                <a:ea typeface="+mn-lt"/>
                <a:cs typeface="+mn-lt"/>
              </a:defRPr>
            </a:lvl1pPr>
          </a:lstStyle>
          <a:p>
            <a:pPr lvl="0">
              <a:buNone/>
            </a:pPr>
            <a:r>
              <a:t>Click icon to </a:t>
            </a:r>
            <a:br/>
            <a:r>
              <a:t>add object</a:t>
            </a:r>
          </a:p>
        </p:txBody>
      </p:sp>
      <p:sp>
        <p:nvSpPr>
          <p:cNvPr id="7" name="Footer Placeholder 6">
            <a:extLst>
              <a:ext uri="{FF2B5EF4-FFF2-40B4-BE49-F238E27FC236}">
                <a16:creationId xmlns:a16="http://schemas.microsoft.com/office/drawing/2014/main" id="{C50269A9-E692-AB4E-8AFB-FA4A99B286BA}"/>
              </a:ext>
            </a:extLst>
          </p:cNvPr>
          <p:cNvSpPr>
            <a:spLocks noGrp="1"/>
          </p:cNvSpPr>
          <p:nvPr>
            <p:ph type="ftr" idx="20"/>
          </p:nvPr>
        </p:nvSpPr>
        <p:spPr/>
        <p:txBody>
          <a:bodyPr/>
          <a:lstStyle/>
          <a:p>
            <a:r>
              <a:t>For Internal Use Only. © 2026 AVEVA Group Limited or its subsidiaries. All rights reserved.</a:t>
            </a:r>
          </a:p>
        </p:txBody>
      </p:sp>
      <p:sp>
        <p:nvSpPr>
          <p:cNvPr id="9" name="Slide Number Placeholder 8">
            <a:extLst>
              <a:ext uri="{FF2B5EF4-FFF2-40B4-BE49-F238E27FC236}">
                <a16:creationId xmlns:a16="http://schemas.microsoft.com/office/drawing/2014/main" id="{A15D8BFF-0F48-A446-9A6B-41FC0E7230C9}"/>
              </a:ext>
            </a:extLst>
          </p:cNvPr>
          <p:cNvSpPr>
            <a:spLocks noGrp="1"/>
          </p:cNvSpPr>
          <p:nvPr>
            <p:ph type="sldNum" idx="21"/>
          </p:nvPr>
        </p:nvSpPr>
        <p:spPr/>
        <p:txBody>
          <a:bodyPr/>
          <a:lstStyle/>
          <a:p>
            <a:fld id="{267CDB12-45E5-4FD7-AE50-9CB5AFC72BA1}"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Photo">
    <p:bg>
      <p:bgPr>
        <a:solidFill>
          <a:schemeClr val="bg1"/>
        </a:solidFill>
        <a:effectLst/>
      </p:bgPr>
    </p:bg>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CF50DE83-481E-9B45-9EBC-5C3646FF7735}"/>
              </a:ext>
            </a:extLst>
          </p:cNvPr>
          <p:cNvSpPr>
            <a:spLocks noGrp="1"/>
          </p:cNvSpPr>
          <p:nvPr>
            <p:ph type="body" idx="13" hasCustomPrompt="1"/>
          </p:nvPr>
        </p:nvSpPr>
        <p:spPr>
          <a:xfrm>
            <a:off x="609600" y="1125538"/>
            <a:ext cx="50546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25" name="Picture Placeholder 3">
            <a:extLst>
              <a:ext uri="{FF2B5EF4-FFF2-40B4-BE49-F238E27FC236}">
                <a16:creationId xmlns:a16="http://schemas.microsoft.com/office/drawing/2014/main" id="{FC293AC8-10B8-4969-B6D2-FA05ED9AE145}"/>
              </a:ext>
            </a:extLst>
          </p:cNvPr>
          <p:cNvSpPr>
            <a:spLocks noGrp="1"/>
          </p:cNvSpPr>
          <p:nvPr>
            <p:ph type="pic" idx="15" hasCustomPrompt="1"/>
          </p:nvPr>
        </p:nvSpPr>
        <p:spPr>
          <a:xfrm>
            <a:off x="6096000" y="-9144"/>
            <a:ext cx="6108192"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ea typeface="+mn-lt"/>
                <a:cs typeface="+mn-lt"/>
              </a:defRPr>
            </a:lvl1pPr>
          </a:lstStyle>
          <a:p>
            <a:r>
              <a:t>Click icon to Insert Image</a:t>
            </a:r>
          </a:p>
        </p:txBody>
      </p:sp>
      <p:sp>
        <p:nvSpPr>
          <p:cNvPr id="17" name="TextBox 16">
            <a:extLst>
              <a:ext uri="{FF2B5EF4-FFF2-40B4-BE49-F238E27FC236}">
                <a16:creationId xmlns:a16="http://schemas.microsoft.com/office/drawing/2014/main" id="{7E5A9918-D0F1-4E3A-BC00-0A470C1DFF2D}"/>
              </a:ext>
            </a:extLst>
          </p:cNvPr>
          <p:cNvSpPr>
            <a:spLocks noGrp="1"/>
          </p:cNvSpPr>
          <p:nvPr/>
        </p:nvSpPr>
        <p:spPr>
          <a:xfrm>
            <a:off x="6215791" y="6957236"/>
            <a:ext cx="5976209" cy="707886"/>
          </a:xfrm>
          <a:prstGeom prst="rect">
            <a:avLst/>
          </a:prstGeom>
          <a:noFill/>
        </p:spPr>
        <p:txBody>
          <a:bodyPr wrap="square">
            <a:spAutoFit/>
          </a:bodyPr>
          <a:lstStyle/>
          <a:p>
            <a:r>
              <a:rPr sz="1000" b="1">
                <a:solidFill>
                  <a:schemeClr val="bg1">
                    <a:lumMod val="65000"/>
                  </a:schemeClr>
                </a:solidFill>
                <a:latin typeface="Calibri"/>
                <a:ea typeface="Calibri"/>
                <a:cs typeface="Calibri"/>
              </a:rPr>
              <a:t>Adding an image to the rectangular frame (recommended):</a:t>
            </a:r>
          </a:p>
          <a:p>
            <a:r>
              <a:rPr sz="1000">
                <a:solidFill>
                  <a:schemeClr val="bg1">
                    <a:lumMod val="65000"/>
                  </a:schemeClr>
                </a:solidFill>
                <a:latin typeface="Calibri"/>
                <a:ea typeface="Calibri"/>
                <a:cs typeface="Calibri"/>
              </a:rPr>
              <a:t>Prior to starting, please browse our DAM </a:t>
            </a:r>
            <a:r>
              <a:rPr sz="1000" b="0">
                <a:solidFill>
                  <a:schemeClr val="bg1">
                    <a:lumMod val="65000"/>
                  </a:schemeClr>
                </a:solidFill>
                <a:latin typeface="Calibri"/>
                <a:ea typeface="Calibri"/>
                <a:cs typeface="Calibri"/>
              </a:rPr>
              <a:t>https://content.aveva.com/ </a:t>
            </a:r>
            <a:r>
              <a:rPr sz="1000">
                <a:solidFill>
                  <a:schemeClr val="bg1">
                    <a:lumMod val="65000"/>
                  </a:schemeClr>
                </a:solidFill>
                <a:latin typeface="Calibri"/>
                <a:ea typeface="Calibri"/>
                <a:cs typeface="Calibri"/>
              </a:rPr>
              <a:t>and download some image options. </a:t>
            </a:r>
            <a:r>
              <a:rPr sz="1000" b="0">
                <a:solidFill>
                  <a:schemeClr val="bg1">
                    <a:lumMod val="65000"/>
                  </a:schemeClr>
                </a:solidFill>
                <a:latin typeface="Calibri"/>
                <a:ea typeface="Calibri"/>
                <a:cs typeface="Calibri"/>
              </a:rPr>
              <a:t>Click the image icon to insert image, then Send to Back. Please ensure that the AVEVA logo is displayed prominently against the image and remains fixed in its position. The logo should not shift or jump from slide to slide.</a:t>
            </a:r>
          </a:p>
        </p:txBody>
      </p:sp>
      <p:sp>
        <p:nvSpPr>
          <p:cNvPr id="4" name="Title 3">
            <a:extLst>
              <a:ext uri="{FF2B5EF4-FFF2-40B4-BE49-F238E27FC236}">
                <a16:creationId xmlns:a16="http://schemas.microsoft.com/office/drawing/2014/main" id="{789E2BC8-79D1-C540-9D53-9B21B5AA8E89}"/>
              </a:ext>
            </a:extLst>
          </p:cNvPr>
          <p:cNvSpPr>
            <a:spLocks noGrp="1"/>
          </p:cNvSpPr>
          <p:nvPr>
            <p:ph type="title"/>
          </p:nvPr>
        </p:nvSpPr>
        <p:spPr>
          <a:xfrm>
            <a:off x="612648" y="268268"/>
            <a:ext cx="5051552" cy="804672"/>
          </a:xfrm>
        </p:spPr>
        <p:txBody>
          <a:bodyPr/>
          <a:lstStyle/>
          <a:p>
            <a:r>
              <a:t>Click to edit Master title style</a:t>
            </a:r>
          </a:p>
        </p:txBody>
      </p:sp>
      <p:sp>
        <p:nvSpPr>
          <p:cNvPr id="9" name="Footer Placeholder 8">
            <a:extLst>
              <a:ext uri="{FF2B5EF4-FFF2-40B4-BE49-F238E27FC236}">
                <a16:creationId xmlns:a16="http://schemas.microsoft.com/office/drawing/2014/main" id="{D942DE20-7B2B-EA43-969E-C8BA829045DB}"/>
              </a:ext>
            </a:extLst>
          </p:cNvPr>
          <p:cNvSpPr>
            <a:spLocks noGrp="1"/>
          </p:cNvSpPr>
          <p:nvPr>
            <p:ph type="ftr" idx="22"/>
          </p:nvPr>
        </p:nvSpPr>
        <p:spPr/>
        <p:txBody>
          <a:bodyPr/>
          <a:lstStyle/>
          <a:p>
            <a:r>
              <a:t>For Internal Use Only. © 2026 AVEVA Group Limited or its subsidiaries. All rights reserved.</a:t>
            </a:r>
          </a:p>
        </p:txBody>
      </p:sp>
      <p:sp>
        <p:nvSpPr>
          <p:cNvPr id="10" name="Slide Number Placeholder 9">
            <a:extLst>
              <a:ext uri="{FF2B5EF4-FFF2-40B4-BE49-F238E27FC236}">
                <a16:creationId xmlns:a16="http://schemas.microsoft.com/office/drawing/2014/main" id="{551F292F-A06B-E940-8CC4-4098518C5EBC}"/>
              </a:ext>
            </a:extLst>
          </p:cNvPr>
          <p:cNvSpPr>
            <a:spLocks noGrp="1"/>
          </p:cNvSpPr>
          <p:nvPr>
            <p:ph type="sldNum" idx="23"/>
          </p:nvPr>
        </p:nvSpPr>
        <p:spPr/>
        <p:txBody>
          <a:bodyPr/>
          <a:lstStyle/>
          <a:p>
            <a:fld id="{267CDB12-45E5-4FD7-AE50-9CB5AFC72BA1}" type="slidenum">
              <a:t>‹#›</a:t>
            </a:fld>
            <a:endParaRPr/>
          </a:p>
        </p:txBody>
      </p:sp>
      <p:sp>
        <p:nvSpPr>
          <p:cNvPr id="6" name="Content Placeholder 5">
            <a:extLst>
              <a:ext uri="{FF2B5EF4-FFF2-40B4-BE49-F238E27FC236}">
                <a16:creationId xmlns:a16="http://schemas.microsoft.com/office/drawing/2014/main" id="{0E4A2360-A079-4C84-B980-7259F9ADC0B0}"/>
              </a:ext>
            </a:extLst>
          </p:cNvPr>
          <p:cNvSpPr>
            <a:spLocks noGrp="1"/>
          </p:cNvSpPr>
          <p:nvPr>
            <p:ph idx="24"/>
          </p:nvPr>
        </p:nvSpPr>
        <p:spPr>
          <a:xfrm>
            <a:off x="609600" y="1628775"/>
            <a:ext cx="5056632" cy="4433697"/>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Online Image Placeholder 7">
            <a:extLst>
              <a:ext uri="{FF2B5EF4-FFF2-40B4-BE49-F238E27FC236}">
                <a16:creationId xmlns:a16="http://schemas.microsoft.com/office/drawing/2014/main" id="{6934093B-F2A7-4E1E-B334-D9A404D4110A}"/>
              </a:ext>
            </a:extLst>
          </p:cNvPr>
          <p:cNvSpPr>
            <a:spLocks noGrp="1"/>
          </p:cNvSpPr>
          <p:nvPr>
            <p:ph type="clipArt" idx="20" hasCustomPrompt="1"/>
          </p:nvPr>
        </p:nvSpPr>
        <p:spPr>
          <a:xfrm>
            <a:off x="10422144" y="6310008"/>
            <a:ext cx="1157208" cy="262560"/>
          </a:xfrm>
          <a:prstGeom prst="rect">
            <a:avLst/>
          </a:prstGeom>
          <a:blipFill>
            <a:blip r:embed="rId2"/>
            <a:stretch>
              <a:fillRect/>
            </a:stretch>
          </a:blipFill>
        </p:spPr>
        <p:txBody>
          <a:bodyPr/>
          <a:lstStyle>
            <a:lvl1pPr marL="14414" indent="0">
              <a:buFontTx/>
              <a:buNone/>
              <a:defRPr/>
            </a:lvl1pPr>
          </a:lstStyle>
          <a:p>
            <a: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and Content">
    <p:bg>
      <p:bgPr>
        <a:solidFill>
          <a:schemeClr val="bg1"/>
        </a:solidFill>
        <a:effectLst/>
      </p:bgPr>
    </p:bg>
    <p:spTree>
      <p:nvGrpSpPr>
        <p:cNvPr id="1" name=""/>
        <p:cNvGrpSpPr/>
        <p:nvPr/>
      </p:nvGrpSpPr>
      <p:grpSpPr>
        <a:xfrm>
          <a:off x="0" y="0"/>
          <a:ext cx="0" cy="0"/>
          <a:chOff x="0" y="0"/>
          <a:chExt cx="0" cy="0"/>
        </a:xfrm>
      </p:grpSpPr>
      <p:sp>
        <p:nvSpPr>
          <p:cNvPr id="37" name="Picture Placeholder 3">
            <a:extLst>
              <a:ext uri="{FF2B5EF4-FFF2-40B4-BE49-F238E27FC236}">
                <a16:creationId xmlns:a16="http://schemas.microsoft.com/office/drawing/2014/main" id="{9A8A3119-8FBA-4783-8FBD-9A15FFC02902}"/>
              </a:ext>
            </a:extLst>
          </p:cNvPr>
          <p:cNvSpPr>
            <a:spLocks noGrp="1"/>
          </p:cNvSpPr>
          <p:nvPr>
            <p:ph type="pic" idx="15" hasCustomPrompt="1"/>
          </p:nvPr>
        </p:nvSpPr>
        <p:spPr>
          <a:xfrm>
            <a:off x="-9144" y="-9144"/>
            <a:ext cx="6108192" cy="6885432"/>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ea typeface="+mn-lt"/>
                <a:cs typeface="+mn-lt"/>
              </a:defRPr>
            </a:lvl1pPr>
          </a:lstStyle>
          <a:p>
            <a:r>
              <a:t>Click icon to Insert Image</a:t>
            </a:r>
          </a:p>
        </p:txBody>
      </p:sp>
      <p:sp>
        <p:nvSpPr>
          <p:cNvPr id="25" name="Text Placeholder 7">
            <a:extLst>
              <a:ext uri="{FF2B5EF4-FFF2-40B4-BE49-F238E27FC236}">
                <a16:creationId xmlns:a16="http://schemas.microsoft.com/office/drawing/2014/main" id="{92053DD7-7B95-4D58-8EBA-0F48F7F1E9C6}"/>
              </a:ext>
            </a:extLst>
          </p:cNvPr>
          <p:cNvSpPr>
            <a:spLocks noGrp="1"/>
          </p:cNvSpPr>
          <p:nvPr>
            <p:ph type="body" idx="13" hasCustomPrompt="1"/>
          </p:nvPr>
        </p:nvSpPr>
        <p:spPr>
          <a:xfrm>
            <a:off x="6338888" y="1125538"/>
            <a:ext cx="5226797"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pic>
        <p:nvPicPr>
          <p:cNvPr id="41" name="Picture 12"/>
          <p:cNvPicPr>
            <a:picLocks noChangeAspect="1"/>
          </p:cNvPicPr>
          <p:nvPr/>
        </p:nvPicPr>
        <p:blipFill>
          <a:blip r:embed="rId2"/>
          <a:stretch>
            <a:fillRect/>
          </a:stretch>
        </p:blipFill>
        <p:spPr>
          <a:xfrm>
            <a:off x="10422144" y="6310008"/>
            <a:ext cx="1157208" cy="262560"/>
          </a:xfrm>
          <a:prstGeom prst="rect">
            <a:avLst/>
          </a:prstGeom>
        </p:spPr>
      </p:pic>
      <p:sp>
        <p:nvSpPr>
          <p:cNvPr id="26" name="TextBox 25">
            <a:extLst>
              <a:ext uri="{FF2B5EF4-FFF2-40B4-BE49-F238E27FC236}">
                <a16:creationId xmlns:a16="http://schemas.microsoft.com/office/drawing/2014/main" id="{6AF92091-8416-433B-9488-D438A02ED0B7}"/>
              </a:ext>
            </a:extLst>
          </p:cNvPr>
          <p:cNvSpPr>
            <a:spLocks noGrp="1"/>
          </p:cNvSpPr>
          <p:nvPr/>
        </p:nvSpPr>
        <p:spPr>
          <a:xfrm>
            <a:off x="0" y="6957236"/>
            <a:ext cx="6108192" cy="707886"/>
          </a:xfrm>
          <a:prstGeom prst="rect">
            <a:avLst/>
          </a:prstGeom>
          <a:noFill/>
        </p:spPr>
        <p:txBody>
          <a:bodyPr wrap="square">
            <a:spAutoFit/>
          </a:bodyPr>
          <a:lstStyle/>
          <a:p>
            <a:r>
              <a:rPr sz="1000" b="1">
                <a:solidFill>
                  <a:schemeClr val="bg1">
                    <a:lumMod val="65000"/>
                  </a:schemeClr>
                </a:solidFill>
                <a:latin typeface="Calibri"/>
                <a:ea typeface="Calibri"/>
                <a:cs typeface="Calibri"/>
              </a:rPr>
              <a:t>Adding an image to the rectangular frame (recommended):</a:t>
            </a:r>
          </a:p>
          <a:p>
            <a:r>
              <a:rPr sz="1000">
                <a:solidFill>
                  <a:schemeClr val="bg1">
                    <a:lumMod val="65000"/>
                  </a:schemeClr>
                </a:solidFill>
                <a:latin typeface="Calibri"/>
                <a:ea typeface="Calibri"/>
                <a:cs typeface="Calibri"/>
              </a:rPr>
              <a:t>Prior to starting, please browse our DAM </a:t>
            </a:r>
            <a:r>
              <a:rPr sz="1000" b="0">
                <a:solidFill>
                  <a:schemeClr val="bg1">
                    <a:lumMod val="65000"/>
                  </a:schemeClr>
                </a:solidFill>
                <a:latin typeface="Calibri"/>
                <a:ea typeface="Calibri"/>
                <a:cs typeface="Calibri"/>
              </a:rPr>
              <a:t>https://content.aveva.com/ </a:t>
            </a:r>
            <a:r>
              <a:rPr sz="1000">
                <a:solidFill>
                  <a:schemeClr val="bg1">
                    <a:lumMod val="65000"/>
                  </a:schemeClr>
                </a:solidFill>
                <a:latin typeface="Calibri"/>
                <a:ea typeface="Calibri"/>
                <a:cs typeface="Calibri"/>
              </a:rPr>
              <a:t>and download some image options. </a:t>
            </a:r>
            <a:r>
              <a:rPr sz="1000" b="0">
                <a:solidFill>
                  <a:schemeClr val="bg1">
                    <a:lumMod val="65000"/>
                  </a:schemeClr>
                </a:solidFill>
                <a:latin typeface="Calibri"/>
                <a:ea typeface="Calibri"/>
                <a:cs typeface="Calibri"/>
              </a:rPr>
              <a:t>Click the image icon to insert image, then Send to Back. Please ensure that the AVEVA logo is displayed prominently against the image and remains fixed in its position. The logo should not shift or jump from slide to slide.</a:t>
            </a:r>
          </a:p>
        </p:txBody>
      </p:sp>
      <p:sp>
        <p:nvSpPr>
          <p:cNvPr id="2" name="Title 1">
            <a:extLst>
              <a:ext uri="{FF2B5EF4-FFF2-40B4-BE49-F238E27FC236}">
                <a16:creationId xmlns:a16="http://schemas.microsoft.com/office/drawing/2014/main" id="{320E0FB1-09C1-034E-813E-144D3484C321}"/>
              </a:ext>
            </a:extLst>
          </p:cNvPr>
          <p:cNvSpPr>
            <a:spLocks noGrp="1"/>
          </p:cNvSpPr>
          <p:nvPr>
            <p:ph type="title"/>
          </p:nvPr>
        </p:nvSpPr>
        <p:spPr>
          <a:xfrm>
            <a:off x="6339317" y="269096"/>
            <a:ext cx="5234940" cy="804672"/>
          </a:xfrm>
        </p:spPr>
        <p:txBody>
          <a:bodyPr/>
          <a:lstStyle/>
          <a:p>
            <a:r>
              <a:t>Click to edit Master title style</a:t>
            </a:r>
          </a:p>
        </p:txBody>
      </p:sp>
      <p:sp>
        <p:nvSpPr>
          <p:cNvPr id="6" name="Content Placeholder 5">
            <a:extLst>
              <a:ext uri="{FF2B5EF4-FFF2-40B4-BE49-F238E27FC236}">
                <a16:creationId xmlns:a16="http://schemas.microsoft.com/office/drawing/2014/main" id="{4C1807C1-A329-4D76-82E3-A2492F37D34D}"/>
              </a:ext>
            </a:extLst>
          </p:cNvPr>
          <p:cNvSpPr>
            <a:spLocks noGrp="1"/>
          </p:cNvSpPr>
          <p:nvPr>
            <p:ph idx="20"/>
          </p:nvPr>
        </p:nvSpPr>
        <p:spPr>
          <a:xfrm>
            <a:off x="6338888" y="1628775"/>
            <a:ext cx="5235575" cy="4433697"/>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Footer Placeholder 6">
            <a:extLst>
              <a:ext uri="{FF2B5EF4-FFF2-40B4-BE49-F238E27FC236}">
                <a16:creationId xmlns:a16="http://schemas.microsoft.com/office/drawing/2014/main" id="{8FC2432D-577E-3640-97AF-BF775FD943D8}"/>
              </a:ext>
            </a:extLst>
          </p:cNvPr>
          <p:cNvSpPr>
            <a:spLocks noGrp="1"/>
          </p:cNvSpPr>
          <p:nvPr>
            <p:ph type="ftr" idx="22"/>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9" name="Slide Number Placeholder 8">
            <a:extLst>
              <a:ext uri="{FF2B5EF4-FFF2-40B4-BE49-F238E27FC236}">
                <a16:creationId xmlns:a16="http://schemas.microsoft.com/office/drawing/2014/main" id="{9CA9E565-F5B7-1D4A-80D7-0A91592788DB}"/>
              </a:ext>
            </a:extLst>
          </p:cNvPr>
          <p:cNvSpPr>
            <a:spLocks noGrp="1"/>
          </p:cNvSpPr>
          <p:nvPr>
            <p:ph type="sldNum" idx="23"/>
          </p:nvPr>
        </p:nvSpPr>
        <p:spPr/>
        <p:txBody>
          <a:bodyPr/>
          <a:lstStyle>
            <a:lvl1pPr>
              <a:buNone/>
              <a:defRPr>
                <a:solidFill>
                  <a:schemeClr val="bg1">
                    <a:lumMod val="75000"/>
                  </a:schemeClr>
                </a:solidFill>
              </a:defRPr>
            </a:lvl1pPr>
          </a:lstStyle>
          <a:p>
            <a:fld id="{267CDB12-45E5-4FD7-AE50-9CB5AFC72BA1}"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Narrow Photo">
    <p:bg>
      <p:bgPr>
        <a:solidFill>
          <a:schemeClr val="bg1"/>
        </a:solidFill>
        <a:effectLst/>
      </p:bgPr>
    </p:bg>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A54A5263-9E93-BF43-A15F-DBB8E60FB288}"/>
              </a:ext>
            </a:extLst>
          </p:cNvPr>
          <p:cNvSpPr>
            <a:spLocks noGrp="1"/>
          </p:cNvSpPr>
          <p:nvPr>
            <p:ph type="body" idx="13" hasCustomPrompt="1"/>
          </p:nvPr>
        </p:nvSpPr>
        <p:spPr>
          <a:xfrm>
            <a:off x="606552" y="1130431"/>
            <a:ext cx="716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idx="14" hasCustomPrompt="1"/>
          </p:nvPr>
        </p:nvSpPr>
        <p:spPr>
          <a:xfrm>
            <a:off x="609600" y="5673307"/>
            <a:ext cx="7162800" cy="365760"/>
          </a:xfrm>
        </p:spPr>
        <p:txBody>
          <a:bodyPr anchor="b">
            <a:noAutofit/>
          </a:bodyPr>
          <a:lstStyle>
            <a:lvl1pPr marL="0" indent="0">
              <a:lnSpc>
                <a:spcPts val="1200"/>
              </a:lnSpc>
              <a:spcAft>
                <a:spcPts val="0"/>
              </a:spcAft>
              <a:buNone/>
              <a:defRPr sz="1000" b="0" cap="none" baseline="0">
                <a:solidFill>
                  <a:schemeClr val="tx1"/>
                </a:solidFill>
                <a:latin typeface="+mn-lt"/>
                <a:ea typeface="+mn-lt"/>
                <a:cs typeface="+mn-lt"/>
              </a:defRPr>
            </a:lvl1pPr>
          </a:lstStyle>
          <a:p>
            <a:pPr lvl="0">
              <a:buNone/>
            </a:pPr>
            <a:r>
              <a:t>Insert Reference, Source or Caption text</a:t>
            </a:r>
          </a:p>
        </p:txBody>
      </p:sp>
      <p:sp>
        <p:nvSpPr>
          <p:cNvPr id="27" name="Picture Placeholder 3">
            <a:extLst>
              <a:ext uri="{FF2B5EF4-FFF2-40B4-BE49-F238E27FC236}">
                <a16:creationId xmlns:a16="http://schemas.microsoft.com/office/drawing/2014/main" id="{6B4653AF-6DD3-47CE-92B6-B0560F7D04D9}"/>
              </a:ext>
            </a:extLst>
          </p:cNvPr>
          <p:cNvSpPr>
            <a:spLocks noGrp="1"/>
          </p:cNvSpPr>
          <p:nvPr>
            <p:ph type="pic" idx="15" hasCustomPrompt="1"/>
          </p:nvPr>
        </p:nvSpPr>
        <p:spPr>
          <a:xfrm>
            <a:off x="8128000" y="-9144"/>
            <a:ext cx="4069080"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ea typeface="+mn-lt"/>
                <a:cs typeface="+mn-lt"/>
              </a:defRPr>
            </a:lvl1pPr>
          </a:lstStyle>
          <a:p>
            <a:r>
              <a:t>Click icon to Insert Image</a:t>
            </a:r>
          </a:p>
        </p:txBody>
      </p:sp>
      <p:sp>
        <p:nvSpPr>
          <p:cNvPr id="26" name="TextBox 25">
            <a:extLst>
              <a:ext uri="{FF2B5EF4-FFF2-40B4-BE49-F238E27FC236}">
                <a16:creationId xmlns:a16="http://schemas.microsoft.com/office/drawing/2014/main" id="{EDBC5502-C42F-42D3-88E6-899DA36A4255}"/>
              </a:ext>
            </a:extLst>
          </p:cNvPr>
          <p:cNvSpPr>
            <a:spLocks noGrp="1"/>
          </p:cNvSpPr>
          <p:nvPr/>
        </p:nvSpPr>
        <p:spPr>
          <a:xfrm>
            <a:off x="8128000" y="6957236"/>
            <a:ext cx="4064000" cy="1015663"/>
          </a:xfrm>
          <a:prstGeom prst="rect">
            <a:avLst/>
          </a:prstGeom>
          <a:noFill/>
        </p:spPr>
        <p:txBody>
          <a:bodyPr wrap="square">
            <a:spAutoFit/>
          </a:bodyPr>
          <a:lstStyle/>
          <a:p>
            <a:r>
              <a:rPr sz="1000" b="1">
                <a:solidFill>
                  <a:schemeClr val="bg1">
                    <a:lumMod val="65000"/>
                  </a:schemeClr>
                </a:solidFill>
                <a:latin typeface="Calibri"/>
                <a:ea typeface="Calibri"/>
                <a:cs typeface="Calibri"/>
              </a:rPr>
              <a:t>Adding an image to the rectangular frame (recommended):</a:t>
            </a:r>
          </a:p>
          <a:p>
            <a:r>
              <a:rPr sz="1000">
                <a:solidFill>
                  <a:schemeClr val="bg1">
                    <a:lumMod val="65000"/>
                  </a:schemeClr>
                </a:solidFill>
                <a:latin typeface="Calibri"/>
                <a:ea typeface="Calibri"/>
                <a:cs typeface="Calibri"/>
              </a:rPr>
              <a:t>Prior to starting, please browse our DAM </a:t>
            </a:r>
            <a:r>
              <a:rPr sz="1000" b="0">
                <a:solidFill>
                  <a:schemeClr val="bg1">
                    <a:lumMod val="65000"/>
                  </a:schemeClr>
                </a:solidFill>
                <a:latin typeface="Calibri"/>
                <a:ea typeface="Calibri"/>
                <a:cs typeface="Calibri"/>
              </a:rPr>
              <a:t>https://content.aveva.com/ </a:t>
            </a:r>
            <a:r>
              <a:rPr sz="1000">
                <a:solidFill>
                  <a:schemeClr val="bg1">
                    <a:lumMod val="65000"/>
                  </a:schemeClr>
                </a:solidFill>
                <a:latin typeface="Calibri"/>
                <a:ea typeface="Calibri"/>
                <a:cs typeface="Calibri"/>
              </a:rPr>
              <a:t>and download some image options. </a:t>
            </a:r>
            <a:r>
              <a:rPr sz="1000" b="0">
                <a:solidFill>
                  <a:schemeClr val="bg1">
                    <a:lumMod val="65000"/>
                  </a:schemeClr>
                </a:solidFill>
                <a:latin typeface="Calibri"/>
                <a:ea typeface="Calibri"/>
                <a:cs typeface="Calibri"/>
              </a:rPr>
              <a:t>Click the image icon to insert image, then Send to Back. Please ensure that the AVEVA logo is displayed prominently against the image and remains fixed in its position. The logo should not shift or jump from slide to slide.</a:t>
            </a:r>
          </a:p>
        </p:txBody>
      </p:sp>
      <p:sp>
        <p:nvSpPr>
          <p:cNvPr id="2" name="Title 1">
            <a:extLst>
              <a:ext uri="{FF2B5EF4-FFF2-40B4-BE49-F238E27FC236}">
                <a16:creationId xmlns:a16="http://schemas.microsoft.com/office/drawing/2014/main" id="{DA2B82DC-8F36-3848-9653-E5135D69FA68}"/>
              </a:ext>
            </a:extLst>
          </p:cNvPr>
          <p:cNvSpPr>
            <a:spLocks noGrp="1"/>
          </p:cNvSpPr>
          <p:nvPr>
            <p:ph type="title"/>
          </p:nvPr>
        </p:nvSpPr>
        <p:spPr>
          <a:xfrm>
            <a:off x="609600" y="269096"/>
            <a:ext cx="7159752" cy="804672"/>
          </a:xfrm>
        </p:spPr>
        <p:txBody>
          <a:bodyPr/>
          <a:lstStyle/>
          <a:p>
            <a:r>
              <a:t>Click to edit Master title style</a:t>
            </a:r>
          </a:p>
        </p:txBody>
      </p:sp>
      <p:sp>
        <p:nvSpPr>
          <p:cNvPr id="7" name="Footer Placeholder 6">
            <a:extLst>
              <a:ext uri="{FF2B5EF4-FFF2-40B4-BE49-F238E27FC236}">
                <a16:creationId xmlns:a16="http://schemas.microsoft.com/office/drawing/2014/main" id="{9D9D7F0B-21E3-9645-A7FD-04C55F6A0DB5}"/>
              </a:ext>
            </a:extLst>
          </p:cNvPr>
          <p:cNvSpPr>
            <a:spLocks noGrp="1"/>
          </p:cNvSpPr>
          <p:nvPr>
            <p:ph type="ftr" idx="23"/>
          </p:nvPr>
        </p:nvSpPr>
        <p:spPr/>
        <p:txBody>
          <a:bodyPr/>
          <a:lstStyle/>
          <a:p>
            <a:r>
              <a:t>For Internal Use Only. © 2026 AVEVA Group Limited or its subsidiaries. All rights reserved.</a:t>
            </a:r>
          </a:p>
        </p:txBody>
      </p:sp>
      <p:sp>
        <p:nvSpPr>
          <p:cNvPr id="8" name="Slide Number Placeholder 7">
            <a:extLst>
              <a:ext uri="{FF2B5EF4-FFF2-40B4-BE49-F238E27FC236}">
                <a16:creationId xmlns:a16="http://schemas.microsoft.com/office/drawing/2014/main" id="{FC5FE75A-F24B-C849-8104-2B090C965D82}"/>
              </a:ext>
            </a:extLst>
          </p:cNvPr>
          <p:cNvSpPr>
            <a:spLocks noGrp="1"/>
          </p:cNvSpPr>
          <p:nvPr>
            <p:ph type="sldNum" idx="24"/>
          </p:nvPr>
        </p:nvSpPr>
        <p:spPr/>
        <p:txBody>
          <a:bodyPr/>
          <a:lstStyle/>
          <a:p>
            <a:fld id="{267CDB12-45E5-4FD7-AE50-9CB5AFC72BA1}" type="slidenum">
              <a:t>‹#›</a:t>
            </a:fld>
            <a:endParaRPr/>
          </a:p>
        </p:txBody>
      </p:sp>
      <p:sp>
        <p:nvSpPr>
          <p:cNvPr id="5" name="Content Placeholder 4">
            <a:extLst>
              <a:ext uri="{FF2B5EF4-FFF2-40B4-BE49-F238E27FC236}">
                <a16:creationId xmlns:a16="http://schemas.microsoft.com/office/drawing/2014/main" id="{32C4C915-723A-4175-9886-B5B3042C13DE}"/>
              </a:ext>
            </a:extLst>
          </p:cNvPr>
          <p:cNvSpPr>
            <a:spLocks noGrp="1"/>
          </p:cNvSpPr>
          <p:nvPr>
            <p:ph idx="25"/>
          </p:nvPr>
        </p:nvSpPr>
        <p:spPr>
          <a:xfrm>
            <a:off x="609600" y="1628775"/>
            <a:ext cx="7162800" cy="404050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Online Image Placeholder 7">
            <a:extLst>
              <a:ext uri="{FF2B5EF4-FFF2-40B4-BE49-F238E27FC236}">
                <a16:creationId xmlns:a16="http://schemas.microsoft.com/office/drawing/2014/main" id="{0206A656-1958-4BF0-B3CF-3A3A6BDAAFA3}"/>
              </a:ext>
            </a:extLst>
          </p:cNvPr>
          <p:cNvSpPr>
            <a:spLocks noGrp="1"/>
          </p:cNvSpPr>
          <p:nvPr>
            <p:ph type="clipArt" idx="20" hasCustomPrompt="1"/>
          </p:nvPr>
        </p:nvSpPr>
        <p:spPr>
          <a:xfrm>
            <a:off x="10422144" y="6310008"/>
            <a:ext cx="1157208" cy="262560"/>
          </a:xfrm>
          <a:prstGeom prst="rect">
            <a:avLst/>
          </a:prstGeom>
          <a:blipFill>
            <a:blip r:embed="rId2"/>
            <a:stretch>
              <a:fillRect/>
            </a:stretch>
          </a:blipFill>
        </p:spPr>
        <p:txBody>
          <a:bodyPr/>
          <a:lstStyle>
            <a:lvl1pPr marL="14414" indent="0">
              <a:buFontTx/>
              <a:buNone/>
              <a:defRPr/>
            </a:lvl1pPr>
          </a:lstStyle>
          <a:p>
            <a:r>
              <a:t>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arrow Photo and Content">
    <p:bg>
      <p:bgPr>
        <a:solidFill>
          <a:schemeClr val="bg1"/>
        </a:solidFill>
        <a:effectLst/>
      </p:bgPr>
    </p:bg>
    <p:spTree>
      <p:nvGrpSpPr>
        <p:cNvPr id="1" name=""/>
        <p:cNvGrpSpPr/>
        <p:nvPr/>
      </p:nvGrpSpPr>
      <p:grpSpPr>
        <a:xfrm>
          <a:off x="0" y="0"/>
          <a:ext cx="0" cy="0"/>
          <a:chOff x="0" y="0"/>
          <a:chExt cx="0" cy="0"/>
        </a:xfrm>
      </p:grpSpPr>
      <p:sp>
        <p:nvSpPr>
          <p:cNvPr id="42" name="Picture Placeholder 3">
            <a:extLst>
              <a:ext uri="{FF2B5EF4-FFF2-40B4-BE49-F238E27FC236}">
                <a16:creationId xmlns:a16="http://schemas.microsoft.com/office/drawing/2014/main" id="{243575B6-5C62-4FFF-BBDA-EFD258EAD15A}"/>
              </a:ext>
            </a:extLst>
          </p:cNvPr>
          <p:cNvSpPr>
            <a:spLocks noGrp="1"/>
          </p:cNvSpPr>
          <p:nvPr>
            <p:ph type="pic" idx="15" hasCustomPrompt="1"/>
          </p:nvPr>
        </p:nvSpPr>
        <p:spPr>
          <a:xfrm>
            <a:off x="-9144" y="-9144"/>
            <a:ext cx="4032504"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ea typeface="+mn-lt"/>
                <a:cs typeface="+mn-lt"/>
              </a:defRPr>
            </a:lvl1pPr>
          </a:lstStyle>
          <a:p>
            <a:r>
              <a:t>Click icon to Insert Image</a:t>
            </a:r>
          </a:p>
        </p:txBody>
      </p:sp>
      <p:sp>
        <p:nvSpPr>
          <p:cNvPr id="14" name="Text Placeholder 7">
            <a:extLst>
              <a:ext uri="{FF2B5EF4-FFF2-40B4-BE49-F238E27FC236}">
                <a16:creationId xmlns:a16="http://schemas.microsoft.com/office/drawing/2014/main" id="{4A3D1AE9-7382-3C4C-9BFD-611B5DB13146}"/>
              </a:ext>
            </a:extLst>
          </p:cNvPr>
          <p:cNvSpPr>
            <a:spLocks noGrp="1"/>
          </p:cNvSpPr>
          <p:nvPr>
            <p:ph type="body" idx="13" hasCustomPrompt="1"/>
          </p:nvPr>
        </p:nvSpPr>
        <p:spPr>
          <a:xfrm>
            <a:off x="4389118" y="1125538"/>
            <a:ext cx="7193281"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idx="14" hasCustomPrompt="1"/>
          </p:nvPr>
        </p:nvSpPr>
        <p:spPr>
          <a:xfrm>
            <a:off x="4389118" y="5665258"/>
            <a:ext cx="7196328" cy="392642"/>
          </a:xfrm>
        </p:spPr>
        <p:txBody>
          <a:bodyPr anchor="b">
            <a:noAutofit/>
          </a:bodyPr>
          <a:lstStyle>
            <a:lvl1pPr marL="0" indent="0">
              <a:lnSpc>
                <a:spcPts val="1200"/>
              </a:lnSpc>
              <a:spcAft>
                <a:spcPts val="0"/>
              </a:spcAft>
              <a:buNone/>
              <a:defRPr sz="1000" b="0" cap="none" baseline="0">
                <a:solidFill>
                  <a:schemeClr val="tx1"/>
                </a:solidFill>
                <a:latin typeface="+mn-lt"/>
                <a:ea typeface="+mn-lt"/>
                <a:cs typeface="+mn-lt"/>
              </a:defRPr>
            </a:lvl1pPr>
          </a:lstStyle>
          <a:p>
            <a:pPr lvl="0">
              <a:buNone/>
            </a:pPr>
            <a:r>
              <a:t>Insert Reference, Source or Caption text</a:t>
            </a:r>
          </a:p>
        </p:txBody>
      </p:sp>
      <p:pic>
        <p:nvPicPr>
          <p:cNvPr id="65" name="Picture 14"/>
          <p:cNvPicPr>
            <a:picLocks noChangeAspect="1"/>
          </p:cNvPicPr>
          <p:nvPr/>
        </p:nvPicPr>
        <p:blipFill>
          <a:blip r:embed="rId2"/>
          <a:stretch>
            <a:fillRect/>
          </a:stretch>
        </p:blipFill>
        <p:spPr>
          <a:xfrm>
            <a:off x="10422144" y="6310008"/>
            <a:ext cx="1157208" cy="262560"/>
          </a:xfrm>
          <a:prstGeom prst="rect">
            <a:avLst/>
          </a:prstGeom>
        </p:spPr>
      </p:pic>
      <p:sp>
        <p:nvSpPr>
          <p:cNvPr id="23" name="TextBox 22">
            <a:extLst>
              <a:ext uri="{FF2B5EF4-FFF2-40B4-BE49-F238E27FC236}">
                <a16:creationId xmlns:a16="http://schemas.microsoft.com/office/drawing/2014/main" id="{F44BBA1C-64EF-488A-80A5-6B063D477D15}"/>
              </a:ext>
            </a:extLst>
          </p:cNvPr>
          <p:cNvSpPr>
            <a:spLocks noGrp="1"/>
          </p:cNvSpPr>
          <p:nvPr/>
        </p:nvSpPr>
        <p:spPr>
          <a:xfrm>
            <a:off x="1" y="6957236"/>
            <a:ext cx="4064000" cy="1015663"/>
          </a:xfrm>
          <a:prstGeom prst="rect">
            <a:avLst/>
          </a:prstGeom>
          <a:noFill/>
        </p:spPr>
        <p:txBody>
          <a:bodyPr wrap="square">
            <a:spAutoFit/>
          </a:bodyPr>
          <a:lstStyle/>
          <a:p>
            <a:r>
              <a:rPr sz="1000" b="1">
                <a:solidFill>
                  <a:schemeClr val="bg1">
                    <a:lumMod val="65000"/>
                  </a:schemeClr>
                </a:solidFill>
                <a:latin typeface="Calibri"/>
                <a:ea typeface="Calibri"/>
                <a:cs typeface="Calibri"/>
              </a:rPr>
              <a:t>Adding an image to the rectangular frame (recommended):</a:t>
            </a:r>
          </a:p>
          <a:p>
            <a:r>
              <a:rPr sz="1000">
                <a:solidFill>
                  <a:schemeClr val="bg1">
                    <a:lumMod val="65000"/>
                  </a:schemeClr>
                </a:solidFill>
                <a:latin typeface="Calibri"/>
                <a:ea typeface="Calibri"/>
                <a:cs typeface="Calibri"/>
              </a:rPr>
              <a:t>Prior to starting, please browse our DAM </a:t>
            </a:r>
            <a:r>
              <a:rPr sz="1000" b="0">
                <a:solidFill>
                  <a:schemeClr val="bg1">
                    <a:lumMod val="65000"/>
                  </a:schemeClr>
                </a:solidFill>
                <a:latin typeface="Calibri"/>
                <a:ea typeface="Calibri"/>
                <a:cs typeface="Calibri"/>
              </a:rPr>
              <a:t>https://content.aveva.com/ </a:t>
            </a:r>
            <a:r>
              <a:rPr sz="1000">
                <a:solidFill>
                  <a:schemeClr val="bg1">
                    <a:lumMod val="65000"/>
                  </a:schemeClr>
                </a:solidFill>
                <a:latin typeface="Calibri"/>
                <a:ea typeface="Calibri"/>
                <a:cs typeface="Calibri"/>
              </a:rPr>
              <a:t>and download some image options. </a:t>
            </a:r>
            <a:r>
              <a:rPr sz="1000" b="0">
                <a:solidFill>
                  <a:schemeClr val="bg1">
                    <a:lumMod val="65000"/>
                  </a:schemeClr>
                </a:solidFill>
                <a:latin typeface="Calibri"/>
                <a:ea typeface="Calibri"/>
                <a:cs typeface="Calibri"/>
              </a:rPr>
              <a:t>Click the image icon to insert image, then Send to Back. Please ensure that the AVEVA logo is displayed prominently against the image and remains fixed in its position. The logo should not shift or jump from slide to slide.</a:t>
            </a:r>
          </a:p>
        </p:txBody>
      </p:sp>
      <p:sp>
        <p:nvSpPr>
          <p:cNvPr id="4" name="Title 3">
            <a:extLst>
              <a:ext uri="{FF2B5EF4-FFF2-40B4-BE49-F238E27FC236}">
                <a16:creationId xmlns:a16="http://schemas.microsoft.com/office/drawing/2014/main" id="{ABFC0230-4F3A-0A49-90F7-7793BAFF4812}"/>
              </a:ext>
            </a:extLst>
          </p:cNvPr>
          <p:cNvSpPr>
            <a:spLocks noGrp="1"/>
          </p:cNvSpPr>
          <p:nvPr>
            <p:ph type="title"/>
          </p:nvPr>
        </p:nvSpPr>
        <p:spPr>
          <a:xfrm>
            <a:off x="4389118" y="267164"/>
            <a:ext cx="7196330" cy="804672"/>
          </a:xfrm>
        </p:spPr>
        <p:txBody>
          <a:bodyPr/>
          <a:lstStyle/>
          <a:p>
            <a:r>
              <a:t>Click to edit Master title style</a:t>
            </a:r>
          </a:p>
        </p:txBody>
      </p:sp>
      <p:sp>
        <p:nvSpPr>
          <p:cNvPr id="6" name="Content Placeholder 5">
            <a:extLst>
              <a:ext uri="{FF2B5EF4-FFF2-40B4-BE49-F238E27FC236}">
                <a16:creationId xmlns:a16="http://schemas.microsoft.com/office/drawing/2014/main" id="{A3672EDD-84B5-4B37-8945-594B07631AA3}"/>
              </a:ext>
            </a:extLst>
          </p:cNvPr>
          <p:cNvSpPr>
            <a:spLocks noGrp="1"/>
          </p:cNvSpPr>
          <p:nvPr>
            <p:ph idx="22"/>
          </p:nvPr>
        </p:nvSpPr>
        <p:spPr>
          <a:xfrm>
            <a:off x="4389437" y="1628775"/>
            <a:ext cx="7196328" cy="404050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Footer Placeholder 6">
            <a:extLst>
              <a:ext uri="{FF2B5EF4-FFF2-40B4-BE49-F238E27FC236}">
                <a16:creationId xmlns:a16="http://schemas.microsoft.com/office/drawing/2014/main" id="{4CF1127D-5A5B-BE44-AF70-B03D9874146E}"/>
              </a:ext>
            </a:extLst>
          </p:cNvPr>
          <p:cNvSpPr>
            <a:spLocks noGrp="1"/>
          </p:cNvSpPr>
          <p:nvPr>
            <p:ph type="ftr" idx="24"/>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9" name="Slide Number Placeholder 8">
            <a:extLst>
              <a:ext uri="{FF2B5EF4-FFF2-40B4-BE49-F238E27FC236}">
                <a16:creationId xmlns:a16="http://schemas.microsoft.com/office/drawing/2014/main" id="{BBB8591D-EA2A-B945-9BC6-5B0694FA9821}"/>
              </a:ext>
            </a:extLst>
          </p:cNvPr>
          <p:cNvSpPr>
            <a:spLocks noGrp="1"/>
          </p:cNvSpPr>
          <p:nvPr>
            <p:ph type="sldNum" idx="25"/>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47" name="TextBox 46">
            <a:extLst>
              <a:ext uri="{FF2B5EF4-FFF2-40B4-BE49-F238E27FC236}">
                <a16:creationId xmlns:a16="http://schemas.microsoft.com/office/drawing/2014/main" id="{3BD86FB8-BDE2-408D-9C9A-0307EAA33E57}"/>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3" name="Oval 2">
            <a:extLst>
              <a:ext uri="{FF2B5EF4-FFF2-40B4-BE49-F238E27FC236}">
                <a16:creationId xmlns:a16="http://schemas.microsoft.com/office/drawing/2014/main" id="{2F3E13DD-2DA7-1921-26DA-C150140DFE8E}"/>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 name="Oval 4">
            <a:extLst>
              <a:ext uri="{FF2B5EF4-FFF2-40B4-BE49-F238E27FC236}">
                <a16:creationId xmlns:a16="http://schemas.microsoft.com/office/drawing/2014/main" id="{F6807046-11D6-D7B1-6B3C-769A7C746500}"/>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AA34D6EA-248E-A686-AFB4-6116A81C7376}"/>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0" name="Rectangle 9">
            <a:extLst>
              <a:ext uri="{FF2B5EF4-FFF2-40B4-BE49-F238E27FC236}">
                <a16:creationId xmlns:a16="http://schemas.microsoft.com/office/drawing/2014/main" id="{5E63C3F8-CD2A-EEA9-436D-C346B2798886}"/>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1" name="Oval 10">
            <a:extLst>
              <a:ext uri="{FF2B5EF4-FFF2-40B4-BE49-F238E27FC236}">
                <a16:creationId xmlns:a16="http://schemas.microsoft.com/office/drawing/2014/main" id="{D8B7905C-472A-8E27-FEB2-41DAA8C7A903}"/>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2" name="Oval 11">
            <a:extLst>
              <a:ext uri="{FF2B5EF4-FFF2-40B4-BE49-F238E27FC236}">
                <a16:creationId xmlns:a16="http://schemas.microsoft.com/office/drawing/2014/main" id="{A9E945B1-7829-279D-B81E-CDDDEF0A14E2}"/>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E883F092-C9D5-A823-1944-2E03B1DAD803}"/>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48" name="Oval 47">
            <a:extLst>
              <a:ext uri="{FF2B5EF4-FFF2-40B4-BE49-F238E27FC236}">
                <a16:creationId xmlns:a16="http://schemas.microsoft.com/office/drawing/2014/main" id="{677DFF3E-8519-77E8-95B6-D5838A18EE02}"/>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3" name="Rectangle 52">
            <a:extLst>
              <a:ext uri="{FF2B5EF4-FFF2-40B4-BE49-F238E27FC236}">
                <a16:creationId xmlns:a16="http://schemas.microsoft.com/office/drawing/2014/main" id="{5E896C1D-3EBC-8482-CC02-36B14B5E4D67}"/>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54" name="Oval 53">
            <a:extLst>
              <a:ext uri="{FF2B5EF4-FFF2-40B4-BE49-F238E27FC236}">
                <a16:creationId xmlns:a16="http://schemas.microsoft.com/office/drawing/2014/main" id="{3F40E5F4-49B9-1FBC-E941-1C158BDC720B}"/>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5" name="Oval 54">
            <a:extLst>
              <a:ext uri="{FF2B5EF4-FFF2-40B4-BE49-F238E27FC236}">
                <a16:creationId xmlns:a16="http://schemas.microsoft.com/office/drawing/2014/main" id="{F20A40E6-76B3-5F28-9200-57D8A32C3262}"/>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6" name="Oval 55">
            <a:extLst>
              <a:ext uri="{FF2B5EF4-FFF2-40B4-BE49-F238E27FC236}">
                <a16:creationId xmlns:a16="http://schemas.microsoft.com/office/drawing/2014/main" id="{D30B1F4F-E88C-6564-E643-DFD23DF1524A}"/>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7" name="Oval 56">
            <a:extLst>
              <a:ext uri="{FF2B5EF4-FFF2-40B4-BE49-F238E27FC236}">
                <a16:creationId xmlns:a16="http://schemas.microsoft.com/office/drawing/2014/main" id="{7101AF53-1399-29D4-27A9-B2EC1F6CE5B7}"/>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8" name="Oval 57">
            <a:extLst>
              <a:ext uri="{FF2B5EF4-FFF2-40B4-BE49-F238E27FC236}">
                <a16:creationId xmlns:a16="http://schemas.microsoft.com/office/drawing/2014/main" id="{45349D17-CEC2-3F83-42AA-41A57B0722F3}"/>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9" name="Oval 58">
            <a:extLst>
              <a:ext uri="{FF2B5EF4-FFF2-40B4-BE49-F238E27FC236}">
                <a16:creationId xmlns:a16="http://schemas.microsoft.com/office/drawing/2014/main" id="{C5E399E2-3D01-51F3-09B2-65896FD207C3}"/>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0" name="TextBox 49">
            <a:extLst>
              <a:ext uri="{FF2B5EF4-FFF2-40B4-BE49-F238E27FC236}">
                <a16:creationId xmlns:a16="http://schemas.microsoft.com/office/drawing/2014/main" id="{26403158-825A-866A-A06B-ACE7887D9C37}"/>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88" name="Picture 50"/>
          <p:cNvPicPr>
            <a:picLocks noChangeAspect="1"/>
          </p:cNvPicPr>
          <p:nvPr/>
        </p:nvPicPr>
        <p:blipFill>
          <a:blip r:embed="rId3"/>
          <a:stretch>
            <a:fillRect/>
          </a:stretch>
        </p:blipFill>
        <p:spPr>
          <a:xfrm>
            <a:off x="14012244" y="4384548"/>
            <a:ext cx="1088171" cy="1611330"/>
          </a:xfrm>
          <a:prstGeom prst="rect">
            <a:avLst/>
          </a:prstGeom>
        </p:spPr>
      </p:pic>
      <p:sp>
        <p:nvSpPr>
          <p:cNvPr id="52" name="Rectangle 51">
            <a:extLst>
              <a:ext uri="{FF2B5EF4-FFF2-40B4-BE49-F238E27FC236}">
                <a16:creationId xmlns:a16="http://schemas.microsoft.com/office/drawing/2014/main" id="{8DC2F8FD-5D26-2DBE-9BFB-B862C7FA3267}"/>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arge Photo">
    <p:bg>
      <p:bgPr>
        <a:solidFill>
          <a:schemeClr val="tx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BAA8A37-C902-D64B-A0D2-C155BACAA75D}"/>
              </a:ext>
            </a:extLst>
          </p:cNvPr>
          <p:cNvSpPr>
            <a:spLocks noGrp="1"/>
          </p:cNvSpPr>
          <p:nvPr>
            <p:ph type="pic" idx="15" hasCustomPrompt="1"/>
          </p:nvPr>
        </p:nvSpPr>
        <p:spPr>
          <a:xfrm>
            <a:off x="-9144" y="-9144"/>
            <a:ext cx="12207240" cy="6879600"/>
          </a:xfrm>
          <a:prstGeom prst="rect">
            <a:avLst/>
          </a:prstGeom>
          <a:gradFill>
            <a:gsLst>
              <a:gs pos="25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ea typeface="+mn-lt"/>
                <a:cs typeface="+mn-lt"/>
              </a:defRPr>
            </a:lvl1pPr>
          </a:lstStyle>
          <a:p>
            <a:r>
              <a:t>Click icon to Insert Image</a:t>
            </a:r>
          </a:p>
        </p:txBody>
      </p:sp>
      <p:sp>
        <p:nvSpPr>
          <p:cNvPr id="7" name="Online Image Placeholder 7">
            <a:extLst>
              <a:ext uri="{FF2B5EF4-FFF2-40B4-BE49-F238E27FC236}">
                <a16:creationId xmlns:a16="http://schemas.microsoft.com/office/drawing/2014/main" id="{BC64D873-B6D7-4E41-8389-BFCC22FB4C5A}"/>
              </a:ext>
            </a:extLst>
          </p:cNvPr>
          <p:cNvSpPr>
            <a:spLocks noGrp="1"/>
          </p:cNvSpPr>
          <p:nvPr>
            <p:ph type="clipArt" idx="20" hasCustomPrompt="1"/>
          </p:nvPr>
        </p:nvSpPr>
        <p:spPr>
          <a:xfrm>
            <a:off x="10422144" y="6310008"/>
            <a:ext cx="1157208" cy="262560"/>
          </a:xfrm>
          <a:prstGeom prst="rect">
            <a:avLst/>
          </a:prstGeom>
          <a:blipFill>
            <a:blip r:embed="rId2"/>
            <a:stretch>
              <a:fillRect/>
            </a:stretch>
          </a:blipFill>
        </p:spPr>
        <p:txBody>
          <a:bodyPr/>
          <a:lstStyle>
            <a:lvl1pPr marL="14414" indent="0">
              <a:buFontTx/>
              <a:buNone/>
              <a:defRPr/>
            </a:lvl1pPr>
          </a:lstStyle>
          <a:p>
            <a:r>
              <a:t> </a:t>
            </a:r>
          </a:p>
        </p:txBody>
      </p:sp>
      <p:sp>
        <p:nvSpPr>
          <p:cNvPr id="35" name="Footer Placeholder 34">
            <a:extLst>
              <a:ext uri="{FF2B5EF4-FFF2-40B4-BE49-F238E27FC236}">
                <a16:creationId xmlns:a16="http://schemas.microsoft.com/office/drawing/2014/main" id="{937FDBC0-9928-2941-A57C-F584CC6240C9}"/>
              </a:ext>
            </a:extLst>
          </p:cNvPr>
          <p:cNvSpPr>
            <a:spLocks noGrp="1"/>
          </p:cNvSpPr>
          <p:nvPr>
            <p:ph type="ftr" idx="22"/>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36" name="Slide Number Placeholder 35">
            <a:extLst>
              <a:ext uri="{FF2B5EF4-FFF2-40B4-BE49-F238E27FC236}">
                <a16:creationId xmlns:a16="http://schemas.microsoft.com/office/drawing/2014/main" id="{EF8C9E19-6C1E-A843-913C-4518C8C89B7C}"/>
              </a:ext>
            </a:extLst>
          </p:cNvPr>
          <p:cNvSpPr>
            <a:spLocks noGrp="1"/>
          </p:cNvSpPr>
          <p:nvPr>
            <p:ph type="sldNum" idx="23"/>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64" name="TextBox 63">
            <a:extLst>
              <a:ext uri="{FF2B5EF4-FFF2-40B4-BE49-F238E27FC236}">
                <a16:creationId xmlns:a16="http://schemas.microsoft.com/office/drawing/2014/main" id="{97B5313E-12DB-4137-96D6-BED0CAEF0161}"/>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3" name="Oval 2">
            <a:extLst>
              <a:ext uri="{FF2B5EF4-FFF2-40B4-BE49-F238E27FC236}">
                <a16:creationId xmlns:a16="http://schemas.microsoft.com/office/drawing/2014/main" id="{1F2D5AE3-A05F-26DB-1F97-2C1CC1939D26}"/>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 name="Oval 4">
            <a:extLst>
              <a:ext uri="{FF2B5EF4-FFF2-40B4-BE49-F238E27FC236}">
                <a16:creationId xmlns:a16="http://schemas.microsoft.com/office/drawing/2014/main" id="{B96963C6-7C1B-3080-4FB0-60F8E0C94547}"/>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3C8F6170-0A21-B21D-6406-280CB32FD3E7}"/>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Rectangle 7">
            <a:extLst>
              <a:ext uri="{FF2B5EF4-FFF2-40B4-BE49-F238E27FC236}">
                <a16:creationId xmlns:a16="http://schemas.microsoft.com/office/drawing/2014/main" id="{3EFB5CCC-313F-D26C-7BF5-D6C42C080E0C}"/>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9" name="Oval 8">
            <a:extLst>
              <a:ext uri="{FF2B5EF4-FFF2-40B4-BE49-F238E27FC236}">
                <a16:creationId xmlns:a16="http://schemas.microsoft.com/office/drawing/2014/main" id="{C64BD031-53F7-6CB2-5FFF-37D9B60D0A01}"/>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0" name="Oval 9">
            <a:extLst>
              <a:ext uri="{FF2B5EF4-FFF2-40B4-BE49-F238E27FC236}">
                <a16:creationId xmlns:a16="http://schemas.microsoft.com/office/drawing/2014/main" id="{F9C7B803-CD1D-3E5C-F830-4B470456A934}"/>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Oval 10">
            <a:extLst>
              <a:ext uri="{FF2B5EF4-FFF2-40B4-BE49-F238E27FC236}">
                <a16:creationId xmlns:a16="http://schemas.microsoft.com/office/drawing/2014/main" id="{3BA1914F-AC70-04C2-7818-C3C641150219}"/>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2" name="Oval 11">
            <a:extLst>
              <a:ext uri="{FF2B5EF4-FFF2-40B4-BE49-F238E27FC236}">
                <a16:creationId xmlns:a16="http://schemas.microsoft.com/office/drawing/2014/main" id="{39D3E1F0-3F07-6CB5-659C-8321C9A36B62}"/>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7" name="Rectangle 16">
            <a:extLst>
              <a:ext uri="{FF2B5EF4-FFF2-40B4-BE49-F238E27FC236}">
                <a16:creationId xmlns:a16="http://schemas.microsoft.com/office/drawing/2014/main" id="{4EE9D3F6-8611-3096-AD4E-E6BD2F54D762}"/>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18" name="Oval 17">
            <a:extLst>
              <a:ext uri="{FF2B5EF4-FFF2-40B4-BE49-F238E27FC236}">
                <a16:creationId xmlns:a16="http://schemas.microsoft.com/office/drawing/2014/main" id="{3FC97EA9-B657-FDA7-7084-A714F2221171}"/>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5ED788DD-BD3C-82F8-3C06-07D23B050CD8}"/>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9BC8EDF3-7332-C1EE-7E27-753F79A7D33E}"/>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F044E596-9405-33BE-04C0-4A3554EEB1C1}"/>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2" name="Oval 21">
            <a:extLst>
              <a:ext uri="{FF2B5EF4-FFF2-40B4-BE49-F238E27FC236}">
                <a16:creationId xmlns:a16="http://schemas.microsoft.com/office/drawing/2014/main" id="{56E94C23-9F74-AA35-4EE4-264018BF46DC}"/>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Oval 22">
            <a:extLst>
              <a:ext uri="{FF2B5EF4-FFF2-40B4-BE49-F238E27FC236}">
                <a16:creationId xmlns:a16="http://schemas.microsoft.com/office/drawing/2014/main" id="{AF690B1A-AFDD-6E21-1A0A-4B528B4DE7C6}"/>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4" name="TextBox 13">
            <a:extLst>
              <a:ext uri="{FF2B5EF4-FFF2-40B4-BE49-F238E27FC236}">
                <a16:creationId xmlns:a16="http://schemas.microsoft.com/office/drawing/2014/main" id="{83A7DB82-77F7-09B0-E325-1693A026806F}"/>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87" name="Picture 14"/>
          <p:cNvPicPr>
            <a:picLocks noChangeAspect="1"/>
          </p:cNvPicPr>
          <p:nvPr/>
        </p:nvPicPr>
        <p:blipFill>
          <a:blip r:embed="rId3"/>
          <a:stretch>
            <a:fillRect/>
          </a:stretch>
        </p:blipFill>
        <p:spPr>
          <a:xfrm>
            <a:off x="14012244" y="4384548"/>
            <a:ext cx="1088171" cy="1611330"/>
          </a:xfrm>
          <a:prstGeom prst="rect">
            <a:avLst/>
          </a:prstGeom>
        </p:spPr>
      </p:pic>
      <p:sp>
        <p:nvSpPr>
          <p:cNvPr id="16" name="Rectangle 15">
            <a:extLst>
              <a:ext uri="{FF2B5EF4-FFF2-40B4-BE49-F238E27FC236}">
                <a16:creationId xmlns:a16="http://schemas.microsoft.com/office/drawing/2014/main" id="{5DE5996E-08E0-5A89-B13A-DACD7ED4685A}"/>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otation - Dark">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86E52A5-4EFD-4CDC-84A0-69CD15B152A9}"/>
              </a:ext>
            </a:extLst>
          </p:cNvPr>
          <p:cNvSpPr>
            <a:spLocks noGrp="1"/>
          </p:cNvSpPr>
          <p:nvPr>
            <p:ph type="body" idx="13"/>
          </p:nvPr>
        </p:nvSpPr>
        <p:spPr>
          <a:xfrm>
            <a:off x="1572767" y="1783080"/>
            <a:ext cx="9043416" cy="2713037"/>
          </a:xfrm>
        </p:spPr>
        <p:txBody>
          <a:bodyPr anchor="ctr"/>
          <a:lstStyle>
            <a:lvl1pPr marL="0" indent="0" algn="ctr">
              <a:lnSpc>
                <a:spcPct val="90000"/>
              </a:lnSpc>
              <a:buFontTx/>
              <a:buNone/>
              <a:defRPr sz="3600" b="0" i="0">
                <a:solidFill>
                  <a:schemeClr val="bg1"/>
                </a:solidFill>
                <a:latin typeface="+mj-lt"/>
                <a:ea typeface="+mj-lt"/>
                <a:cs typeface="+mj-lt"/>
              </a:defRPr>
            </a:lvl1pPr>
            <a:lvl2pPr marL="0" indent="0" algn="ctr">
              <a:lnSpc>
                <a:spcPct val="90000"/>
              </a:lnSpc>
              <a:spcBef>
                <a:spcPts val="3500"/>
              </a:spcBef>
              <a:spcAft>
                <a:spcPts val="0"/>
              </a:spcAft>
              <a:buFontTx/>
              <a:buNone/>
              <a:defRPr sz="1800">
                <a:solidFill>
                  <a:schemeClr val="bg1"/>
                </a:solidFill>
                <a:latin typeface="+mn-lt"/>
                <a:ea typeface="+mn-lt"/>
                <a:cs typeface="+mn-lt"/>
              </a:defRPr>
            </a:lvl2pPr>
            <a:lvl3pPr marL="576662" indent="0">
              <a:buFontTx/>
              <a:buNone/>
              <a:defRPr>
                <a:solidFill>
                  <a:schemeClr val="bg1"/>
                </a:solidFill>
              </a:defRPr>
            </a:lvl3pPr>
            <a:lvl4pPr marL="863600" indent="0">
              <a:buFontTx/>
              <a:buNone/>
              <a:defRPr>
                <a:solidFill>
                  <a:schemeClr val="bg1"/>
                </a:solidFill>
              </a:defRPr>
            </a:lvl4pPr>
            <a:lvl5pPr marL="1152525" indent="0">
              <a:buFontTx/>
              <a:buNone/>
              <a:defRPr>
                <a:solidFill>
                  <a:schemeClr val="bg1"/>
                </a:solidFill>
              </a:defRPr>
            </a:lvl5pPr>
          </a:lstStyle>
          <a:p>
            <a:pPr lvl="0">
              <a:buNone/>
            </a:pPr>
            <a:r>
              <a:t>Click to edit Master text styles</a:t>
            </a:r>
          </a:p>
          <a:p>
            <a:pPr lvl="1">
              <a:buNone/>
            </a:pPr>
            <a:r>
              <a:t>Second level</a:t>
            </a:r>
          </a:p>
        </p:txBody>
      </p:sp>
      <p:sp>
        <p:nvSpPr>
          <p:cNvPr id="12" name="Freeform 5">
            <a:extLst>
              <a:ext uri="{FF2B5EF4-FFF2-40B4-BE49-F238E27FC236}">
                <a16:creationId xmlns:a16="http://schemas.microsoft.com/office/drawing/2014/main" id="{A9D6C45B-AB0A-42F2-A8B1-EF173835B96A}"/>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3" name="Freeform 6">
            <a:extLst>
              <a:ext uri="{FF2B5EF4-FFF2-40B4-BE49-F238E27FC236}">
                <a16:creationId xmlns:a16="http://schemas.microsoft.com/office/drawing/2014/main" id="{3C1046CE-F8D6-46C6-BCC0-593C7932C847}"/>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bg1"/>
          </a:solidFill>
          <a:ln w="0">
            <a:noFill/>
            <a:prstDash val="solid"/>
          </a:ln>
        </p:spPr>
        <p:txBody>
          <a:bodyPr vert="horz" wrap="square" lIns="91440" tIns="45720" rIns="91440" bIns="45720" anchor="t"/>
          <a:lstStyle/>
          <a:p>
            <a:endParaRPr/>
          </a:p>
        </p:txBody>
      </p:sp>
      <p:sp>
        <p:nvSpPr>
          <p:cNvPr id="14" name="Freeform 7">
            <a:extLst>
              <a:ext uri="{FF2B5EF4-FFF2-40B4-BE49-F238E27FC236}">
                <a16:creationId xmlns:a16="http://schemas.microsoft.com/office/drawing/2014/main" id="{2E28D404-3216-46E4-9244-0094820F756E}"/>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5" name="Freeform 8">
            <a:extLst>
              <a:ext uri="{FF2B5EF4-FFF2-40B4-BE49-F238E27FC236}">
                <a16:creationId xmlns:a16="http://schemas.microsoft.com/office/drawing/2014/main" id="{5C45158B-20BA-48A4-82DA-563BA44CBFBB}"/>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bg1"/>
          </a:solidFill>
          <a:ln w="0">
            <a:noFill/>
            <a:prstDash val="solid"/>
          </a:ln>
        </p:spPr>
        <p:txBody>
          <a:bodyPr vert="horz" wrap="square" lIns="91440" tIns="45720" rIns="91440" bIns="45720" anchor="t"/>
          <a:lstStyle/>
          <a:p>
            <a:endParaRPr/>
          </a:p>
        </p:txBody>
      </p:sp>
      <p:sp>
        <p:nvSpPr>
          <p:cNvPr id="16" name="Freeform 9">
            <a:extLst>
              <a:ext uri="{FF2B5EF4-FFF2-40B4-BE49-F238E27FC236}">
                <a16:creationId xmlns:a16="http://schemas.microsoft.com/office/drawing/2014/main" id="{2FAAEA42-D27B-458D-B3FB-6D5FF8C8C8CF}"/>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7" name="Freeform 10">
            <a:extLst>
              <a:ext uri="{FF2B5EF4-FFF2-40B4-BE49-F238E27FC236}">
                <a16:creationId xmlns:a16="http://schemas.microsoft.com/office/drawing/2014/main" id="{0A0E7B91-E440-4B18-8D03-966A228F0F95}"/>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8" name="Freeform 11">
            <a:extLst>
              <a:ext uri="{FF2B5EF4-FFF2-40B4-BE49-F238E27FC236}">
                <a16:creationId xmlns:a16="http://schemas.microsoft.com/office/drawing/2014/main" id="{D2D49480-1518-4ED0-8163-10BFEE43748E}"/>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3" name="Footer Placeholder 2">
            <a:extLst>
              <a:ext uri="{FF2B5EF4-FFF2-40B4-BE49-F238E27FC236}">
                <a16:creationId xmlns:a16="http://schemas.microsoft.com/office/drawing/2014/main" id="{B8EBE62E-B597-204A-8006-7CA5870BD8B6}"/>
              </a:ext>
            </a:extLst>
          </p:cNvPr>
          <p:cNvSpPr>
            <a:spLocks noGrp="1"/>
          </p:cNvSpPr>
          <p:nvPr>
            <p:ph type="ftr" idx="15"/>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4" name="Slide Number Placeholder 3">
            <a:extLst>
              <a:ext uri="{FF2B5EF4-FFF2-40B4-BE49-F238E27FC236}">
                <a16:creationId xmlns:a16="http://schemas.microsoft.com/office/drawing/2014/main" id="{8EA9D2F9-C526-8043-AE25-01D74215FFAB}"/>
              </a:ext>
            </a:extLst>
          </p:cNvPr>
          <p:cNvSpPr>
            <a:spLocks noGrp="1"/>
          </p:cNvSpPr>
          <p:nvPr>
            <p:ph type="sldNum" idx="16"/>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70" name="TextBox 69">
            <a:extLst>
              <a:ext uri="{FF2B5EF4-FFF2-40B4-BE49-F238E27FC236}">
                <a16:creationId xmlns:a16="http://schemas.microsoft.com/office/drawing/2014/main" id="{15B1906B-81AB-41E4-B957-141F333C8AC5}"/>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Oval 4">
            <a:extLst>
              <a:ext uri="{FF2B5EF4-FFF2-40B4-BE49-F238E27FC236}">
                <a16:creationId xmlns:a16="http://schemas.microsoft.com/office/drawing/2014/main" id="{1B9F7A15-9A83-3C74-745D-08CF0B3948B3}"/>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7D21937F-2E69-AC8D-BDCA-8952334247E7}"/>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262BE45F-C295-E23C-1A9A-16A2A0E6A1C1}"/>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Rectangle 8">
            <a:extLst>
              <a:ext uri="{FF2B5EF4-FFF2-40B4-BE49-F238E27FC236}">
                <a16:creationId xmlns:a16="http://schemas.microsoft.com/office/drawing/2014/main" id="{52CCC806-2DBA-4609-A6FA-AB5FF5D03F1E}"/>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0" name="Oval 9">
            <a:extLst>
              <a:ext uri="{FF2B5EF4-FFF2-40B4-BE49-F238E27FC236}">
                <a16:creationId xmlns:a16="http://schemas.microsoft.com/office/drawing/2014/main" id="{59CAB116-B5ED-1D80-8B2F-25E4797E9456}"/>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B7867309-F270-45BF-BF68-73B0B86C1670}"/>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1A240449-6BE4-CAE3-5168-4482E288D429}"/>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280BE9F6-D942-3880-3994-D03F32460A0A}"/>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B642FDD1-AEF2-31BC-8BE0-EB38030CBE5D}"/>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471C393E-DD29-A336-EC48-05588D65E4C0}"/>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90A910A4-3AC3-6A8B-4FD3-35D51ABE62E0}"/>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261008E8-5ACC-08BF-7813-71316A2FD287}"/>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5FE26C4F-8451-0F5F-584A-727F6BED6495}"/>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8F0D02CC-1F25-D1D1-2849-480A8837388E}"/>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43901AA9-21FB-D614-E408-B6607A0C77FB}"/>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DA70FB2F-D751-C8F4-BB63-994656429BB6}"/>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9" name="Picture 23"/>
          <p:cNvPicPr>
            <a:picLocks noChangeAspect="1"/>
          </p:cNvPicPr>
          <p:nvPr/>
        </p:nvPicPr>
        <p:blipFill>
          <a:blip r:embed="rId2"/>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0BF5B87E-5393-7080-E528-42CDF65FF13A}"/>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07CF30F0-D477-5341-B92C-2C107A8F94B1}"/>
              </a:ext>
            </a:extLst>
          </p:cNvPr>
          <p:cNvSpPr>
            <a:spLocks noGrp="1"/>
          </p:cNvSpPr>
          <p:nvPr>
            <p:ph type="body" idx="13" hasCustomPrompt="1"/>
          </p:nvPr>
        </p:nvSpPr>
        <p:spPr>
          <a:xfrm>
            <a:off x="609600" y="1130706"/>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buNone/>
            </a:pPr>
            <a:r>
              <a:t>Optional Subtitle</a:t>
            </a:r>
          </a:p>
        </p:txBody>
      </p:sp>
      <p:sp>
        <p:nvSpPr>
          <p:cNvPr id="3" name="Title 2">
            <a:extLst>
              <a:ext uri="{FF2B5EF4-FFF2-40B4-BE49-F238E27FC236}">
                <a16:creationId xmlns:a16="http://schemas.microsoft.com/office/drawing/2014/main" id="{4B09B95D-1CBD-6F48-94CF-40A74FC99178}"/>
              </a:ext>
            </a:extLst>
          </p:cNvPr>
          <p:cNvSpPr>
            <a:spLocks noGrp="1"/>
          </p:cNvSpPr>
          <p:nvPr>
            <p:ph type="title"/>
          </p:nvPr>
        </p:nvSpPr>
        <p:spPr/>
        <p:txBody>
          <a:bodyPr/>
          <a:lstStyle/>
          <a:p>
            <a:r>
              <a:t>Click to edit Master title style</a:t>
            </a:r>
          </a:p>
        </p:txBody>
      </p:sp>
      <p:sp>
        <p:nvSpPr>
          <p:cNvPr id="4" name="Footer Placeholder 3">
            <a:extLst>
              <a:ext uri="{FF2B5EF4-FFF2-40B4-BE49-F238E27FC236}">
                <a16:creationId xmlns:a16="http://schemas.microsoft.com/office/drawing/2014/main" id="{9EC481AD-9FF0-5449-975D-C622F0ACF19F}"/>
              </a:ext>
            </a:extLst>
          </p:cNvPr>
          <p:cNvSpPr>
            <a:spLocks noGrp="1"/>
          </p:cNvSpPr>
          <p:nvPr>
            <p:ph type="ftr" idx="15"/>
          </p:nvPr>
        </p:nvSpPr>
        <p:spPr/>
        <p:txBody>
          <a:bodyPr/>
          <a:lstStyle/>
          <a:p>
            <a:r>
              <a:t>For Internal Use Only. © 2026 AVEVA Group Limited or its subsidiaries. All rights reserved.</a:t>
            </a:r>
          </a:p>
        </p:txBody>
      </p:sp>
      <p:sp>
        <p:nvSpPr>
          <p:cNvPr id="6" name="Slide Number Placeholder 5">
            <a:extLst>
              <a:ext uri="{FF2B5EF4-FFF2-40B4-BE49-F238E27FC236}">
                <a16:creationId xmlns:a16="http://schemas.microsoft.com/office/drawing/2014/main" id="{6D1562B2-AD6B-E34C-ACCC-70A6B537DD30}"/>
              </a:ext>
            </a:extLst>
          </p:cNvPr>
          <p:cNvSpPr>
            <a:spLocks noGrp="1"/>
          </p:cNvSpPr>
          <p:nvPr>
            <p:ph type="sldNum" idx="16"/>
          </p:nvPr>
        </p:nvSpPr>
        <p:spPr/>
        <p:txBody>
          <a:bodyPr/>
          <a:lstStyle/>
          <a:p>
            <a:fld id="{267CDB12-45E5-4FD7-AE50-9CB5AFC72BA1}"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9BF2-C511-CA46-BDD2-C36BEE350D48}"/>
              </a:ext>
            </a:extLst>
          </p:cNvPr>
          <p:cNvSpPr>
            <a:spLocks noGrp="1"/>
          </p:cNvSpPr>
          <p:nvPr>
            <p:ph type="title"/>
          </p:nvPr>
        </p:nvSpPr>
        <p:spPr/>
        <p:txBody>
          <a:bodyPr/>
          <a:lstStyle/>
          <a:p>
            <a:r>
              <a:t>Click to edit Master title style</a:t>
            </a:r>
          </a:p>
        </p:txBody>
      </p:sp>
      <p:sp>
        <p:nvSpPr>
          <p:cNvPr id="4" name="Footer Placeholder 3">
            <a:extLst>
              <a:ext uri="{FF2B5EF4-FFF2-40B4-BE49-F238E27FC236}">
                <a16:creationId xmlns:a16="http://schemas.microsoft.com/office/drawing/2014/main" id="{4C19AC21-1CD0-2542-848F-A9D2CBADC0B4}"/>
              </a:ext>
            </a:extLst>
          </p:cNvPr>
          <p:cNvSpPr>
            <a:spLocks noGrp="1"/>
          </p:cNvSpPr>
          <p:nvPr>
            <p:ph type="ftr" idx="11"/>
          </p:nvPr>
        </p:nvSpPr>
        <p:spPr/>
        <p:txBody>
          <a:bodyPr/>
          <a:lstStyle/>
          <a:p>
            <a:r>
              <a:t>For Internal Use Only. © 2026 AVEVA Group Limited or its subsidiaries. All rights reserved.</a:t>
            </a:r>
          </a:p>
        </p:txBody>
      </p:sp>
      <p:sp>
        <p:nvSpPr>
          <p:cNvPr id="6" name="Slide Number Placeholder 5">
            <a:extLst>
              <a:ext uri="{FF2B5EF4-FFF2-40B4-BE49-F238E27FC236}">
                <a16:creationId xmlns:a16="http://schemas.microsoft.com/office/drawing/2014/main" id="{F25690AC-7E6A-0C4D-BA31-49C380A7F649}"/>
              </a:ext>
            </a:extLst>
          </p:cNvPr>
          <p:cNvSpPr>
            <a:spLocks noGrp="1"/>
          </p:cNvSpPr>
          <p:nvPr>
            <p:ph type="sldNum" idx="12"/>
          </p:nvPr>
        </p:nvSpPr>
        <p:spPr/>
        <p:txBody>
          <a:bodyPr/>
          <a:lstStyle/>
          <a:p>
            <a:fld id="{267CDB12-45E5-4FD7-AE50-9CB5AFC72BA1}"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0F91E29F-0029-8941-A2E4-13B078A90B87}"/>
              </a:ext>
            </a:extLst>
          </p:cNvPr>
          <p:cNvSpPr>
            <a:spLocks noGrp="1"/>
          </p:cNvSpPr>
          <p:nvPr>
            <p:ph type="ftr" idx="11"/>
          </p:nvPr>
        </p:nvSpPr>
        <p:spPr/>
        <p:txBody>
          <a:bodyPr/>
          <a:lstStyle/>
          <a:p>
            <a:r>
              <a:t>For Internal Use Only. © 2026 AVEVA Group Limited or its subsidiaries. All rights reserved.</a:t>
            </a:r>
          </a:p>
        </p:txBody>
      </p:sp>
      <p:sp>
        <p:nvSpPr>
          <p:cNvPr id="8" name="Slide Number Placeholder 7">
            <a:extLst>
              <a:ext uri="{FF2B5EF4-FFF2-40B4-BE49-F238E27FC236}">
                <a16:creationId xmlns:a16="http://schemas.microsoft.com/office/drawing/2014/main" id="{D81BEA3A-0FEC-6941-95DC-E2C7AA751595}"/>
              </a:ext>
            </a:extLst>
          </p:cNvPr>
          <p:cNvSpPr>
            <a:spLocks noGrp="1"/>
          </p:cNvSpPr>
          <p:nvPr>
            <p:ph type="sldNum" idx="12"/>
          </p:nvPr>
        </p:nvSpPr>
        <p:spPr/>
        <p:txBody>
          <a:bodyPr/>
          <a:lstStyle/>
          <a:p>
            <a:fld id="{267CDB12-45E5-4FD7-AE50-9CB5AFC72BA1}" type="slidenum">
              <a:t>‹#›</a:t>
            </a:fld>
            <a:endParaRPr/>
          </a:p>
        </p:txBody>
      </p:sp>
      <p:sp>
        <p:nvSpPr>
          <p:cNvPr id="11" name="Freeform 5">
            <a:extLst>
              <a:ext uri="{FF2B5EF4-FFF2-40B4-BE49-F238E27FC236}">
                <a16:creationId xmlns:a16="http://schemas.microsoft.com/office/drawing/2014/main" id="{EFB39AD8-C733-4EF2-942B-818BF5E7C796}"/>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2" name="Freeform 6">
            <a:extLst>
              <a:ext uri="{FF2B5EF4-FFF2-40B4-BE49-F238E27FC236}">
                <a16:creationId xmlns:a16="http://schemas.microsoft.com/office/drawing/2014/main" id="{396C73B0-9345-4EDB-94B1-6AA1026B27CE}"/>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4FA550DC-B86E-432B-A291-49D83FE55056}"/>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460BF4E1-7DCF-4D69-9472-FB81EC6A8887}"/>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9">
            <a:extLst>
              <a:ext uri="{FF2B5EF4-FFF2-40B4-BE49-F238E27FC236}">
                <a16:creationId xmlns:a16="http://schemas.microsoft.com/office/drawing/2014/main" id="{7338B91A-7618-4161-A6DE-658CFD035279}"/>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10">
            <a:extLst>
              <a:ext uri="{FF2B5EF4-FFF2-40B4-BE49-F238E27FC236}">
                <a16:creationId xmlns:a16="http://schemas.microsoft.com/office/drawing/2014/main" id="{D1486F2D-D4AA-4C1C-BBD2-8B3FF08BD309}"/>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7" name="Freeform 11">
            <a:extLst>
              <a:ext uri="{FF2B5EF4-FFF2-40B4-BE49-F238E27FC236}">
                <a16:creationId xmlns:a16="http://schemas.microsoft.com/office/drawing/2014/main" id="{D7B798E7-5BDE-4817-81D3-CA68475DB2E4}"/>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69" name="TextBox 68">
            <a:extLst>
              <a:ext uri="{FF2B5EF4-FFF2-40B4-BE49-F238E27FC236}">
                <a16:creationId xmlns:a16="http://schemas.microsoft.com/office/drawing/2014/main" id="{61FEB41C-17FA-4EBB-91E9-E816E4D14A11}"/>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3" name="Oval 2">
            <a:extLst>
              <a:ext uri="{FF2B5EF4-FFF2-40B4-BE49-F238E27FC236}">
                <a16:creationId xmlns:a16="http://schemas.microsoft.com/office/drawing/2014/main" id="{F94DFB41-DA50-1A8F-62DC-4B85420B2070}"/>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4" name="Oval 3">
            <a:extLst>
              <a:ext uri="{FF2B5EF4-FFF2-40B4-BE49-F238E27FC236}">
                <a16:creationId xmlns:a16="http://schemas.microsoft.com/office/drawing/2014/main" id="{4AC4CB66-0FA5-829B-09D8-FF86679FBDBD}"/>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 name="Oval 4">
            <a:extLst>
              <a:ext uri="{FF2B5EF4-FFF2-40B4-BE49-F238E27FC236}">
                <a16:creationId xmlns:a16="http://schemas.microsoft.com/office/drawing/2014/main" id="{DA67748C-43B4-28A9-EA18-F31F13E12252}"/>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Rectangle 5">
            <a:extLst>
              <a:ext uri="{FF2B5EF4-FFF2-40B4-BE49-F238E27FC236}">
                <a16:creationId xmlns:a16="http://schemas.microsoft.com/office/drawing/2014/main" id="{9F3D7DE1-5AA4-4A7C-5FFE-744AD1D680EE}"/>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9" name="Oval 8">
            <a:extLst>
              <a:ext uri="{FF2B5EF4-FFF2-40B4-BE49-F238E27FC236}">
                <a16:creationId xmlns:a16="http://schemas.microsoft.com/office/drawing/2014/main" id="{812EE21B-7189-CA55-97E0-85B2B0A06AB4}"/>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Oval 17">
            <a:extLst>
              <a:ext uri="{FF2B5EF4-FFF2-40B4-BE49-F238E27FC236}">
                <a16:creationId xmlns:a16="http://schemas.microsoft.com/office/drawing/2014/main" id="{220D9882-5F25-7924-E331-60741774EF88}"/>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E6740206-A92D-B56C-1FAD-1A00752EDBC8}"/>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C3B67673-EC50-4D35-FE30-F345355488F5}"/>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Rectangle 24">
            <a:extLst>
              <a:ext uri="{FF2B5EF4-FFF2-40B4-BE49-F238E27FC236}">
                <a16:creationId xmlns:a16="http://schemas.microsoft.com/office/drawing/2014/main" id="{90491830-8158-BDB3-D220-FE3172F39FAF}"/>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6" name="Oval 25">
            <a:extLst>
              <a:ext uri="{FF2B5EF4-FFF2-40B4-BE49-F238E27FC236}">
                <a16:creationId xmlns:a16="http://schemas.microsoft.com/office/drawing/2014/main" id="{08A2B57D-71DB-DAA3-6270-96A5E913EFB7}"/>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7" name="Oval 26">
            <a:extLst>
              <a:ext uri="{FF2B5EF4-FFF2-40B4-BE49-F238E27FC236}">
                <a16:creationId xmlns:a16="http://schemas.microsoft.com/office/drawing/2014/main" id="{F9B2E4FB-2193-4F7C-6474-26D11844FD78}"/>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17AFBF16-8916-D930-F9EB-1EC3D643D08E}"/>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01F66FE5-BB39-EFEF-59B0-210830A064AE}"/>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7C00A0B3-70EB-74FF-150F-494415B5C4D0}"/>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DBD943BC-DE7B-CF84-B671-5B8801EAF05A}"/>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2" name="TextBox 21">
            <a:extLst>
              <a:ext uri="{FF2B5EF4-FFF2-40B4-BE49-F238E27FC236}">
                <a16:creationId xmlns:a16="http://schemas.microsoft.com/office/drawing/2014/main" id="{7984DAEC-BBC4-9467-26B3-AB73999F692B}"/>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7" name="Picture 22"/>
          <p:cNvPicPr>
            <a:picLocks noChangeAspect="1"/>
          </p:cNvPicPr>
          <p:nvPr/>
        </p:nvPicPr>
        <p:blipFill>
          <a:blip r:embed="rId2"/>
          <a:stretch>
            <a:fillRect/>
          </a:stretch>
        </p:blipFill>
        <p:spPr>
          <a:xfrm>
            <a:off x="14012244" y="4384548"/>
            <a:ext cx="1088171" cy="1611330"/>
          </a:xfrm>
          <a:prstGeom prst="rect">
            <a:avLst/>
          </a:prstGeom>
        </p:spPr>
      </p:pic>
      <p:sp>
        <p:nvSpPr>
          <p:cNvPr id="24" name="Rectangle 23">
            <a:extLst>
              <a:ext uri="{FF2B5EF4-FFF2-40B4-BE49-F238E27FC236}">
                <a16:creationId xmlns:a16="http://schemas.microsoft.com/office/drawing/2014/main" id="{022A79D0-025B-9F92-E20D-45C77117F2BE}"/>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Blank">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E400EDB2-2080-8783-5737-F5218DEE54D6}"/>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4" name="Oval 3">
            <a:extLst>
              <a:ext uri="{FF2B5EF4-FFF2-40B4-BE49-F238E27FC236}">
                <a16:creationId xmlns:a16="http://schemas.microsoft.com/office/drawing/2014/main" id="{E8FF206E-7D9B-BBDE-6C58-EB02331717EF}"/>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5" name="Oval 4">
            <a:extLst>
              <a:ext uri="{FF2B5EF4-FFF2-40B4-BE49-F238E27FC236}">
                <a16:creationId xmlns:a16="http://schemas.microsoft.com/office/drawing/2014/main" id="{F3A5E247-2DEA-EC25-E9AE-C8777C575AC2}"/>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Rectangle 5">
            <a:extLst>
              <a:ext uri="{FF2B5EF4-FFF2-40B4-BE49-F238E27FC236}">
                <a16:creationId xmlns:a16="http://schemas.microsoft.com/office/drawing/2014/main" id="{30632BF2-32E2-CA80-FD2B-E0AA4E6991E5}"/>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7" name="Oval 6">
            <a:extLst>
              <a:ext uri="{FF2B5EF4-FFF2-40B4-BE49-F238E27FC236}">
                <a16:creationId xmlns:a16="http://schemas.microsoft.com/office/drawing/2014/main" id="{155D74A4-A881-04EB-976E-56F906E0143A}"/>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4C3AF47F-9EF1-D6D3-AA07-3451854C569B}"/>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Oval 8">
            <a:extLst>
              <a:ext uri="{FF2B5EF4-FFF2-40B4-BE49-F238E27FC236}">
                <a16:creationId xmlns:a16="http://schemas.microsoft.com/office/drawing/2014/main" id="{AFD1A875-B059-744A-1335-8CC9A85CD5B4}"/>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0" name="Oval 9">
            <a:extLst>
              <a:ext uri="{FF2B5EF4-FFF2-40B4-BE49-F238E27FC236}">
                <a16:creationId xmlns:a16="http://schemas.microsoft.com/office/drawing/2014/main" id="{1AFE8DE0-B5A9-C2E9-C20C-3F4E609936AC}"/>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5" name="Rectangle 14">
            <a:extLst>
              <a:ext uri="{FF2B5EF4-FFF2-40B4-BE49-F238E27FC236}">
                <a16:creationId xmlns:a16="http://schemas.microsoft.com/office/drawing/2014/main" id="{935350D9-431C-495C-241C-7196A05D05BD}"/>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16" name="Oval 15">
            <a:extLst>
              <a:ext uri="{FF2B5EF4-FFF2-40B4-BE49-F238E27FC236}">
                <a16:creationId xmlns:a16="http://schemas.microsoft.com/office/drawing/2014/main" id="{EF65AE4B-4F89-9CB5-AD39-C855D015B2A0}"/>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7" name="Oval 16">
            <a:extLst>
              <a:ext uri="{FF2B5EF4-FFF2-40B4-BE49-F238E27FC236}">
                <a16:creationId xmlns:a16="http://schemas.microsoft.com/office/drawing/2014/main" id="{37AD62BC-BE4C-E9BC-685D-E881E3612821}"/>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Oval 17">
            <a:extLst>
              <a:ext uri="{FF2B5EF4-FFF2-40B4-BE49-F238E27FC236}">
                <a16:creationId xmlns:a16="http://schemas.microsoft.com/office/drawing/2014/main" id="{2A002401-ECAB-13B5-76A8-59682A03C439}"/>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C6D7B5BB-2FC2-EC47-8A3F-1F67D5036F77}"/>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DFBE82E0-1A37-DC3F-5EFF-AA5E4ED32C8C}"/>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F3D4CC84-8D79-D6B9-1A26-DC272C1F0D31}"/>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2" name="TextBox 11">
            <a:extLst>
              <a:ext uri="{FF2B5EF4-FFF2-40B4-BE49-F238E27FC236}">
                <a16:creationId xmlns:a16="http://schemas.microsoft.com/office/drawing/2014/main" id="{401A4952-D78C-3B0D-4398-69737BA783E5}"/>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39" name="Picture 12"/>
          <p:cNvPicPr>
            <a:picLocks noChangeAspect="1"/>
          </p:cNvPicPr>
          <p:nvPr/>
        </p:nvPicPr>
        <p:blipFill>
          <a:blip r:embed="rId2"/>
          <a:stretch>
            <a:fillRect/>
          </a:stretch>
        </p:blipFill>
        <p:spPr>
          <a:xfrm>
            <a:off x="14012244" y="4384548"/>
            <a:ext cx="1088171" cy="1611330"/>
          </a:xfrm>
          <a:prstGeom prst="rect">
            <a:avLst/>
          </a:prstGeom>
        </p:spPr>
      </p:pic>
      <p:sp>
        <p:nvSpPr>
          <p:cNvPr id="14" name="Rectangle 13">
            <a:extLst>
              <a:ext uri="{FF2B5EF4-FFF2-40B4-BE49-F238E27FC236}">
                <a16:creationId xmlns:a16="http://schemas.microsoft.com/office/drawing/2014/main" id="{6B0E3046-4736-035A-1D9B-7AEAC87C4F73}"/>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sclaimer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a:spLocks noGrp="1"/>
          </p:cNvSpPr>
          <p:nvPr/>
        </p:nvSpPr>
        <p:spPr>
          <a:xfrm>
            <a:off x="609600" y="3961654"/>
            <a:ext cx="5486400" cy="2096245"/>
          </a:xfrm>
          <a:prstGeom prst="rect">
            <a:avLst/>
          </a:prstGeom>
          <a:noFill/>
        </p:spPr>
        <p:txBody>
          <a:bodyPr wrap="square" lIns="0" tIns="0" rIns="0" bIns="0" anchor="b">
            <a:noAutofit/>
          </a:bodyPr>
          <a:lstStyle/>
          <a:p>
            <a:pPr>
              <a:lnSpc>
                <a:spcPts val="1200"/>
              </a:lnSpc>
              <a:spcBef>
                <a:spcPts val="0"/>
              </a:spcBef>
              <a:spcAft>
                <a:spcPts val="600"/>
              </a:spcAft>
              <a:buNone/>
            </a:pPr>
            <a:r>
              <a:rPr sz="1000" b="0">
                <a:solidFill>
                  <a:schemeClr val="bg1"/>
                </a:solidFill>
                <a:latin typeface="+mn-lt"/>
                <a:ea typeface="+mn-lt"/>
                <a:cs typeface="+mn-lt"/>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buNone/>
            </a:pPr>
            <a:r>
              <a:rPr sz="1000" b="0">
                <a:solidFill>
                  <a:schemeClr val="bg1"/>
                </a:solidFill>
                <a:latin typeface="+mn-lt"/>
                <a:ea typeface="+mn-lt"/>
                <a:cs typeface="+mn-lt"/>
              </a:rPr>
              <a:t>The Company shall not be obliged to disclose any revision to these forward-looking statements to reflect events or circumstances occurring after the date on which they are made or to reflect the occurrence of future events.</a:t>
            </a:r>
          </a:p>
        </p:txBody>
      </p:sp>
      <p:sp>
        <p:nvSpPr>
          <p:cNvPr id="10" name="Freeform 5">
            <a:extLst>
              <a:ext uri="{FF2B5EF4-FFF2-40B4-BE49-F238E27FC236}">
                <a16:creationId xmlns:a16="http://schemas.microsoft.com/office/drawing/2014/main" id="{059B3F35-46A5-4575-8F16-117325A6EA7C}"/>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22A7D44C-C726-4110-B828-429688FC650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bg1"/>
          </a:solidFill>
          <a:ln w="0">
            <a:noFill/>
            <a:prstDash val="solid"/>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C7C11F05-F5D7-4FED-8F6E-8B13EB21E401}"/>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4B55EE27-3860-4009-9822-4097D4DEB483}"/>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bg1"/>
          </a:solidFill>
          <a:ln w="0">
            <a:noFill/>
            <a:prstDash val="solid"/>
          </a:ln>
        </p:spPr>
        <p:txBody>
          <a:bodyPr vert="horz" wrap="square" lIns="91440" tIns="45720" rIns="91440" bIns="45720" anchor="t"/>
          <a:lstStyle/>
          <a:p>
            <a:endParaRPr/>
          </a:p>
        </p:txBody>
      </p:sp>
      <p:sp>
        <p:nvSpPr>
          <p:cNvPr id="15" name="Freeform 9">
            <a:extLst>
              <a:ext uri="{FF2B5EF4-FFF2-40B4-BE49-F238E27FC236}">
                <a16:creationId xmlns:a16="http://schemas.microsoft.com/office/drawing/2014/main" id="{9647647E-E072-42D0-8327-BA9998BDB61A}"/>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6" name="Freeform 10">
            <a:extLst>
              <a:ext uri="{FF2B5EF4-FFF2-40B4-BE49-F238E27FC236}">
                <a16:creationId xmlns:a16="http://schemas.microsoft.com/office/drawing/2014/main" id="{324B6403-B8A9-40BF-AB59-E2CE8ECBDC0E}"/>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7" name="Freeform 11">
            <a:extLst>
              <a:ext uri="{FF2B5EF4-FFF2-40B4-BE49-F238E27FC236}">
                <a16:creationId xmlns:a16="http://schemas.microsoft.com/office/drawing/2014/main" id="{2708DED0-A42D-4765-A9FE-EEA008415148}"/>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3" name="Footer Placeholder 2">
            <a:extLst>
              <a:ext uri="{FF2B5EF4-FFF2-40B4-BE49-F238E27FC236}">
                <a16:creationId xmlns:a16="http://schemas.microsoft.com/office/drawing/2014/main" id="{7190A832-1E4B-5647-8582-2692691A2B3C}"/>
              </a:ext>
            </a:extLst>
          </p:cNvPr>
          <p:cNvSpPr>
            <a:spLocks noGrp="1"/>
          </p:cNvSpPr>
          <p:nvPr>
            <p:ph type="ftr" idx="11"/>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idx="12"/>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69" name="TextBox 68">
            <a:extLst>
              <a:ext uri="{FF2B5EF4-FFF2-40B4-BE49-F238E27FC236}">
                <a16:creationId xmlns:a16="http://schemas.microsoft.com/office/drawing/2014/main" id="{CB2066EB-B7B1-4A5B-9465-B2E5506DC8DA}"/>
              </a:ext>
            </a:extLst>
          </p:cNvPr>
          <p:cNvSpPr>
            <a:spLocks noGrp="1"/>
          </p:cNvSpPr>
          <p:nvPr/>
        </p:nvSpPr>
        <p:spPr>
          <a:xfrm>
            <a:off x="0" y="-338924"/>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Oval 4">
            <a:extLst>
              <a:ext uri="{FF2B5EF4-FFF2-40B4-BE49-F238E27FC236}">
                <a16:creationId xmlns:a16="http://schemas.microsoft.com/office/drawing/2014/main" id="{8B24DE73-C89E-C242-3CD8-3F8E5E766F43}"/>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B1D20A81-B0CE-ADF2-E023-0325A3995550}"/>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E5852DA6-D9E2-90C7-FECF-987DA4D98DAC}"/>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Rectangle 7">
            <a:extLst>
              <a:ext uri="{FF2B5EF4-FFF2-40B4-BE49-F238E27FC236}">
                <a16:creationId xmlns:a16="http://schemas.microsoft.com/office/drawing/2014/main" id="{FA5C8940-835E-C817-FA2D-B41600B47228}"/>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8" name="Oval 17">
            <a:extLst>
              <a:ext uri="{FF2B5EF4-FFF2-40B4-BE49-F238E27FC236}">
                <a16:creationId xmlns:a16="http://schemas.microsoft.com/office/drawing/2014/main" id="{32C4EC7A-830B-D0FF-868F-CC21B44ECCF9}"/>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18428908-58B7-55DC-B108-2019C2C2F762}"/>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995C2A07-DA6D-3ECF-55C8-C327712D0E2D}"/>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CA96133F-6CE7-56D3-C850-9D541D7DCEE9}"/>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B45239A8-7B11-DEF0-5B89-04B1CE1A6DEC}"/>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AAEB9246-465B-762D-5605-F8115E709F42}"/>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84A44A8A-C253-8575-BE74-EC9C1CB371DD}"/>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7A0DBF4E-074C-23A1-7D53-6EA3C2D5FDF1}"/>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FA5814C8-8ABB-D789-281E-BC8BE2668355}"/>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D48B9C7D-76FC-EBE9-C185-36CCC7A76770}"/>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6BCE58AD-D8D8-DC12-CBAE-7D3858513538}"/>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8D0C8F2D-93B0-89D9-7499-53808F2D290C}"/>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AB77CA-9FE6-95E0-A65F-33EE54D3B1C1}"/>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Disclaimer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a:spLocks noGrp="1"/>
          </p:cNvSpPr>
          <p:nvPr/>
        </p:nvSpPr>
        <p:spPr>
          <a:xfrm>
            <a:off x="609600" y="3961654"/>
            <a:ext cx="5486400" cy="2096245"/>
          </a:xfrm>
          <a:prstGeom prst="rect">
            <a:avLst/>
          </a:prstGeom>
          <a:noFill/>
        </p:spPr>
        <p:txBody>
          <a:bodyPr wrap="square" lIns="0" tIns="0" rIns="0" bIns="0" anchor="b">
            <a:noAutofit/>
          </a:bodyPr>
          <a:lstStyle/>
          <a:p>
            <a:pPr>
              <a:lnSpc>
                <a:spcPts val="1200"/>
              </a:lnSpc>
              <a:spcBef>
                <a:spcPts val="0"/>
              </a:spcBef>
              <a:spcAft>
                <a:spcPts val="600"/>
              </a:spcAft>
              <a:buNone/>
            </a:pPr>
            <a:r>
              <a:rPr sz="1000" b="0">
                <a:solidFill>
                  <a:schemeClr val="tx2"/>
                </a:solidFill>
                <a:latin typeface="+mn-lt"/>
                <a:ea typeface="+mn-lt"/>
                <a:cs typeface="+mn-lt"/>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buNone/>
            </a:pPr>
            <a:r>
              <a:rPr sz="1000" b="0">
                <a:solidFill>
                  <a:schemeClr val="tx2"/>
                </a:solidFill>
                <a:latin typeface="+mn-lt"/>
                <a:ea typeface="+mn-lt"/>
                <a:cs typeface="+mn-lt"/>
              </a:rPr>
              <a:t>The Company shall not be obliged to disclose any revision to these forward-looking statements to reflect events or circumstances occurring after the date on which they are made or to reflect the occurrence of future events.</a:t>
            </a:r>
          </a:p>
        </p:txBody>
      </p:sp>
      <p:sp>
        <p:nvSpPr>
          <p:cNvPr id="10" name="Freeform 5">
            <a:extLst>
              <a:ext uri="{FF2B5EF4-FFF2-40B4-BE49-F238E27FC236}">
                <a16:creationId xmlns:a16="http://schemas.microsoft.com/office/drawing/2014/main" id="{059B3F35-46A5-4575-8F16-117325A6EA7C}"/>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22A7D44C-C726-4110-B828-429688FC650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C7C11F05-F5D7-4FED-8F6E-8B13EB21E401}"/>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4B55EE27-3860-4009-9822-4097D4DEB483}"/>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9">
            <a:extLst>
              <a:ext uri="{FF2B5EF4-FFF2-40B4-BE49-F238E27FC236}">
                <a16:creationId xmlns:a16="http://schemas.microsoft.com/office/drawing/2014/main" id="{9647647E-E072-42D0-8327-BA9998BDB61A}"/>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10">
            <a:extLst>
              <a:ext uri="{FF2B5EF4-FFF2-40B4-BE49-F238E27FC236}">
                <a16:creationId xmlns:a16="http://schemas.microsoft.com/office/drawing/2014/main" id="{324B6403-B8A9-40BF-AB59-E2CE8ECBDC0E}"/>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7" name="Freeform 11">
            <a:extLst>
              <a:ext uri="{FF2B5EF4-FFF2-40B4-BE49-F238E27FC236}">
                <a16:creationId xmlns:a16="http://schemas.microsoft.com/office/drawing/2014/main" id="{2708DED0-A42D-4765-A9FE-EEA008415148}"/>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3" name="Footer Placeholder 2">
            <a:extLst>
              <a:ext uri="{FF2B5EF4-FFF2-40B4-BE49-F238E27FC236}">
                <a16:creationId xmlns:a16="http://schemas.microsoft.com/office/drawing/2014/main" id="{7190A832-1E4B-5647-8582-2692691A2B3C}"/>
              </a:ext>
            </a:extLst>
          </p:cNvPr>
          <p:cNvSpPr>
            <a:spLocks noGrp="1"/>
          </p:cNvSpPr>
          <p:nvPr>
            <p:ph type="ftr" idx="11"/>
          </p:nvPr>
        </p:nvSpPr>
        <p:spPr/>
        <p:txBody>
          <a:bodyPr/>
          <a:lstStyle/>
          <a:p>
            <a:r>
              <a:t>For Internal Use Only. © 2026 AVEVA Group Limited or its subsidiaries. All rights reserved.</a:t>
            </a:r>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idx="12"/>
          </p:nvPr>
        </p:nvSpPr>
        <p:spPr/>
        <p:txBody>
          <a:bodyPr/>
          <a:lstStyle/>
          <a:p>
            <a:fld id="{267CDB12-45E5-4FD7-AE50-9CB5AFC72BA1}" type="slidenum">
              <a:t>‹#›</a:t>
            </a:fld>
            <a:endParaRPr/>
          </a:p>
        </p:txBody>
      </p:sp>
      <p:sp>
        <p:nvSpPr>
          <p:cNvPr id="69" name="TextBox 68">
            <a:extLst>
              <a:ext uri="{FF2B5EF4-FFF2-40B4-BE49-F238E27FC236}">
                <a16:creationId xmlns:a16="http://schemas.microsoft.com/office/drawing/2014/main" id="{CB2066EB-B7B1-4A5B-9465-B2E5506DC8DA}"/>
              </a:ext>
            </a:extLst>
          </p:cNvPr>
          <p:cNvSpPr>
            <a:spLocks noGrp="1"/>
          </p:cNvSpPr>
          <p:nvPr/>
        </p:nvSpPr>
        <p:spPr>
          <a:xfrm>
            <a:off x="0" y="-338924"/>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Oval 4">
            <a:extLst>
              <a:ext uri="{FF2B5EF4-FFF2-40B4-BE49-F238E27FC236}">
                <a16:creationId xmlns:a16="http://schemas.microsoft.com/office/drawing/2014/main" id="{E4693237-7479-ED6E-FDD1-232D093C394B}"/>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71CAAEEA-D471-F42E-71AC-95CBB9B2A457}"/>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D9A9EF03-2856-431D-BB0A-ECB9BA57A31E}"/>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Rectangle 7">
            <a:extLst>
              <a:ext uri="{FF2B5EF4-FFF2-40B4-BE49-F238E27FC236}">
                <a16:creationId xmlns:a16="http://schemas.microsoft.com/office/drawing/2014/main" id="{02620746-87E6-5EAB-25DA-0EB803640FAA}"/>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8" name="Oval 17">
            <a:extLst>
              <a:ext uri="{FF2B5EF4-FFF2-40B4-BE49-F238E27FC236}">
                <a16:creationId xmlns:a16="http://schemas.microsoft.com/office/drawing/2014/main" id="{6426134B-393F-BD69-86B3-9FE4A24A4771}"/>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31CCC69F-4F5C-E0A7-A357-4AFDEC7F15B2}"/>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1B1CE298-2D15-5690-C81F-577AF4C9296C}"/>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BCD6E790-CBDA-F941-46AB-FD29EF03BE87}"/>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EA145ABC-180A-D003-0469-EEC964D49A98}"/>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C9AB2778-6B5F-68F3-5582-90DAC40A0366}"/>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D5125CCC-E031-872A-3AA9-33CCB014D3F5}"/>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6296D654-6FA9-A15A-1B81-37643DFE024D}"/>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CD8FBCA9-8995-CCE4-8DFD-E14AC8C800B2}"/>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DB7742DF-3691-FECA-46E1-535857B0ED37}"/>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88303169-D0B9-2EC3-F5B4-8B8981EEFE75}"/>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63B03409-0D1F-6C5D-4ACE-4BFD1B718B7A}"/>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2B5460A-6331-4210-C69D-FC5A1F221C8E}"/>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Disclaimer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a:spLocks noGrp="1"/>
          </p:cNvSpPr>
          <p:nvPr/>
        </p:nvSpPr>
        <p:spPr>
          <a:xfrm>
            <a:off x="609600" y="3961654"/>
            <a:ext cx="5486400" cy="2096245"/>
          </a:xfrm>
          <a:prstGeom prst="rect">
            <a:avLst/>
          </a:prstGeom>
          <a:noFill/>
        </p:spPr>
        <p:txBody>
          <a:bodyPr wrap="square" lIns="0" tIns="0" rIns="0" bIns="0" anchor="b">
            <a:noAutofit/>
          </a:bodyPr>
          <a:lstStyle/>
          <a:p>
            <a:pPr>
              <a:lnSpc>
                <a:spcPts val="1200"/>
              </a:lnSpc>
              <a:spcBef>
                <a:spcPts val="0"/>
              </a:spcBef>
              <a:spcAft>
                <a:spcPts val="600"/>
              </a:spcAft>
              <a:buNone/>
            </a:pPr>
            <a:r>
              <a:rPr sz="1000" b="0">
                <a:solidFill>
                  <a:schemeClr val="bg1"/>
                </a:solidFill>
                <a:latin typeface="+mn-lt"/>
                <a:ea typeface="+mn-lt"/>
                <a:cs typeface="+mn-lt"/>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buNone/>
            </a:pPr>
            <a:r>
              <a:rPr sz="1000" b="0">
                <a:solidFill>
                  <a:schemeClr val="bg1"/>
                </a:solidFill>
                <a:latin typeface="+mn-lt"/>
                <a:ea typeface="+mn-lt"/>
                <a:cs typeface="+mn-lt"/>
              </a:rPr>
              <a:t>The Company shall not be obliged to disclose any revision to these forward-looking statements to reflect events or circumstances occurring after the date on which they are made or to reflect the occurrence of future events.</a:t>
            </a:r>
          </a:p>
        </p:txBody>
      </p:sp>
      <p:sp>
        <p:nvSpPr>
          <p:cNvPr id="10" name="Freeform 5">
            <a:extLst>
              <a:ext uri="{FF2B5EF4-FFF2-40B4-BE49-F238E27FC236}">
                <a16:creationId xmlns:a16="http://schemas.microsoft.com/office/drawing/2014/main" id="{059B3F35-46A5-4575-8F16-117325A6EA7C}"/>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22A7D44C-C726-4110-B828-429688FC650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bg1"/>
          </a:solidFill>
          <a:ln w="0">
            <a:noFill/>
            <a:prstDash val="solid"/>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C7C11F05-F5D7-4FED-8F6E-8B13EB21E401}"/>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4B55EE27-3860-4009-9822-4097D4DEB483}"/>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bg1"/>
          </a:solidFill>
          <a:ln w="0">
            <a:noFill/>
            <a:prstDash val="solid"/>
          </a:ln>
        </p:spPr>
        <p:txBody>
          <a:bodyPr vert="horz" wrap="square" lIns="91440" tIns="45720" rIns="91440" bIns="45720" anchor="t"/>
          <a:lstStyle/>
          <a:p>
            <a:endParaRPr/>
          </a:p>
        </p:txBody>
      </p:sp>
      <p:sp>
        <p:nvSpPr>
          <p:cNvPr id="15" name="Freeform 9">
            <a:extLst>
              <a:ext uri="{FF2B5EF4-FFF2-40B4-BE49-F238E27FC236}">
                <a16:creationId xmlns:a16="http://schemas.microsoft.com/office/drawing/2014/main" id="{9647647E-E072-42D0-8327-BA9998BDB61A}"/>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6" name="Freeform 10">
            <a:extLst>
              <a:ext uri="{FF2B5EF4-FFF2-40B4-BE49-F238E27FC236}">
                <a16:creationId xmlns:a16="http://schemas.microsoft.com/office/drawing/2014/main" id="{324B6403-B8A9-40BF-AB59-E2CE8ECBDC0E}"/>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7" name="Freeform 11">
            <a:extLst>
              <a:ext uri="{FF2B5EF4-FFF2-40B4-BE49-F238E27FC236}">
                <a16:creationId xmlns:a16="http://schemas.microsoft.com/office/drawing/2014/main" id="{2708DED0-A42D-4765-A9FE-EEA008415148}"/>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3" name="Footer Placeholder 2">
            <a:extLst>
              <a:ext uri="{FF2B5EF4-FFF2-40B4-BE49-F238E27FC236}">
                <a16:creationId xmlns:a16="http://schemas.microsoft.com/office/drawing/2014/main" id="{7190A832-1E4B-5647-8582-2692691A2B3C}"/>
              </a:ext>
            </a:extLst>
          </p:cNvPr>
          <p:cNvSpPr>
            <a:spLocks noGrp="1"/>
          </p:cNvSpPr>
          <p:nvPr>
            <p:ph type="ftr" idx="11"/>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idx="12"/>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69" name="TextBox 68">
            <a:extLst>
              <a:ext uri="{FF2B5EF4-FFF2-40B4-BE49-F238E27FC236}">
                <a16:creationId xmlns:a16="http://schemas.microsoft.com/office/drawing/2014/main" id="{CB2066EB-B7B1-4A5B-9465-B2E5506DC8DA}"/>
              </a:ext>
            </a:extLst>
          </p:cNvPr>
          <p:cNvSpPr>
            <a:spLocks noGrp="1"/>
          </p:cNvSpPr>
          <p:nvPr/>
        </p:nvSpPr>
        <p:spPr>
          <a:xfrm>
            <a:off x="0" y="-338924"/>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Oval 4">
            <a:extLst>
              <a:ext uri="{FF2B5EF4-FFF2-40B4-BE49-F238E27FC236}">
                <a16:creationId xmlns:a16="http://schemas.microsoft.com/office/drawing/2014/main" id="{5ABF0EBB-5FFA-2902-4C4D-24E4D11B1C1E}"/>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832DC012-7E75-97BA-B6EA-BE19A9C35057}"/>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75562A13-1985-486B-05A0-5861A1C879E4}"/>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Rectangle 7">
            <a:extLst>
              <a:ext uri="{FF2B5EF4-FFF2-40B4-BE49-F238E27FC236}">
                <a16:creationId xmlns:a16="http://schemas.microsoft.com/office/drawing/2014/main" id="{8739504C-4FDA-C51D-1565-E6750D9E8B39}"/>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8" name="Oval 17">
            <a:extLst>
              <a:ext uri="{FF2B5EF4-FFF2-40B4-BE49-F238E27FC236}">
                <a16:creationId xmlns:a16="http://schemas.microsoft.com/office/drawing/2014/main" id="{16859F0E-2A57-1F3D-6D45-374AA6851C48}"/>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941BBCEC-FED8-CDFD-CE5C-0A4EDE9E9099}"/>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C268D3F0-DA8A-7C19-7E50-A9922F9B709F}"/>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DCF76C4E-BC52-9D36-7968-69EA1C7A8B51}"/>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51A8A078-A9A5-D176-B7F2-5857C07BB909}"/>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1430623E-9A43-DA5A-E8B8-24EAF5B9D237}"/>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8E3EE10E-296F-EA39-2A20-77D693437AED}"/>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32933A6F-5A8F-306D-A1A8-76C64F6BC3A8}"/>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3E4617DE-83A3-57E6-1A01-E9D876D9495B}"/>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2C1AF2CF-13A4-EC7A-E456-387AADFC8D72}"/>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D0511DA9-3858-4700-56DC-5672A89A1E97}"/>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69882935-31FC-83FE-ABE1-053F5330294B}"/>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264A608-D6A0-AC8E-E206-837C3DD22B3B}"/>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Disclaimer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a:spLocks noGrp="1"/>
          </p:cNvSpPr>
          <p:nvPr/>
        </p:nvSpPr>
        <p:spPr>
          <a:xfrm>
            <a:off x="609600" y="3961654"/>
            <a:ext cx="5486400" cy="2096245"/>
          </a:xfrm>
          <a:prstGeom prst="rect">
            <a:avLst/>
          </a:prstGeom>
          <a:noFill/>
        </p:spPr>
        <p:txBody>
          <a:bodyPr wrap="square" lIns="0" tIns="0" rIns="0" bIns="0" anchor="b">
            <a:noAutofit/>
          </a:bodyPr>
          <a:lstStyle/>
          <a:p>
            <a:pPr>
              <a:lnSpc>
                <a:spcPts val="1200"/>
              </a:lnSpc>
              <a:spcBef>
                <a:spcPts val="0"/>
              </a:spcBef>
              <a:spcAft>
                <a:spcPts val="600"/>
              </a:spcAft>
              <a:buNone/>
            </a:pPr>
            <a:r>
              <a:rPr sz="1000" b="0">
                <a:solidFill>
                  <a:schemeClr val="tx2"/>
                </a:solidFill>
                <a:latin typeface="+mn-lt"/>
                <a:ea typeface="+mn-lt"/>
                <a:cs typeface="+mn-lt"/>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buNone/>
            </a:pPr>
            <a:r>
              <a:rPr sz="1000" b="0">
                <a:solidFill>
                  <a:schemeClr val="tx2"/>
                </a:solidFill>
                <a:latin typeface="+mn-lt"/>
                <a:ea typeface="+mn-lt"/>
                <a:cs typeface="+mn-lt"/>
              </a:rPr>
              <a:t>The Company shall not be obliged to disclose any revision to these forward-looking statements to reflect events or circumstances occurring after the date on which they are made or to reflect the occurrence of future events.</a:t>
            </a:r>
          </a:p>
        </p:txBody>
      </p:sp>
      <p:sp>
        <p:nvSpPr>
          <p:cNvPr id="10" name="Freeform 5">
            <a:extLst>
              <a:ext uri="{FF2B5EF4-FFF2-40B4-BE49-F238E27FC236}">
                <a16:creationId xmlns:a16="http://schemas.microsoft.com/office/drawing/2014/main" id="{059B3F35-46A5-4575-8F16-117325A6EA7C}"/>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22A7D44C-C726-4110-B828-429688FC650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C7C11F05-F5D7-4FED-8F6E-8B13EB21E401}"/>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4B55EE27-3860-4009-9822-4097D4DEB483}"/>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9">
            <a:extLst>
              <a:ext uri="{FF2B5EF4-FFF2-40B4-BE49-F238E27FC236}">
                <a16:creationId xmlns:a16="http://schemas.microsoft.com/office/drawing/2014/main" id="{9647647E-E072-42D0-8327-BA9998BDB61A}"/>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10">
            <a:extLst>
              <a:ext uri="{FF2B5EF4-FFF2-40B4-BE49-F238E27FC236}">
                <a16:creationId xmlns:a16="http://schemas.microsoft.com/office/drawing/2014/main" id="{324B6403-B8A9-40BF-AB59-E2CE8ECBDC0E}"/>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7" name="Freeform 11">
            <a:extLst>
              <a:ext uri="{FF2B5EF4-FFF2-40B4-BE49-F238E27FC236}">
                <a16:creationId xmlns:a16="http://schemas.microsoft.com/office/drawing/2014/main" id="{2708DED0-A42D-4765-A9FE-EEA008415148}"/>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3" name="Footer Placeholder 2">
            <a:extLst>
              <a:ext uri="{FF2B5EF4-FFF2-40B4-BE49-F238E27FC236}">
                <a16:creationId xmlns:a16="http://schemas.microsoft.com/office/drawing/2014/main" id="{7190A832-1E4B-5647-8582-2692691A2B3C}"/>
              </a:ext>
            </a:extLst>
          </p:cNvPr>
          <p:cNvSpPr>
            <a:spLocks noGrp="1"/>
          </p:cNvSpPr>
          <p:nvPr>
            <p:ph type="ftr" idx="11"/>
          </p:nvPr>
        </p:nvSpPr>
        <p:spPr/>
        <p:txBody>
          <a:bodyPr/>
          <a:lstStyle/>
          <a:p>
            <a:r>
              <a:t>For Internal Use Only. © 2026 AVEVA Group Limited or its subsidiaries. All rights reserved.</a:t>
            </a:r>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idx="12"/>
          </p:nvPr>
        </p:nvSpPr>
        <p:spPr/>
        <p:txBody>
          <a:bodyPr/>
          <a:lstStyle/>
          <a:p>
            <a:fld id="{267CDB12-45E5-4FD7-AE50-9CB5AFC72BA1}" type="slidenum">
              <a:t>‹#›</a:t>
            </a:fld>
            <a:endParaRPr/>
          </a:p>
        </p:txBody>
      </p:sp>
      <p:sp>
        <p:nvSpPr>
          <p:cNvPr id="69" name="TextBox 68">
            <a:extLst>
              <a:ext uri="{FF2B5EF4-FFF2-40B4-BE49-F238E27FC236}">
                <a16:creationId xmlns:a16="http://schemas.microsoft.com/office/drawing/2014/main" id="{CB2066EB-B7B1-4A5B-9465-B2E5506DC8DA}"/>
              </a:ext>
            </a:extLst>
          </p:cNvPr>
          <p:cNvSpPr>
            <a:spLocks noGrp="1"/>
          </p:cNvSpPr>
          <p:nvPr/>
        </p:nvSpPr>
        <p:spPr>
          <a:xfrm>
            <a:off x="0" y="-338924"/>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Oval 4">
            <a:extLst>
              <a:ext uri="{FF2B5EF4-FFF2-40B4-BE49-F238E27FC236}">
                <a16:creationId xmlns:a16="http://schemas.microsoft.com/office/drawing/2014/main" id="{1E03D554-5A95-AA43-7980-D8359E5C01BD}"/>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17B0A92B-D7E9-1C66-7AC0-9D7B18FA7228}"/>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87FE758D-6038-8930-59F1-4F2FC50E5277}"/>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Rectangle 7">
            <a:extLst>
              <a:ext uri="{FF2B5EF4-FFF2-40B4-BE49-F238E27FC236}">
                <a16:creationId xmlns:a16="http://schemas.microsoft.com/office/drawing/2014/main" id="{B81E5702-DB34-3FAD-55CD-B36A670037AC}"/>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8" name="Oval 17">
            <a:extLst>
              <a:ext uri="{FF2B5EF4-FFF2-40B4-BE49-F238E27FC236}">
                <a16:creationId xmlns:a16="http://schemas.microsoft.com/office/drawing/2014/main" id="{099CE05B-9640-301C-C7AA-E946FE89B989}"/>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236F9878-2621-E6CA-A364-AB1AAEDA80AC}"/>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B971C6E2-E8F5-094C-5693-259ED6BE80F4}"/>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C752D7FA-9215-71E2-94A6-291917DD21C6}"/>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C1995DC4-B575-1C8C-1504-F33CE11F8649}"/>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03295F74-BB42-9F12-00A3-95E223AFD1CF}"/>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6E665CD5-2D2B-4E34-CFC9-7283C736734B}"/>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EEA41B1F-ECF1-EEE7-170C-D6958A624657}"/>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6A40AF06-E970-3742-52CF-B4646A630D61}"/>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5234918D-5D3A-2819-3A9C-5B71D8EFA097}"/>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CA4ABA95-30D2-BF07-E9F0-8434FFD94769}"/>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48D12D5D-ECCA-E3C1-B729-86523C44BE6D}"/>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613779B5-9068-2F54-47EF-270654575464}"/>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Disclaimer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a:spLocks noGrp="1"/>
          </p:cNvSpPr>
          <p:nvPr/>
        </p:nvSpPr>
        <p:spPr>
          <a:xfrm>
            <a:off x="609600" y="3961654"/>
            <a:ext cx="5486400" cy="2096245"/>
          </a:xfrm>
          <a:prstGeom prst="rect">
            <a:avLst/>
          </a:prstGeom>
          <a:noFill/>
        </p:spPr>
        <p:txBody>
          <a:bodyPr wrap="square" lIns="0" tIns="0" rIns="0" bIns="0" anchor="b">
            <a:noAutofit/>
          </a:bodyPr>
          <a:lstStyle/>
          <a:p>
            <a:pPr>
              <a:lnSpc>
                <a:spcPts val="1200"/>
              </a:lnSpc>
              <a:spcBef>
                <a:spcPts val="0"/>
              </a:spcBef>
              <a:spcAft>
                <a:spcPts val="600"/>
              </a:spcAft>
              <a:buNone/>
            </a:pPr>
            <a:r>
              <a:rPr sz="1000" b="0">
                <a:solidFill>
                  <a:schemeClr val="bg1"/>
                </a:solidFill>
                <a:latin typeface="+mn-lt"/>
                <a:ea typeface="+mn-lt"/>
                <a:cs typeface="+mn-lt"/>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buNone/>
            </a:pPr>
            <a:r>
              <a:rPr sz="1000" b="0">
                <a:solidFill>
                  <a:schemeClr val="bg1"/>
                </a:solidFill>
                <a:latin typeface="+mn-lt"/>
                <a:ea typeface="+mn-lt"/>
                <a:cs typeface="+mn-lt"/>
              </a:rPr>
              <a:t>The Company shall not be obliged to disclose any revision to these forward-looking statements to reflect events or circumstances occurring after the date on which they are made or to reflect the occurrence of future events.</a:t>
            </a:r>
          </a:p>
        </p:txBody>
      </p:sp>
      <p:sp>
        <p:nvSpPr>
          <p:cNvPr id="10" name="Freeform 5">
            <a:extLst>
              <a:ext uri="{FF2B5EF4-FFF2-40B4-BE49-F238E27FC236}">
                <a16:creationId xmlns:a16="http://schemas.microsoft.com/office/drawing/2014/main" id="{059B3F35-46A5-4575-8F16-117325A6EA7C}"/>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22A7D44C-C726-4110-B828-429688FC650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bg1"/>
          </a:solidFill>
          <a:ln w="0">
            <a:noFill/>
            <a:prstDash val="solid"/>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C7C11F05-F5D7-4FED-8F6E-8B13EB21E401}"/>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4B55EE27-3860-4009-9822-4097D4DEB483}"/>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bg1"/>
          </a:solidFill>
          <a:ln w="0">
            <a:noFill/>
            <a:prstDash val="solid"/>
          </a:ln>
        </p:spPr>
        <p:txBody>
          <a:bodyPr vert="horz" wrap="square" lIns="91440" tIns="45720" rIns="91440" bIns="45720" anchor="t"/>
          <a:lstStyle/>
          <a:p>
            <a:endParaRPr/>
          </a:p>
        </p:txBody>
      </p:sp>
      <p:sp>
        <p:nvSpPr>
          <p:cNvPr id="15" name="Freeform 9">
            <a:extLst>
              <a:ext uri="{FF2B5EF4-FFF2-40B4-BE49-F238E27FC236}">
                <a16:creationId xmlns:a16="http://schemas.microsoft.com/office/drawing/2014/main" id="{9647647E-E072-42D0-8327-BA9998BDB61A}"/>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6" name="Freeform 10">
            <a:extLst>
              <a:ext uri="{FF2B5EF4-FFF2-40B4-BE49-F238E27FC236}">
                <a16:creationId xmlns:a16="http://schemas.microsoft.com/office/drawing/2014/main" id="{324B6403-B8A9-40BF-AB59-E2CE8ECBDC0E}"/>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7" name="Freeform 11">
            <a:extLst>
              <a:ext uri="{FF2B5EF4-FFF2-40B4-BE49-F238E27FC236}">
                <a16:creationId xmlns:a16="http://schemas.microsoft.com/office/drawing/2014/main" id="{2708DED0-A42D-4765-A9FE-EEA008415148}"/>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3" name="Footer Placeholder 2">
            <a:extLst>
              <a:ext uri="{FF2B5EF4-FFF2-40B4-BE49-F238E27FC236}">
                <a16:creationId xmlns:a16="http://schemas.microsoft.com/office/drawing/2014/main" id="{7190A832-1E4B-5647-8582-2692691A2B3C}"/>
              </a:ext>
            </a:extLst>
          </p:cNvPr>
          <p:cNvSpPr>
            <a:spLocks noGrp="1"/>
          </p:cNvSpPr>
          <p:nvPr>
            <p:ph type="ftr" idx="11"/>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idx="12"/>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69" name="TextBox 68">
            <a:extLst>
              <a:ext uri="{FF2B5EF4-FFF2-40B4-BE49-F238E27FC236}">
                <a16:creationId xmlns:a16="http://schemas.microsoft.com/office/drawing/2014/main" id="{CB2066EB-B7B1-4A5B-9465-B2E5506DC8DA}"/>
              </a:ext>
            </a:extLst>
          </p:cNvPr>
          <p:cNvSpPr>
            <a:spLocks noGrp="1"/>
          </p:cNvSpPr>
          <p:nvPr/>
        </p:nvSpPr>
        <p:spPr>
          <a:xfrm>
            <a:off x="0" y="-338924"/>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Oval 4">
            <a:extLst>
              <a:ext uri="{FF2B5EF4-FFF2-40B4-BE49-F238E27FC236}">
                <a16:creationId xmlns:a16="http://schemas.microsoft.com/office/drawing/2014/main" id="{8FC586A0-6C39-383D-CEE9-2E90ADEFEA66}"/>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9106AB69-278E-932E-8E85-B07DC654B04E}"/>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3AD414A0-E164-E2D5-67EF-19A84E7F9C84}"/>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Rectangle 7">
            <a:extLst>
              <a:ext uri="{FF2B5EF4-FFF2-40B4-BE49-F238E27FC236}">
                <a16:creationId xmlns:a16="http://schemas.microsoft.com/office/drawing/2014/main" id="{A6DB8ABB-D378-946B-82DA-E5320768FB21}"/>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8" name="Oval 17">
            <a:extLst>
              <a:ext uri="{FF2B5EF4-FFF2-40B4-BE49-F238E27FC236}">
                <a16:creationId xmlns:a16="http://schemas.microsoft.com/office/drawing/2014/main" id="{5653A72C-8E3B-06BA-A6D5-C07C6E999F0B}"/>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87A6A7C4-3E02-D5D4-BF89-DF2EBF3540C8}"/>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357B47CE-4F92-5B45-B9FF-7B261E963CF5}"/>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4E097B90-1A2A-6689-3640-9C75D57A367D}"/>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3E895B90-B5D3-4D2C-ADC1-640B1C68C686}"/>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4DB40C13-6471-DCE8-F0A9-AF0A752D73BD}"/>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DAA25098-26EA-A7B1-AE77-C6D569EB6EEE}"/>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C309ADAF-EF36-3124-AA7E-3D8C8A97DFCB}"/>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A6F03D62-18D2-8064-EBD0-C24DCE5C8F49}"/>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138FE020-6336-09C2-2CA3-9B9AC14B7088}"/>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FAD4DEB5-DAD3-C9B7-7B5A-C0455AF299DF}"/>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4B23B9F3-CF0C-B7AD-378F-4AFB226AE1C0}"/>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9585774-35A3-B88C-2CC2-C9B06EF427B2}"/>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Disclaimer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a:spLocks noGrp="1"/>
          </p:cNvSpPr>
          <p:nvPr/>
        </p:nvSpPr>
        <p:spPr>
          <a:xfrm>
            <a:off x="609600" y="3961654"/>
            <a:ext cx="5486400" cy="2096245"/>
          </a:xfrm>
          <a:prstGeom prst="rect">
            <a:avLst/>
          </a:prstGeom>
          <a:noFill/>
        </p:spPr>
        <p:txBody>
          <a:bodyPr wrap="square" lIns="0" tIns="0" rIns="0" bIns="0" anchor="b">
            <a:noAutofit/>
          </a:bodyPr>
          <a:lstStyle/>
          <a:p>
            <a:pPr>
              <a:lnSpc>
                <a:spcPts val="1200"/>
              </a:lnSpc>
              <a:spcBef>
                <a:spcPts val="0"/>
              </a:spcBef>
              <a:spcAft>
                <a:spcPts val="600"/>
              </a:spcAft>
              <a:buNone/>
            </a:pPr>
            <a:r>
              <a:rPr sz="1000" b="0">
                <a:solidFill>
                  <a:schemeClr val="tx2"/>
                </a:solidFill>
                <a:latin typeface="+mn-lt"/>
                <a:ea typeface="+mn-lt"/>
                <a:cs typeface="+mn-lt"/>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buNone/>
            </a:pPr>
            <a:r>
              <a:rPr sz="1000" b="0">
                <a:solidFill>
                  <a:schemeClr val="tx2"/>
                </a:solidFill>
                <a:latin typeface="+mn-lt"/>
                <a:ea typeface="+mn-lt"/>
                <a:cs typeface="+mn-lt"/>
              </a:rPr>
              <a:t>The Company shall not be obliged to disclose any revision to these forward-looking statements to reflect events or circumstances occurring after the date on which they are made or to reflect the occurrence of future events.</a:t>
            </a:r>
          </a:p>
        </p:txBody>
      </p:sp>
      <p:sp>
        <p:nvSpPr>
          <p:cNvPr id="10" name="Freeform 5">
            <a:extLst>
              <a:ext uri="{FF2B5EF4-FFF2-40B4-BE49-F238E27FC236}">
                <a16:creationId xmlns:a16="http://schemas.microsoft.com/office/drawing/2014/main" id="{059B3F35-46A5-4575-8F16-117325A6EA7C}"/>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22A7D44C-C726-4110-B828-429688FC650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C7C11F05-F5D7-4FED-8F6E-8B13EB21E401}"/>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4B55EE27-3860-4009-9822-4097D4DEB483}"/>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9">
            <a:extLst>
              <a:ext uri="{FF2B5EF4-FFF2-40B4-BE49-F238E27FC236}">
                <a16:creationId xmlns:a16="http://schemas.microsoft.com/office/drawing/2014/main" id="{9647647E-E072-42D0-8327-BA9998BDB61A}"/>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10">
            <a:extLst>
              <a:ext uri="{FF2B5EF4-FFF2-40B4-BE49-F238E27FC236}">
                <a16:creationId xmlns:a16="http://schemas.microsoft.com/office/drawing/2014/main" id="{324B6403-B8A9-40BF-AB59-E2CE8ECBDC0E}"/>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7" name="Freeform 11">
            <a:extLst>
              <a:ext uri="{FF2B5EF4-FFF2-40B4-BE49-F238E27FC236}">
                <a16:creationId xmlns:a16="http://schemas.microsoft.com/office/drawing/2014/main" id="{2708DED0-A42D-4765-A9FE-EEA008415148}"/>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3" name="Footer Placeholder 2">
            <a:extLst>
              <a:ext uri="{FF2B5EF4-FFF2-40B4-BE49-F238E27FC236}">
                <a16:creationId xmlns:a16="http://schemas.microsoft.com/office/drawing/2014/main" id="{7190A832-1E4B-5647-8582-2692691A2B3C}"/>
              </a:ext>
            </a:extLst>
          </p:cNvPr>
          <p:cNvSpPr>
            <a:spLocks noGrp="1"/>
          </p:cNvSpPr>
          <p:nvPr>
            <p:ph type="ftr" idx="11"/>
          </p:nvPr>
        </p:nvSpPr>
        <p:spPr/>
        <p:txBody>
          <a:bodyPr/>
          <a:lstStyle/>
          <a:p>
            <a:r>
              <a:t>For Internal Use Only. © 2026 AVEVA Group Limited or its subsidiaries. All rights reserved.</a:t>
            </a:r>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idx="12"/>
          </p:nvPr>
        </p:nvSpPr>
        <p:spPr/>
        <p:txBody>
          <a:bodyPr/>
          <a:lstStyle/>
          <a:p>
            <a:fld id="{267CDB12-45E5-4FD7-AE50-9CB5AFC72BA1}" type="slidenum">
              <a:t>‹#›</a:t>
            </a:fld>
            <a:endParaRPr/>
          </a:p>
        </p:txBody>
      </p:sp>
      <p:sp>
        <p:nvSpPr>
          <p:cNvPr id="69" name="TextBox 68">
            <a:extLst>
              <a:ext uri="{FF2B5EF4-FFF2-40B4-BE49-F238E27FC236}">
                <a16:creationId xmlns:a16="http://schemas.microsoft.com/office/drawing/2014/main" id="{CB2066EB-B7B1-4A5B-9465-B2E5506DC8DA}"/>
              </a:ext>
            </a:extLst>
          </p:cNvPr>
          <p:cNvSpPr>
            <a:spLocks noGrp="1"/>
          </p:cNvSpPr>
          <p:nvPr/>
        </p:nvSpPr>
        <p:spPr>
          <a:xfrm>
            <a:off x="0" y="-338924"/>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5" name="Oval 4">
            <a:extLst>
              <a:ext uri="{FF2B5EF4-FFF2-40B4-BE49-F238E27FC236}">
                <a16:creationId xmlns:a16="http://schemas.microsoft.com/office/drawing/2014/main" id="{65BE4525-EB8F-A820-CD55-7F0DF2DB7623}"/>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41EC4A14-8CE2-AB85-B0E7-613E50E6A5E2}"/>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440C0303-9554-38B9-0AF4-269892B19A1C}"/>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Rectangle 7">
            <a:extLst>
              <a:ext uri="{FF2B5EF4-FFF2-40B4-BE49-F238E27FC236}">
                <a16:creationId xmlns:a16="http://schemas.microsoft.com/office/drawing/2014/main" id="{CF43031A-F1D1-8CAA-4310-37ADC6FAE809}"/>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8" name="Oval 17">
            <a:extLst>
              <a:ext uri="{FF2B5EF4-FFF2-40B4-BE49-F238E27FC236}">
                <a16:creationId xmlns:a16="http://schemas.microsoft.com/office/drawing/2014/main" id="{D81E4DE3-2C77-4CF1-0599-1C43DEDC31B3}"/>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9" name="Oval 18">
            <a:extLst>
              <a:ext uri="{FF2B5EF4-FFF2-40B4-BE49-F238E27FC236}">
                <a16:creationId xmlns:a16="http://schemas.microsoft.com/office/drawing/2014/main" id="{D5709EA8-3A13-DB26-2FB0-2DC85F69B149}"/>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37FA4108-8A72-A05E-562C-69B576B4B272}"/>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C866B96B-CFBC-D568-8822-1837FB9832A0}"/>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C80BA5F5-5673-60EB-BA0C-8AEF76BEB186}"/>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55152411-A30B-F8D5-496D-835755197043}"/>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66F0773F-BCDB-2589-F803-ABDA1D9DFCB9}"/>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6B84EF4C-C6CA-5918-9F64-1646BAE3B176}"/>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2247A39E-9556-5ABE-238E-85ED4BC93F46}"/>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BFA9D7D4-4509-75CD-0ACF-53CBCEF94AD4}"/>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782D678E-F400-F147-CF30-48320F870645}"/>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61FC8C32-3BD7-37FA-94B6-4541C4BA51CA}"/>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9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BFF6306E-6651-7B24-1C09-DECB789CD078}"/>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End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1758AD-A9E4-984C-3FD2-7A7777402165}"/>
              </a:ext>
            </a:extLst>
          </p:cNvPr>
          <p:cNvSpPr>
            <a:spLocks noGrp="1"/>
          </p:cNvSpPr>
          <p:nvPr/>
        </p:nvSpPr>
        <p:spPr>
          <a:xfrm>
            <a:off x="0" y="0"/>
            <a:ext cx="9103540" cy="6858000"/>
          </a:xfrm>
          <a:prstGeom prst="rect">
            <a:avLst/>
          </a:prstGeom>
          <a:gradFill>
            <a:gsLst>
              <a:gs pos="34000">
                <a:srgbClr val="6E05AA">
                  <a:alpha val="30000"/>
                </a:srgbClr>
              </a:gs>
              <a:gs pos="0">
                <a:srgbClr val="8E10C6">
                  <a:alpha val="0"/>
                </a:srgbClr>
              </a:gs>
              <a:gs pos="100000">
                <a:srgbClr val="6E05AA">
                  <a:alpha val="0"/>
                </a:srgbClr>
              </a:gs>
            </a:gsLst>
            <a:lin ang="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oAutofit/>
          </a:bodyPr>
          <a:lstStyle/>
          <a:p>
            <a:pPr algn="ctr">
              <a:buNone/>
            </a:pPr>
            <a:endParaRPr/>
          </a:p>
        </p:txBody>
      </p:sp>
      <p:sp>
        <p:nvSpPr>
          <p:cNvPr id="13" name="Freeform 5">
            <a:extLst>
              <a:ext uri="{FF2B5EF4-FFF2-40B4-BE49-F238E27FC236}">
                <a16:creationId xmlns:a16="http://schemas.microsoft.com/office/drawing/2014/main" id="{ABFE6996-7BB9-4768-952C-92EB906C148D}"/>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2C7E5DEA-DA34-44D7-ACE9-32FBD7872A1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bg1"/>
          </a:solidFill>
          <a:ln w="0">
            <a:noFill/>
            <a:prstDash val="solid"/>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14014E3B-91DD-4937-9B32-D8ADB6791DD4}"/>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A7166DEF-2B9E-43F8-B349-2DE7372122F8}"/>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bg1"/>
          </a:solidFill>
          <a:ln w="0">
            <a:noFill/>
            <a:prstDash val="solid"/>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868DEBD-9196-41C8-A3F4-755F985685A7}"/>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93AD75E9-9DBC-4352-BE73-BA4D8CC97EF5}"/>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F9683FFC-62CA-4760-BB37-64E8DEE61445}"/>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4" name="Footer Placeholder 3">
            <a:extLst>
              <a:ext uri="{FF2B5EF4-FFF2-40B4-BE49-F238E27FC236}">
                <a16:creationId xmlns:a16="http://schemas.microsoft.com/office/drawing/2014/main" id="{DF238032-A99E-1344-BEAE-3C0CBFCABE13}"/>
              </a:ext>
            </a:extLst>
          </p:cNvPr>
          <p:cNvSpPr>
            <a:spLocks noGrp="1"/>
          </p:cNvSpPr>
          <p:nvPr>
            <p:ph type="ftr" idx="11"/>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idx="12"/>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72" name="TextBox 71">
            <a:extLst>
              <a:ext uri="{FF2B5EF4-FFF2-40B4-BE49-F238E27FC236}">
                <a16:creationId xmlns:a16="http://schemas.microsoft.com/office/drawing/2014/main" id="{204C57BA-8BE7-48C1-83EE-B886DF617553}"/>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a:spLocks noGrp="1"/>
          </p:cNvSpPr>
          <p:nvPr/>
        </p:nvSpPr>
        <p:spPr>
          <a:xfrm>
            <a:off x="1008711" y="2725743"/>
            <a:ext cx="4681182" cy="720000"/>
          </a:xfrm>
          <a:prstGeom prst="rect">
            <a:avLst/>
          </a:prstGeom>
          <a:noFill/>
        </p:spPr>
        <p:txBody>
          <a:bodyPr wrap="square" lIns="0" tIns="0" rIns="0" bIns="0">
            <a:noAutofit/>
          </a:bodyPr>
          <a:lstStyle/>
          <a:p>
            <a:pPr>
              <a:lnSpc>
                <a:spcPct val="150000"/>
              </a:lnSpc>
              <a:buNone/>
            </a:pPr>
            <a:r>
              <a:rPr sz="1800" b="0">
                <a:solidFill>
                  <a:schemeClr val="bg1"/>
                </a:solidFill>
                <a:latin typeface="+mn-lt"/>
                <a:ea typeface="+mn-lt"/>
                <a:cs typeface="+mn-lt"/>
              </a:rPr>
              <a:t>linkedin.com/company/aveva </a:t>
            </a:r>
          </a:p>
          <a:p>
            <a:pPr>
              <a:lnSpc>
                <a:spcPct val="150000"/>
              </a:lnSpc>
              <a:buNone/>
            </a:pPr>
            <a:r>
              <a:rPr sz="1800" b="0">
                <a:solidFill>
                  <a:schemeClr val="bg1"/>
                </a:solidFill>
                <a:latin typeface="+mn-lt"/>
                <a:ea typeface="+mn-lt"/>
                <a:cs typeface="+mn-lt"/>
              </a:rPr>
              <a:t>@avevagroup </a:t>
            </a:r>
          </a:p>
        </p:txBody>
      </p:sp>
      <p:sp>
        <p:nvSpPr>
          <p:cNvPr id="74" name="TextBox 73">
            <a:extLst>
              <a:ext uri="{FF2B5EF4-FFF2-40B4-BE49-F238E27FC236}">
                <a16:creationId xmlns:a16="http://schemas.microsoft.com/office/drawing/2014/main" id="{5CC7D704-5F56-4F2C-A11C-B264B4121718}"/>
              </a:ext>
            </a:extLst>
          </p:cNvPr>
          <p:cNvSpPr>
            <a:spLocks noGrp="1"/>
          </p:cNvSpPr>
          <p:nvPr/>
        </p:nvSpPr>
        <p:spPr>
          <a:xfrm>
            <a:off x="609599" y="4142232"/>
            <a:ext cx="6593768" cy="1915668"/>
          </a:xfrm>
          <a:prstGeom prst="rect">
            <a:avLst/>
          </a:prstGeom>
          <a:noFill/>
        </p:spPr>
        <p:txBody>
          <a:bodyPr wrap="square" lIns="0" tIns="0" rIns="0" bIns="0" anchor="b">
            <a:noAutofit/>
          </a:bodyPr>
          <a:lstStyle/>
          <a:p>
            <a:pPr>
              <a:lnSpc>
                <a:spcPts val="1200"/>
              </a:lnSpc>
              <a:spcAft>
                <a:spcPts val="600"/>
              </a:spcAft>
              <a:buNone/>
            </a:pPr>
            <a:r>
              <a:rPr sz="1000" b="0" cap="all">
                <a:solidFill>
                  <a:schemeClr val="bg1"/>
                </a:solidFill>
                <a:latin typeface="+mn-lt"/>
                <a:ea typeface="+mn-lt"/>
                <a:cs typeface="+mn-lt"/>
              </a:rPr>
              <a:t>About AVEVA </a:t>
            </a:r>
          </a:p>
          <a:p>
            <a:pPr>
              <a:lnSpc>
                <a:spcPts val="1200"/>
              </a:lnSpc>
              <a:spcAft>
                <a:spcPts val="600"/>
              </a:spcAft>
              <a:buNone/>
            </a:pPr>
            <a:r>
              <a:rPr sz="1000">
                <a:solidFill>
                  <a:schemeClr val="bg1"/>
                </a:solidFill>
                <a:latin typeface="+mn-lt"/>
                <a:ea typeface="+mn-lt"/>
                <a:cs typeface="+mn-lt"/>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buNone/>
            </a:pPr>
            <a:r>
              <a:rPr sz="1000">
                <a:solidFill>
                  <a:schemeClr val="bg1"/>
                </a:solidFill>
                <a:latin typeface="+mn-lt"/>
                <a:ea typeface="+mn-lt"/>
                <a:cs typeface="+mn-lt"/>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buNone/>
            </a:pPr>
            <a:r>
              <a:rPr sz="1000">
                <a:solidFill>
                  <a:schemeClr val="bg1"/>
                </a:solidFill>
                <a:latin typeface="+mn-lt"/>
                <a:ea typeface="+mn-lt"/>
                <a:cs typeface="+mn-lt"/>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buNone/>
            </a:pPr>
            <a:r>
              <a:rPr sz="1000">
                <a:solidFill>
                  <a:schemeClr val="bg1"/>
                </a:solidFill>
                <a:latin typeface="+mn-lt"/>
                <a:ea typeface="+mn-lt"/>
                <a:cs typeface="+mn-lt"/>
              </a:rPr>
              <a:t>Learn more at www.aveva.com </a:t>
            </a:r>
          </a:p>
        </p:txBody>
      </p:sp>
      <p:sp>
        <p:nvSpPr>
          <p:cNvPr id="75" name="Freeform 5">
            <a:extLst>
              <a:ext uri="{FF2B5EF4-FFF2-40B4-BE49-F238E27FC236}">
                <a16:creationId xmlns:a16="http://schemas.microsoft.com/office/drawing/2014/main" id="{E899E916-B706-4A4F-A3DA-FB6BEA94FA39}"/>
              </a:ext>
            </a:extLst>
          </p:cNvPr>
          <p:cNvSpPr>
            <a:spLocks noGrp="1"/>
          </p:cNvSpPr>
          <p:nvPr/>
        </p:nvSpPr>
        <p:spPr>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p:spPr>
        <p:txBody>
          <a:bodyPr vert="horz" wrap="square" lIns="91440" tIns="45720" rIns="91440" bIns="45720" anchor="t"/>
          <a:lstStyle/>
          <a:p>
            <a:endParaRPr/>
          </a:p>
        </p:txBody>
      </p:sp>
      <p:sp>
        <p:nvSpPr>
          <p:cNvPr id="76" name="Freeform 6">
            <a:extLst>
              <a:ext uri="{FF2B5EF4-FFF2-40B4-BE49-F238E27FC236}">
                <a16:creationId xmlns:a16="http://schemas.microsoft.com/office/drawing/2014/main" id="{7562E154-11E8-4A95-88DA-555C550432A5}"/>
              </a:ext>
            </a:extLst>
          </p:cNvPr>
          <p:cNvSpPr>
            <a:spLocks noGrp="1"/>
          </p:cNvSpPr>
          <p:nvPr/>
        </p:nvSpPr>
        <p:spPr>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p:spPr>
        <p:txBody>
          <a:bodyPr vert="horz" wrap="square" lIns="91440" tIns="45720" rIns="91440" bIns="45720" anchor="t"/>
          <a:lstStyle/>
          <a:p>
            <a:endParaRPr/>
          </a:p>
        </p:txBody>
      </p:sp>
      <p:sp>
        <p:nvSpPr>
          <p:cNvPr id="5" name="Oval 4">
            <a:extLst>
              <a:ext uri="{FF2B5EF4-FFF2-40B4-BE49-F238E27FC236}">
                <a16:creationId xmlns:a16="http://schemas.microsoft.com/office/drawing/2014/main" id="{668F9F16-922C-F306-B7B8-8C50642257AC}"/>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597E19AD-C68B-5B71-008E-1044B0B92236}"/>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63514A64-2D45-87B5-2776-99B61E8519DD}"/>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Rectangle 8">
            <a:extLst>
              <a:ext uri="{FF2B5EF4-FFF2-40B4-BE49-F238E27FC236}">
                <a16:creationId xmlns:a16="http://schemas.microsoft.com/office/drawing/2014/main" id="{0B2A6D26-0CE3-1ACA-2E79-B357C2EC7A26}"/>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0" name="Oval 9">
            <a:extLst>
              <a:ext uri="{FF2B5EF4-FFF2-40B4-BE49-F238E27FC236}">
                <a16:creationId xmlns:a16="http://schemas.microsoft.com/office/drawing/2014/main" id="{07AD09EB-38F7-D704-7458-C868E5C76801}"/>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Oval 10">
            <a:extLst>
              <a:ext uri="{FF2B5EF4-FFF2-40B4-BE49-F238E27FC236}">
                <a16:creationId xmlns:a16="http://schemas.microsoft.com/office/drawing/2014/main" id="{7E53BE03-C2C8-94C4-C48F-A6342CEF43C9}"/>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BFA19EB2-2914-5DDA-37F6-EB2F1AE103BB}"/>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04A64ACA-4030-BDAC-0A80-1D3254C312C4}"/>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F31CBAE5-370E-4541-F578-5C145C1AB1A0}"/>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48DEDADA-91DB-404F-8B3B-C807DCF627A2}"/>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B5A1FD53-F1A2-B799-CEFF-BADCF4E325F8}"/>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1343E4D4-F359-A2EF-1B29-CFB2B58E71B1}"/>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548CA2D4-EA1F-139A-E04A-F94EF04AEC0A}"/>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948DEB87-5779-E4AC-1C61-8BB1793A4DF1}"/>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1974A7B8-F284-05AF-1A70-CEB5C5B1DE16}"/>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09D6623D-5B00-EE23-72D0-FCF7181F1D03}"/>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109"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6CA96C4-5398-87E4-19C0-C832AD84566B}"/>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End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5">
            <a:extLst>
              <a:ext uri="{FF2B5EF4-FFF2-40B4-BE49-F238E27FC236}">
                <a16:creationId xmlns:a16="http://schemas.microsoft.com/office/drawing/2014/main" id="{ABFE6996-7BB9-4768-952C-92EB906C148D}"/>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2C7E5DEA-DA34-44D7-ACE9-32FBD7872A1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14014E3B-91DD-4937-9B32-D8ADB6791DD4}"/>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A7166DEF-2B9E-43F8-B349-2DE7372122F8}"/>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868DEBD-9196-41C8-A3F4-755F985685A7}"/>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93AD75E9-9DBC-4352-BE73-BA4D8CC97EF5}"/>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F9683FFC-62CA-4760-BB37-64E8DEE61445}"/>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4" name="Footer Placeholder 3">
            <a:extLst>
              <a:ext uri="{FF2B5EF4-FFF2-40B4-BE49-F238E27FC236}">
                <a16:creationId xmlns:a16="http://schemas.microsoft.com/office/drawing/2014/main" id="{DF238032-A99E-1344-BEAE-3C0CBFCABE13}"/>
              </a:ext>
            </a:extLst>
          </p:cNvPr>
          <p:cNvSpPr>
            <a:spLocks noGrp="1"/>
          </p:cNvSpPr>
          <p:nvPr>
            <p:ph type="ftr" idx="11"/>
          </p:nvPr>
        </p:nvSpPr>
        <p:spPr/>
        <p:txBody>
          <a:bodyPr/>
          <a:lstStyle/>
          <a:p>
            <a:r>
              <a:t>For Internal Use Only. © 2026 AVEVA Group Limited or its subsidiaries. All rights reserved.</a:t>
            </a:r>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idx="12"/>
          </p:nvPr>
        </p:nvSpPr>
        <p:spPr/>
        <p:txBody>
          <a:bodyPr/>
          <a:lstStyle/>
          <a:p>
            <a:fld id="{267CDB12-45E5-4FD7-AE50-9CB5AFC72BA1}" type="slidenum">
              <a:t>‹#›</a:t>
            </a:fld>
            <a:endParaRPr/>
          </a:p>
        </p:txBody>
      </p:sp>
      <p:sp>
        <p:nvSpPr>
          <p:cNvPr id="72" name="TextBox 71">
            <a:extLst>
              <a:ext uri="{FF2B5EF4-FFF2-40B4-BE49-F238E27FC236}">
                <a16:creationId xmlns:a16="http://schemas.microsoft.com/office/drawing/2014/main" id="{204C57BA-8BE7-48C1-83EE-B886DF617553}"/>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a:spLocks noGrp="1"/>
          </p:cNvSpPr>
          <p:nvPr/>
        </p:nvSpPr>
        <p:spPr>
          <a:xfrm>
            <a:off x="1008711" y="2725743"/>
            <a:ext cx="4681182" cy="720000"/>
          </a:xfrm>
          <a:prstGeom prst="rect">
            <a:avLst/>
          </a:prstGeom>
          <a:noFill/>
        </p:spPr>
        <p:txBody>
          <a:bodyPr wrap="square" lIns="0" tIns="0" rIns="0" bIns="0">
            <a:noAutofit/>
          </a:bodyPr>
          <a:lstStyle/>
          <a:p>
            <a:pPr>
              <a:lnSpc>
                <a:spcPct val="150000"/>
              </a:lnSpc>
              <a:buNone/>
            </a:pPr>
            <a:r>
              <a:rPr sz="1800" b="0">
                <a:solidFill>
                  <a:schemeClr val="tx2"/>
                </a:solidFill>
                <a:latin typeface="+mn-lt"/>
                <a:ea typeface="+mn-lt"/>
                <a:cs typeface="+mn-lt"/>
              </a:rPr>
              <a:t>linkedin.com/company/aveva </a:t>
            </a:r>
          </a:p>
          <a:p>
            <a:pPr>
              <a:lnSpc>
                <a:spcPct val="150000"/>
              </a:lnSpc>
              <a:buNone/>
            </a:pPr>
            <a:r>
              <a:rPr sz="1800" b="0">
                <a:solidFill>
                  <a:schemeClr val="tx2"/>
                </a:solidFill>
                <a:latin typeface="+mn-lt"/>
                <a:ea typeface="+mn-lt"/>
                <a:cs typeface="+mn-lt"/>
              </a:rPr>
              <a:t>@avevagroup </a:t>
            </a:r>
          </a:p>
        </p:txBody>
      </p:sp>
      <p:sp>
        <p:nvSpPr>
          <p:cNvPr id="75" name="Freeform 5">
            <a:extLst>
              <a:ext uri="{FF2B5EF4-FFF2-40B4-BE49-F238E27FC236}">
                <a16:creationId xmlns:a16="http://schemas.microsoft.com/office/drawing/2014/main" id="{E899E916-B706-4A4F-A3DA-FB6BEA94FA39}"/>
              </a:ext>
            </a:extLst>
          </p:cNvPr>
          <p:cNvSpPr>
            <a:spLocks noGrp="1"/>
          </p:cNvSpPr>
          <p:nvPr/>
        </p:nvSpPr>
        <p:spPr>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anchor="t"/>
          <a:lstStyle/>
          <a:p>
            <a:endParaRPr/>
          </a:p>
        </p:txBody>
      </p:sp>
      <p:sp>
        <p:nvSpPr>
          <p:cNvPr id="76" name="Freeform 6">
            <a:extLst>
              <a:ext uri="{FF2B5EF4-FFF2-40B4-BE49-F238E27FC236}">
                <a16:creationId xmlns:a16="http://schemas.microsoft.com/office/drawing/2014/main" id="{7562E154-11E8-4A95-88DA-555C550432A5}"/>
              </a:ext>
            </a:extLst>
          </p:cNvPr>
          <p:cNvSpPr>
            <a:spLocks noGrp="1"/>
          </p:cNvSpPr>
          <p:nvPr/>
        </p:nvSpPr>
        <p:spPr>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anchor="t"/>
          <a:lstStyle/>
          <a:p>
            <a:endParaRPr/>
          </a:p>
        </p:txBody>
      </p:sp>
      <p:sp>
        <p:nvSpPr>
          <p:cNvPr id="3" name="TextBox 2">
            <a:extLst>
              <a:ext uri="{FF2B5EF4-FFF2-40B4-BE49-F238E27FC236}">
                <a16:creationId xmlns:a16="http://schemas.microsoft.com/office/drawing/2014/main" id="{F6179662-44EA-7BE1-18D4-33B691394926}"/>
              </a:ext>
            </a:extLst>
          </p:cNvPr>
          <p:cNvSpPr>
            <a:spLocks noGrp="1"/>
          </p:cNvSpPr>
          <p:nvPr/>
        </p:nvSpPr>
        <p:spPr>
          <a:xfrm>
            <a:off x="609599" y="4142232"/>
            <a:ext cx="6593768" cy="1915668"/>
          </a:xfrm>
          <a:prstGeom prst="rect">
            <a:avLst/>
          </a:prstGeom>
          <a:noFill/>
        </p:spPr>
        <p:txBody>
          <a:bodyPr wrap="square" lIns="0" tIns="0" rIns="0" bIns="0" anchor="b">
            <a:noAutofit/>
          </a:bodyPr>
          <a:lstStyle/>
          <a:p>
            <a:pPr>
              <a:lnSpc>
                <a:spcPts val="1200"/>
              </a:lnSpc>
              <a:spcAft>
                <a:spcPts val="600"/>
              </a:spcAft>
              <a:buNone/>
            </a:pPr>
            <a:r>
              <a:rPr sz="1000" b="0" cap="all">
                <a:solidFill>
                  <a:schemeClr val="tx2"/>
                </a:solidFill>
                <a:latin typeface="+mn-lt"/>
                <a:ea typeface="+mn-lt"/>
                <a:cs typeface="+mn-lt"/>
              </a:rPr>
              <a:t>About AVEVA </a:t>
            </a:r>
          </a:p>
          <a:p>
            <a:pPr>
              <a:lnSpc>
                <a:spcPts val="1200"/>
              </a:lnSpc>
              <a:spcAft>
                <a:spcPts val="600"/>
              </a:spcAft>
              <a:buNone/>
            </a:pPr>
            <a:r>
              <a:rPr sz="1000">
                <a:solidFill>
                  <a:schemeClr val="tx2"/>
                </a:solidFill>
                <a:latin typeface="+mn-lt"/>
                <a:ea typeface="+mn-lt"/>
                <a:cs typeface="+mn-lt"/>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buNone/>
            </a:pPr>
            <a:r>
              <a:rPr sz="1000">
                <a:solidFill>
                  <a:schemeClr val="tx2"/>
                </a:solidFill>
                <a:latin typeface="+mn-lt"/>
                <a:ea typeface="+mn-lt"/>
                <a:cs typeface="+mn-lt"/>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buNone/>
            </a:pPr>
            <a:r>
              <a:rPr sz="1000">
                <a:solidFill>
                  <a:schemeClr val="tx2"/>
                </a:solidFill>
                <a:latin typeface="+mn-lt"/>
                <a:ea typeface="+mn-lt"/>
                <a:cs typeface="+mn-lt"/>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buNone/>
            </a:pPr>
            <a:r>
              <a:rPr sz="1000">
                <a:solidFill>
                  <a:schemeClr val="tx2"/>
                </a:solidFill>
                <a:latin typeface="+mn-lt"/>
                <a:ea typeface="+mn-lt"/>
                <a:cs typeface="+mn-lt"/>
              </a:rPr>
              <a:t>Learn more at </a:t>
            </a:r>
            <a:r>
              <a:rPr sz="1000">
                <a:solidFill>
                  <a:srgbClr val="4D69E0"/>
                </a:solidFill>
                <a:latin typeface="+mn-lt"/>
                <a:ea typeface="+mn-lt"/>
                <a:cs typeface="+mn-lt"/>
              </a:rPr>
              <a:t>www.aveva.com </a:t>
            </a:r>
          </a:p>
        </p:txBody>
      </p:sp>
      <p:sp>
        <p:nvSpPr>
          <p:cNvPr id="5" name="Oval 4">
            <a:extLst>
              <a:ext uri="{FF2B5EF4-FFF2-40B4-BE49-F238E27FC236}">
                <a16:creationId xmlns:a16="http://schemas.microsoft.com/office/drawing/2014/main" id="{15085843-4EB3-F510-9130-16CCC29BABC4}"/>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26075EB9-3B3D-695A-279E-CD7F82007C98}"/>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30B79E33-6912-452A-9329-4E240D6FD841}"/>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Rectangle 8">
            <a:extLst>
              <a:ext uri="{FF2B5EF4-FFF2-40B4-BE49-F238E27FC236}">
                <a16:creationId xmlns:a16="http://schemas.microsoft.com/office/drawing/2014/main" id="{E12798D0-69A6-D7AC-29D5-70D07A56F73F}"/>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0" name="Oval 9">
            <a:extLst>
              <a:ext uri="{FF2B5EF4-FFF2-40B4-BE49-F238E27FC236}">
                <a16:creationId xmlns:a16="http://schemas.microsoft.com/office/drawing/2014/main" id="{BA3EC460-5EB3-010C-99E7-3B19A6F5F66A}"/>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Oval 10">
            <a:extLst>
              <a:ext uri="{FF2B5EF4-FFF2-40B4-BE49-F238E27FC236}">
                <a16:creationId xmlns:a16="http://schemas.microsoft.com/office/drawing/2014/main" id="{4DD3F717-B8E7-F5D9-9EE5-464E8081D49C}"/>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65FA4C4D-6112-10FC-F26B-B64C8D6861B8}"/>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44A09789-6CE7-BC2E-66A4-E62EE09F4C45}"/>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426C6E5D-39F9-A195-2145-CC24CD358749}"/>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A9D7E05A-2FD0-78D3-BF7E-C16C2E0AF3BA}"/>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6F4056A1-6EF9-10C6-3158-4F67E33FCF84}"/>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6409B074-66DB-D368-FB19-238BC10DBB73}"/>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E2AC9F7B-11B7-B210-7C8F-1D924BA59A07}"/>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0127CBB3-FDBB-481B-D00F-2BED4746A86F}"/>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F9013E1A-7304-4322-7565-7B58FA8F1C62}"/>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28DC1FE8-6406-BAF3-24A7-15C80974A26E}"/>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10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95EFD596-0DA5-3B9C-C378-413B0891A2C7}"/>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End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5">
            <a:extLst>
              <a:ext uri="{FF2B5EF4-FFF2-40B4-BE49-F238E27FC236}">
                <a16:creationId xmlns:a16="http://schemas.microsoft.com/office/drawing/2014/main" id="{ABFE6996-7BB9-4768-952C-92EB906C148D}"/>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2C7E5DEA-DA34-44D7-ACE9-32FBD7872A1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bg1"/>
          </a:solidFill>
          <a:ln w="0">
            <a:noFill/>
            <a:prstDash val="solid"/>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14014E3B-91DD-4937-9B32-D8ADB6791DD4}"/>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A7166DEF-2B9E-43F8-B349-2DE7372122F8}"/>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bg1"/>
          </a:solidFill>
          <a:ln w="0">
            <a:noFill/>
            <a:prstDash val="solid"/>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868DEBD-9196-41C8-A3F4-755F985685A7}"/>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93AD75E9-9DBC-4352-BE73-BA4D8CC97EF5}"/>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F9683FFC-62CA-4760-BB37-64E8DEE61445}"/>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4" name="Footer Placeholder 3">
            <a:extLst>
              <a:ext uri="{FF2B5EF4-FFF2-40B4-BE49-F238E27FC236}">
                <a16:creationId xmlns:a16="http://schemas.microsoft.com/office/drawing/2014/main" id="{DF238032-A99E-1344-BEAE-3C0CBFCABE13}"/>
              </a:ext>
            </a:extLst>
          </p:cNvPr>
          <p:cNvSpPr>
            <a:spLocks noGrp="1"/>
          </p:cNvSpPr>
          <p:nvPr>
            <p:ph type="ftr" idx="11"/>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idx="12"/>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72" name="TextBox 71">
            <a:extLst>
              <a:ext uri="{FF2B5EF4-FFF2-40B4-BE49-F238E27FC236}">
                <a16:creationId xmlns:a16="http://schemas.microsoft.com/office/drawing/2014/main" id="{204C57BA-8BE7-48C1-83EE-B886DF617553}"/>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a:spLocks noGrp="1"/>
          </p:cNvSpPr>
          <p:nvPr/>
        </p:nvSpPr>
        <p:spPr>
          <a:xfrm>
            <a:off x="1008711" y="2725743"/>
            <a:ext cx="4681182" cy="720000"/>
          </a:xfrm>
          <a:prstGeom prst="rect">
            <a:avLst/>
          </a:prstGeom>
          <a:noFill/>
        </p:spPr>
        <p:txBody>
          <a:bodyPr wrap="square" lIns="0" tIns="0" rIns="0" bIns="0">
            <a:noAutofit/>
          </a:bodyPr>
          <a:lstStyle/>
          <a:p>
            <a:pPr>
              <a:lnSpc>
                <a:spcPct val="150000"/>
              </a:lnSpc>
              <a:buNone/>
            </a:pPr>
            <a:r>
              <a:rPr sz="1800" b="0">
                <a:solidFill>
                  <a:schemeClr val="bg1"/>
                </a:solidFill>
                <a:latin typeface="+mn-lt"/>
                <a:ea typeface="+mn-lt"/>
                <a:cs typeface="+mn-lt"/>
              </a:rPr>
              <a:t>linkedin.com/company/aveva </a:t>
            </a:r>
          </a:p>
          <a:p>
            <a:pPr>
              <a:lnSpc>
                <a:spcPct val="150000"/>
              </a:lnSpc>
              <a:buNone/>
            </a:pPr>
            <a:r>
              <a:rPr sz="1800" b="0">
                <a:solidFill>
                  <a:schemeClr val="bg1"/>
                </a:solidFill>
                <a:latin typeface="+mn-lt"/>
                <a:ea typeface="+mn-lt"/>
                <a:cs typeface="+mn-lt"/>
              </a:rPr>
              <a:t>@avevagroup </a:t>
            </a:r>
          </a:p>
        </p:txBody>
      </p:sp>
      <p:sp>
        <p:nvSpPr>
          <p:cNvPr id="75" name="Freeform 5">
            <a:extLst>
              <a:ext uri="{FF2B5EF4-FFF2-40B4-BE49-F238E27FC236}">
                <a16:creationId xmlns:a16="http://schemas.microsoft.com/office/drawing/2014/main" id="{E899E916-B706-4A4F-A3DA-FB6BEA94FA39}"/>
              </a:ext>
            </a:extLst>
          </p:cNvPr>
          <p:cNvSpPr>
            <a:spLocks noGrp="1"/>
          </p:cNvSpPr>
          <p:nvPr/>
        </p:nvSpPr>
        <p:spPr>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p:spPr>
        <p:txBody>
          <a:bodyPr vert="horz" wrap="square" lIns="91440" tIns="45720" rIns="91440" bIns="45720" anchor="t"/>
          <a:lstStyle/>
          <a:p>
            <a:endParaRPr/>
          </a:p>
        </p:txBody>
      </p:sp>
      <p:sp>
        <p:nvSpPr>
          <p:cNvPr id="76" name="Freeform 6">
            <a:extLst>
              <a:ext uri="{FF2B5EF4-FFF2-40B4-BE49-F238E27FC236}">
                <a16:creationId xmlns:a16="http://schemas.microsoft.com/office/drawing/2014/main" id="{7562E154-11E8-4A95-88DA-555C550432A5}"/>
              </a:ext>
            </a:extLst>
          </p:cNvPr>
          <p:cNvSpPr>
            <a:spLocks noGrp="1"/>
          </p:cNvSpPr>
          <p:nvPr/>
        </p:nvSpPr>
        <p:spPr>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p:spPr>
        <p:txBody>
          <a:bodyPr vert="horz" wrap="square" lIns="91440" tIns="45720" rIns="91440" bIns="45720" anchor="t"/>
          <a:lstStyle/>
          <a:p>
            <a:endParaRPr/>
          </a:p>
        </p:txBody>
      </p:sp>
      <p:sp>
        <p:nvSpPr>
          <p:cNvPr id="2" name="TextBox 1">
            <a:extLst>
              <a:ext uri="{FF2B5EF4-FFF2-40B4-BE49-F238E27FC236}">
                <a16:creationId xmlns:a16="http://schemas.microsoft.com/office/drawing/2014/main" id="{665FB058-6305-A206-ECE4-04C8E1087DB7}"/>
              </a:ext>
            </a:extLst>
          </p:cNvPr>
          <p:cNvSpPr>
            <a:spLocks noGrp="1"/>
          </p:cNvSpPr>
          <p:nvPr/>
        </p:nvSpPr>
        <p:spPr>
          <a:xfrm>
            <a:off x="609599" y="4142232"/>
            <a:ext cx="6593768" cy="1915668"/>
          </a:xfrm>
          <a:prstGeom prst="rect">
            <a:avLst/>
          </a:prstGeom>
          <a:noFill/>
        </p:spPr>
        <p:txBody>
          <a:bodyPr wrap="square" lIns="0" tIns="0" rIns="0" bIns="0" anchor="b">
            <a:noAutofit/>
          </a:bodyPr>
          <a:lstStyle/>
          <a:p>
            <a:pPr>
              <a:lnSpc>
                <a:spcPts val="1200"/>
              </a:lnSpc>
              <a:spcAft>
                <a:spcPts val="600"/>
              </a:spcAft>
              <a:buNone/>
            </a:pPr>
            <a:r>
              <a:rPr sz="1000" b="0" cap="all">
                <a:solidFill>
                  <a:schemeClr val="bg1"/>
                </a:solidFill>
                <a:latin typeface="+mn-lt"/>
                <a:ea typeface="+mn-lt"/>
                <a:cs typeface="+mn-lt"/>
              </a:rPr>
              <a:t>About AVEVA </a:t>
            </a:r>
          </a:p>
          <a:p>
            <a:pPr>
              <a:lnSpc>
                <a:spcPts val="1200"/>
              </a:lnSpc>
              <a:spcAft>
                <a:spcPts val="600"/>
              </a:spcAft>
              <a:buNone/>
            </a:pPr>
            <a:r>
              <a:rPr sz="1000">
                <a:solidFill>
                  <a:schemeClr val="bg1"/>
                </a:solidFill>
                <a:latin typeface="+mn-lt"/>
                <a:ea typeface="+mn-lt"/>
                <a:cs typeface="+mn-lt"/>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buNone/>
            </a:pPr>
            <a:r>
              <a:rPr sz="1000">
                <a:solidFill>
                  <a:schemeClr val="bg1"/>
                </a:solidFill>
                <a:latin typeface="+mn-lt"/>
                <a:ea typeface="+mn-lt"/>
                <a:cs typeface="+mn-lt"/>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buNone/>
            </a:pPr>
            <a:r>
              <a:rPr sz="1000">
                <a:solidFill>
                  <a:schemeClr val="bg1"/>
                </a:solidFill>
                <a:latin typeface="+mn-lt"/>
                <a:ea typeface="+mn-lt"/>
                <a:cs typeface="+mn-lt"/>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buNone/>
            </a:pPr>
            <a:r>
              <a:rPr sz="1000">
                <a:solidFill>
                  <a:schemeClr val="bg1"/>
                </a:solidFill>
                <a:latin typeface="+mn-lt"/>
                <a:ea typeface="+mn-lt"/>
                <a:cs typeface="+mn-lt"/>
              </a:rPr>
              <a:t>Learn more at www.aveva.com </a:t>
            </a:r>
          </a:p>
        </p:txBody>
      </p:sp>
      <p:sp>
        <p:nvSpPr>
          <p:cNvPr id="5" name="Oval 4">
            <a:extLst>
              <a:ext uri="{FF2B5EF4-FFF2-40B4-BE49-F238E27FC236}">
                <a16:creationId xmlns:a16="http://schemas.microsoft.com/office/drawing/2014/main" id="{F40CBE1A-1955-4A66-0B1B-16EBE2A00203}"/>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798F5E5A-1607-65D7-EC9F-E99D7C882CA6}"/>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C0280CC6-C2CB-3311-5187-FC4B166E1EF9}"/>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Rectangle 8">
            <a:extLst>
              <a:ext uri="{FF2B5EF4-FFF2-40B4-BE49-F238E27FC236}">
                <a16:creationId xmlns:a16="http://schemas.microsoft.com/office/drawing/2014/main" id="{744CB6D8-BC77-3FD1-30C4-06E6E93AF441}"/>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0" name="Oval 9">
            <a:extLst>
              <a:ext uri="{FF2B5EF4-FFF2-40B4-BE49-F238E27FC236}">
                <a16:creationId xmlns:a16="http://schemas.microsoft.com/office/drawing/2014/main" id="{0EFF74E6-53AD-1F0E-0749-ECD0365AD494}"/>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Oval 10">
            <a:extLst>
              <a:ext uri="{FF2B5EF4-FFF2-40B4-BE49-F238E27FC236}">
                <a16:creationId xmlns:a16="http://schemas.microsoft.com/office/drawing/2014/main" id="{7FE61EEB-9D53-3E1A-FC09-5B5B4DFC82DD}"/>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68CF095A-1050-5FB5-66EC-69AF87D78D74}"/>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7C368307-FA3A-6C81-2F63-E7401D44ED16}"/>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60022644-65F1-CDF1-99C8-7D95ABC9A1A8}"/>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169B5732-7BCC-59D6-8B39-A44133A871A1}"/>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CC94067B-AB70-11A4-F3BA-5E8646338C13}"/>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75FF1619-F3DE-3C16-4DB5-5C79BFC81DBE}"/>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3727578E-1C0F-E5FE-F971-0F44BDEA291E}"/>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8FA9E47C-E5A3-8B50-643A-7D8B5C15F447}"/>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7F87981B-53EA-C970-1313-06E66D04531C}"/>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D18F7AA6-EAA6-4FEA-6209-15035A70C108}"/>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10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4C6496FF-7E50-7007-1A5B-AD2530DAD38F}"/>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End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5">
            <a:extLst>
              <a:ext uri="{FF2B5EF4-FFF2-40B4-BE49-F238E27FC236}">
                <a16:creationId xmlns:a16="http://schemas.microsoft.com/office/drawing/2014/main" id="{ABFE6996-7BB9-4768-952C-92EB906C148D}"/>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2C7E5DEA-DA34-44D7-ACE9-32FBD7872A1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14014E3B-91DD-4937-9B32-D8ADB6791DD4}"/>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A7166DEF-2B9E-43F8-B349-2DE7372122F8}"/>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868DEBD-9196-41C8-A3F4-755F985685A7}"/>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93AD75E9-9DBC-4352-BE73-BA4D8CC97EF5}"/>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F9683FFC-62CA-4760-BB37-64E8DEE61445}"/>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4" name="Footer Placeholder 3">
            <a:extLst>
              <a:ext uri="{FF2B5EF4-FFF2-40B4-BE49-F238E27FC236}">
                <a16:creationId xmlns:a16="http://schemas.microsoft.com/office/drawing/2014/main" id="{DF238032-A99E-1344-BEAE-3C0CBFCABE13}"/>
              </a:ext>
            </a:extLst>
          </p:cNvPr>
          <p:cNvSpPr>
            <a:spLocks noGrp="1"/>
          </p:cNvSpPr>
          <p:nvPr>
            <p:ph type="ftr" idx="11"/>
          </p:nvPr>
        </p:nvSpPr>
        <p:spPr/>
        <p:txBody>
          <a:bodyPr/>
          <a:lstStyle/>
          <a:p>
            <a:r>
              <a:t>For Internal Use Only. © 2026 AVEVA Group Limited or its subsidiaries. All rights reserved.</a:t>
            </a:r>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idx="12"/>
          </p:nvPr>
        </p:nvSpPr>
        <p:spPr/>
        <p:txBody>
          <a:bodyPr/>
          <a:lstStyle/>
          <a:p>
            <a:fld id="{267CDB12-45E5-4FD7-AE50-9CB5AFC72BA1}" type="slidenum">
              <a:t>‹#›</a:t>
            </a:fld>
            <a:endParaRPr/>
          </a:p>
        </p:txBody>
      </p:sp>
      <p:sp>
        <p:nvSpPr>
          <p:cNvPr id="72" name="TextBox 71">
            <a:extLst>
              <a:ext uri="{FF2B5EF4-FFF2-40B4-BE49-F238E27FC236}">
                <a16:creationId xmlns:a16="http://schemas.microsoft.com/office/drawing/2014/main" id="{204C57BA-8BE7-48C1-83EE-B886DF617553}"/>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a:spLocks noGrp="1"/>
          </p:cNvSpPr>
          <p:nvPr/>
        </p:nvSpPr>
        <p:spPr>
          <a:xfrm>
            <a:off x="1008711" y="2725743"/>
            <a:ext cx="4681182" cy="720000"/>
          </a:xfrm>
          <a:prstGeom prst="rect">
            <a:avLst/>
          </a:prstGeom>
          <a:noFill/>
        </p:spPr>
        <p:txBody>
          <a:bodyPr wrap="square" lIns="0" tIns="0" rIns="0" bIns="0">
            <a:noAutofit/>
          </a:bodyPr>
          <a:lstStyle/>
          <a:p>
            <a:pPr>
              <a:lnSpc>
                <a:spcPct val="150000"/>
              </a:lnSpc>
              <a:buNone/>
            </a:pPr>
            <a:r>
              <a:rPr sz="1800" b="0">
                <a:solidFill>
                  <a:schemeClr val="tx2"/>
                </a:solidFill>
                <a:latin typeface="+mn-lt"/>
                <a:ea typeface="+mn-lt"/>
                <a:cs typeface="+mn-lt"/>
              </a:rPr>
              <a:t>linkedin.com/company/aveva </a:t>
            </a:r>
          </a:p>
          <a:p>
            <a:pPr>
              <a:lnSpc>
                <a:spcPct val="150000"/>
              </a:lnSpc>
              <a:buNone/>
            </a:pPr>
            <a:r>
              <a:rPr sz="1800" b="0">
                <a:solidFill>
                  <a:schemeClr val="tx2"/>
                </a:solidFill>
                <a:latin typeface="+mn-lt"/>
                <a:ea typeface="+mn-lt"/>
                <a:cs typeface="+mn-lt"/>
              </a:rPr>
              <a:t>@avevagroup </a:t>
            </a:r>
          </a:p>
        </p:txBody>
      </p:sp>
      <p:sp>
        <p:nvSpPr>
          <p:cNvPr id="75" name="Freeform 5">
            <a:extLst>
              <a:ext uri="{FF2B5EF4-FFF2-40B4-BE49-F238E27FC236}">
                <a16:creationId xmlns:a16="http://schemas.microsoft.com/office/drawing/2014/main" id="{E899E916-B706-4A4F-A3DA-FB6BEA94FA39}"/>
              </a:ext>
            </a:extLst>
          </p:cNvPr>
          <p:cNvSpPr>
            <a:spLocks noGrp="1"/>
          </p:cNvSpPr>
          <p:nvPr/>
        </p:nvSpPr>
        <p:spPr>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anchor="t"/>
          <a:lstStyle/>
          <a:p>
            <a:endParaRPr/>
          </a:p>
        </p:txBody>
      </p:sp>
      <p:sp>
        <p:nvSpPr>
          <p:cNvPr id="76" name="Freeform 6">
            <a:extLst>
              <a:ext uri="{FF2B5EF4-FFF2-40B4-BE49-F238E27FC236}">
                <a16:creationId xmlns:a16="http://schemas.microsoft.com/office/drawing/2014/main" id="{7562E154-11E8-4A95-88DA-555C550432A5}"/>
              </a:ext>
            </a:extLst>
          </p:cNvPr>
          <p:cNvSpPr>
            <a:spLocks noGrp="1"/>
          </p:cNvSpPr>
          <p:nvPr/>
        </p:nvSpPr>
        <p:spPr>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anchor="t"/>
          <a:lstStyle/>
          <a:p>
            <a:endParaRPr/>
          </a:p>
        </p:txBody>
      </p:sp>
      <p:sp>
        <p:nvSpPr>
          <p:cNvPr id="3" name="TextBox 2">
            <a:extLst>
              <a:ext uri="{FF2B5EF4-FFF2-40B4-BE49-F238E27FC236}">
                <a16:creationId xmlns:a16="http://schemas.microsoft.com/office/drawing/2014/main" id="{4CD52F43-E6DA-794E-B089-D7FFF138BD49}"/>
              </a:ext>
            </a:extLst>
          </p:cNvPr>
          <p:cNvSpPr>
            <a:spLocks noGrp="1"/>
          </p:cNvSpPr>
          <p:nvPr/>
        </p:nvSpPr>
        <p:spPr>
          <a:xfrm>
            <a:off x="609599" y="4142232"/>
            <a:ext cx="6593768" cy="1915668"/>
          </a:xfrm>
          <a:prstGeom prst="rect">
            <a:avLst/>
          </a:prstGeom>
          <a:noFill/>
        </p:spPr>
        <p:txBody>
          <a:bodyPr wrap="square" lIns="0" tIns="0" rIns="0" bIns="0" anchor="b">
            <a:noAutofit/>
          </a:bodyPr>
          <a:lstStyle/>
          <a:p>
            <a:pPr>
              <a:lnSpc>
                <a:spcPts val="1200"/>
              </a:lnSpc>
              <a:spcAft>
                <a:spcPts val="600"/>
              </a:spcAft>
              <a:buNone/>
            </a:pPr>
            <a:r>
              <a:rPr sz="1000" b="0" cap="all">
                <a:solidFill>
                  <a:schemeClr val="tx2"/>
                </a:solidFill>
                <a:latin typeface="+mn-lt"/>
                <a:ea typeface="+mn-lt"/>
                <a:cs typeface="+mn-lt"/>
              </a:rPr>
              <a:t>About AVEVA </a:t>
            </a:r>
          </a:p>
          <a:p>
            <a:pPr>
              <a:lnSpc>
                <a:spcPts val="1200"/>
              </a:lnSpc>
              <a:spcAft>
                <a:spcPts val="600"/>
              </a:spcAft>
              <a:buNone/>
            </a:pPr>
            <a:r>
              <a:rPr sz="1000">
                <a:solidFill>
                  <a:schemeClr val="tx2"/>
                </a:solidFill>
                <a:latin typeface="+mn-lt"/>
                <a:ea typeface="+mn-lt"/>
                <a:cs typeface="+mn-lt"/>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buNone/>
            </a:pPr>
            <a:r>
              <a:rPr sz="1000">
                <a:solidFill>
                  <a:schemeClr val="tx2"/>
                </a:solidFill>
                <a:latin typeface="+mn-lt"/>
                <a:ea typeface="+mn-lt"/>
                <a:cs typeface="+mn-lt"/>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buNone/>
            </a:pPr>
            <a:r>
              <a:rPr sz="1000">
                <a:solidFill>
                  <a:schemeClr val="tx2"/>
                </a:solidFill>
                <a:latin typeface="+mn-lt"/>
                <a:ea typeface="+mn-lt"/>
                <a:cs typeface="+mn-lt"/>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buNone/>
            </a:pPr>
            <a:r>
              <a:rPr sz="1000">
                <a:solidFill>
                  <a:schemeClr val="tx2"/>
                </a:solidFill>
                <a:latin typeface="+mn-lt"/>
                <a:ea typeface="+mn-lt"/>
                <a:cs typeface="+mn-lt"/>
              </a:rPr>
              <a:t>Learn more at </a:t>
            </a:r>
            <a:r>
              <a:rPr sz="1000">
                <a:solidFill>
                  <a:srgbClr val="4D69E0"/>
                </a:solidFill>
                <a:latin typeface="+mn-lt"/>
                <a:ea typeface="+mn-lt"/>
                <a:cs typeface="+mn-lt"/>
              </a:rPr>
              <a:t>www.aveva.com </a:t>
            </a:r>
          </a:p>
        </p:txBody>
      </p:sp>
      <p:sp>
        <p:nvSpPr>
          <p:cNvPr id="5" name="Oval 4">
            <a:extLst>
              <a:ext uri="{FF2B5EF4-FFF2-40B4-BE49-F238E27FC236}">
                <a16:creationId xmlns:a16="http://schemas.microsoft.com/office/drawing/2014/main" id="{2F8BAFAC-7D51-83BE-5C0C-A74D5BF8E27C}"/>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522558A4-3F68-00F1-8C4E-21B2F75F0703}"/>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4FBD663D-2F5E-ED5C-FE36-EB205237F496}"/>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Rectangle 8">
            <a:extLst>
              <a:ext uri="{FF2B5EF4-FFF2-40B4-BE49-F238E27FC236}">
                <a16:creationId xmlns:a16="http://schemas.microsoft.com/office/drawing/2014/main" id="{F12FDAA0-CEAB-8A0F-495E-D262949CDBCE}"/>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0" name="Oval 9">
            <a:extLst>
              <a:ext uri="{FF2B5EF4-FFF2-40B4-BE49-F238E27FC236}">
                <a16:creationId xmlns:a16="http://schemas.microsoft.com/office/drawing/2014/main" id="{2E7F8717-E28A-1175-35E9-F6BA841D6853}"/>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Oval 10">
            <a:extLst>
              <a:ext uri="{FF2B5EF4-FFF2-40B4-BE49-F238E27FC236}">
                <a16:creationId xmlns:a16="http://schemas.microsoft.com/office/drawing/2014/main" id="{B5D0493D-24C3-AC3C-422C-887719FD82BC}"/>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ADD88069-8AAA-D251-DABC-427631749A35}"/>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9B2EDC90-7FCB-94EF-C6EE-69D744CAFB27}"/>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27250046-E6F3-6B4C-7223-CA0DCBE00FE0}"/>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77453457-9CE3-0F13-2CC6-630FA1AE15E1}"/>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D6E46883-DD41-3B1C-1DBC-930545545FFF}"/>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E8BF2421-4700-2BF1-F14B-50A1ACC405F9}"/>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13478002-2D39-14BB-AF19-AC03D8B9B033}"/>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D2C35E63-9A39-F090-CA42-A762E0094736}"/>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90AF53F2-A04C-04D0-DD82-EFE9C3F7DF10}"/>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BE046E6B-DD67-8107-EF5D-55E75AEE55BA}"/>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10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196EDBE-EC62-B238-007D-610F704B5CEA}"/>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_End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5">
            <a:extLst>
              <a:ext uri="{FF2B5EF4-FFF2-40B4-BE49-F238E27FC236}">
                <a16:creationId xmlns:a16="http://schemas.microsoft.com/office/drawing/2014/main" id="{ABFE6996-7BB9-4768-952C-92EB906C148D}"/>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2C7E5DEA-DA34-44D7-ACE9-32FBD7872A1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bg1"/>
          </a:solidFill>
          <a:ln w="0">
            <a:noFill/>
            <a:prstDash val="solid"/>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14014E3B-91DD-4937-9B32-D8ADB6791DD4}"/>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bg1"/>
          </a:solidFill>
          <a:ln w="0">
            <a:noFill/>
            <a:prstDash val="solid"/>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A7166DEF-2B9E-43F8-B349-2DE7372122F8}"/>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bg1"/>
          </a:solidFill>
          <a:ln w="0">
            <a:noFill/>
            <a:prstDash val="solid"/>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868DEBD-9196-41C8-A3F4-755F985685A7}"/>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93AD75E9-9DBC-4352-BE73-BA4D8CC97EF5}"/>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F9683FFC-62CA-4760-BB37-64E8DEE61445}"/>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bg1"/>
          </a:solidFill>
          <a:ln w="0">
            <a:noFill/>
            <a:prstDash val="solid"/>
          </a:ln>
        </p:spPr>
        <p:txBody>
          <a:bodyPr vert="horz" wrap="square" lIns="91440" tIns="45720" rIns="91440" bIns="45720" anchor="t"/>
          <a:lstStyle/>
          <a:p>
            <a:endParaRPr/>
          </a:p>
        </p:txBody>
      </p:sp>
      <p:sp>
        <p:nvSpPr>
          <p:cNvPr id="4" name="Footer Placeholder 3">
            <a:extLst>
              <a:ext uri="{FF2B5EF4-FFF2-40B4-BE49-F238E27FC236}">
                <a16:creationId xmlns:a16="http://schemas.microsoft.com/office/drawing/2014/main" id="{DF238032-A99E-1344-BEAE-3C0CBFCABE13}"/>
              </a:ext>
            </a:extLst>
          </p:cNvPr>
          <p:cNvSpPr>
            <a:spLocks noGrp="1"/>
          </p:cNvSpPr>
          <p:nvPr>
            <p:ph type="ftr" idx="11"/>
          </p:nvPr>
        </p:nvSpPr>
        <p:spPr/>
        <p:txBody>
          <a:bodyPr/>
          <a:lstStyle>
            <a:lvl1pPr>
              <a:buNone/>
              <a:defRPr>
                <a:solidFill>
                  <a:schemeClr val="bg1">
                    <a:lumMod val="75000"/>
                  </a:schemeClr>
                </a:solidFill>
              </a:defRPr>
            </a:lvl1pPr>
          </a:lstStyle>
          <a:p>
            <a:r>
              <a:t>For Internal Use Only. © 2026 AVEVA Group Limited or its subsidiaries. All rights reserved.</a:t>
            </a:r>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idx="12"/>
          </p:nvPr>
        </p:nvSpPr>
        <p:spPr/>
        <p:txBody>
          <a:bodyPr/>
          <a:lstStyle>
            <a:lvl1pPr>
              <a:buNone/>
              <a:defRPr>
                <a:solidFill>
                  <a:schemeClr val="bg1">
                    <a:lumMod val="75000"/>
                  </a:schemeClr>
                </a:solidFill>
              </a:defRPr>
            </a:lvl1pPr>
          </a:lstStyle>
          <a:p>
            <a:fld id="{267CDB12-45E5-4FD7-AE50-9CB5AFC72BA1}" type="slidenum">
              <a:t>‹#›</a:t>
            </a:fld>
            <a:endParaRPr/>
          </a:p>
        </p:txBody>
      </p:sp>
      <p:sp>
        <p:nvSpPr>
          <p:cNvPr id="72" name="TextBox 71">
            <a:extLst>
              <a:ext uri="{FF2B5EF4-FFF2-40B4-BE49-F238E27FC236}">
                <a16:creationId xmlns:a16="http://schemas.microsoft.com/office/drawing/2014/main" id="{204C57BA-8BE7-48C1-83EE-B886DF617553}"/>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a:spLocks noGrp="1"/>
          </p:cNvSpPr>
          <p:nvPr/>
        </p:nvSpPr>
        <p:spPr>
          <a:xfrm>
            <a:off x="1008711" y="2725743"/>
            <a:ext cx="4681182" cy="720000"/>
          </a:xfrm>
          <a:prstGeom prst="rect">
            <a:avLst/>
          </a:prstGeom>
          <a:noFill/>
        </p:spPr>
        <p:txBody>
          <a:bodyPr wrap="square" lIns="0" tIns="0" rIns="0" bIns="0">
            <a:noAutofit/>
          </a:bodyPr>
          <a:lstStyle/>
          <a:p>
            <a:pPr>
              <a:lnSpc>
                <a:spcPct val="150000"/>
              </a:lnSpc>
              <a:buNone/>
            </a:pPr>
            <a:r>
              <a:rPr sz="1800" b="0">
                <a:solidFill>
                  <a:schemeClr val="bg1"/>
                </a:solidFill>
                <a:latin typeface="+mn-lt"/>
                <a:ea typeface="+mn-lt"/>
                <a:cs typeface="+mn-lt"/>
              </a:rPr>
              <a:t>linkedin.com/company/aveva </a:t>
            </a:r>
          </a:p>
          <a:p>
            <a:pPr>
              <a:lnSpc>
                <a:spcPct val="150000"/>
              </a:lnSpc>
              <a:buNone/>
            </a:pPr>
            <a:r>
              <a:rPr sz="1800" b="0">
                <a:solidFill>
                  <a:schemeClr val="bg1"/>
                </a:solidFill>
                <a:latin typeface="+mn-lt"/>
                <a:ea typeface="+mn-lt"/>
                <a:cs typeface="+mn-lt"/>
              </a:rPr>
              <a:t>@avevagroup </a:t>
            </a:r>
          </a:p>
        </p:txBody>
      </p:sp>
      <p:sp>
        <p:nvSpPr>
          <p:cNvPr id="75" name="Freeform 5">
            <a:extLst>
              <a:ext uri="{FF2B5EF4-FFF2-40B4-BE49-F238E27FC236}">
                <a16:creationId xmlns:a16="http://schemas.microsoft.com/office/drawing/2014/main" id="{E899E916-B706-4A4F-A3DA-FB6BEA94FA39}"/>
              </a:ext>
            </a:extLst>
          </p:cNvPr>
          <p:cNvSpPr>
            <a:spLocks noGrp="1"/>
          </p:cNvSpPr>
          <p:nvPr/>
        </p:nvSpPr>
        <p:spPr>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p:spPr>
        <p:txBody>
          <a:bodyPr vert="horz" wrap="square" lIns="91440" tIns="45720" rIns="91440" bIns="45720" anchor="t"/>
          <a:lstStyle/>
          <a:p>
            <a:endParaRPr/>
          </a:p>
        </p:txBody>
      </p:sp>
      <p:sp>
        <p:nvSpPr>
          <p:cNvPr id="76" name="Freeform 6">
            <a:extLst>
              <a:ext uri="{FF2B5EF4-FFF2-40B4-BE49-F238E27FC236}">
                <a16:creationId xmlns:a16="http://schemas.microsoft.com/office/drawing/2014/main" id="{7562E154-11E8-4A95-88DA-555C550432A5}"/>
              </a:ext>
            </a:extLst>
          </p:cNvPr>
          <p:cNvSpPr>
            <a:spLocks noGrp="1"/>
          </p:cNvSpPr>
          <p:nvPr/>
        </p:nvSpPr>
        <p:spPr>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p:spPr>
        <p:txBody>
          <a:bodyPr vert="horz" wrap="square" lIns="91440" tIns="45720" rIns="91440" bIns="45720" anchor="t"/>
          <a:lstStyle/>
          <a:p>
            <a:endParaRPr/>
          </a:p>
        </p:txBody>
      </p:sp>
      <p:sp>
        <p:nvSpPr>
          <p:cNvPr id="2" name="TextBox 1">
            <a:extLst>
              <a:ext uri="{FF2B5EF4-FFF2-40B4-BE49-F238E27FC236}">
                <a16:creationId xmlns:a16="http://schemas.microsoft.com/office/drawing/2014/main" id="{64A31D11-75C2-B5A8-1C29-FB801BEC7C97}"/>
              </a:ext>
            </a:extLst>
          </p:cNvPr>
          <p:cNvSpPr>
            <a:spLocks noGrp="1"/>
          </p:cNvSpPr>
          <p:nvPr/>
        </p:nvSpPr>
        <p:spPr>
          <a:xfrm>
            <a:off x="609599" y="4142232"/>
            <a:ext cx="6593768" cy="1915668"/>
          </a:xfrm>
          <a:prstGeom prst="rect">
            <a:avLst/>
          </a:prstGeom>
          <a:noFill/>
        </p:spPr>
        <p:txBody>
          <a:bodyPr wrap="square" lIns="0" tIns="0" rIns="0" bIns="0" anchor="b">
            <a:noAutofit/>
          </a:bodyPr>
          <a:lstStyle/>
          <a:p>
            <a:pPr>
              <a:lnSpc>
                <a:spcPts val="1200"/>
              </a:lnSpc>
              <a:spcAft>
                <a:spcPts val="600"/>
              </a:spcAft>
              <a:buNone/>
            </a:pPr>
            <a:r>
              <a:rPr sz="1000" b="0" cap="all">
                <a:solidFill>
                  <a:schemeClr val="bg1"/>
                </a:solidFill>
                <a:latin typeface="+mn-lt"/>
                <a:ea typeface="+mn-lt"/>
                <a:cs typeface="+mn-lt"/>
              </a:rPr>
              <a:t>About AVEVA </a:t>
            </a:r>
          </a:p>
          <a:p>
            <a:pPr>
              <a:lnSpc>
                <a:spcPts val="1200"/>
              </a:lnSpc>
              <a:spcAft>
                <a:spcPts val="600"/>
              </a:spcAft>
              <a:buNone/>
            </a:pPr>
            <a:r>
              <a:rPr sz="1000">
                <a:solidFill>
                  <a:schemeClr val="bg1"/>
                </a:solidFill>
                <a:latin typeface="+mn-lt"/>
                <a:ea typeface="+mn-lt"/>
                <a:cs typeface="+mn-lt"/>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buNone/>
            </a:pPr>
            <a:r>
              <a:rPr sz="1000">
                <a:solidFill>
                  <a:schemeClr val="bg1"/>
                </a:solidFill>
                <a:latin typeface="+mn-lt"/>
                <a:ea typeface="+mn-lt"/>
                <a:cs typeface="+mn-lt"/>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buNone/>
            </a:pPr>
            <a:r>
              <a:rPr sz="1000">
                <a:solidFill>
                  <a:schemeClr val="bg1"/>
                </a:solidFill>
                <a:latin typeface="+mn-lt"/>
                <a:ea typeface="+mn-lt"/>
                <a:cs typeface="+mn-lt"/>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buNone/>
            </a:pPr>
            <a:r>
              <a:rPr sz="1000">
                <a:solidFill>
                  <a:schemeClr val="bg1"/>
                </a:solidFill>
                <a:latin typeface="+mn-lt"/>
                <a:ea typeface="+mn-lt"/>
                <a:cs typeface="+mn-lt"/>
              </a:rPr>
              <a:t>Learn more at www.aveva.com </a:t>
            </a:r>
          </a:p>
        </p:txBody>
      </p:sp>
      <p:sp>
        <p:nvSpPr>
          <p:cNvPr id="5" name="Oval 4">
            <a:extLst>
              <a:ext uri="{FF2B5EF4-FFF2-40B4-BE49-F238E27FC236}">
                <a16:creationId xmlns:a16="http://schemas.microsoft.com/office/drawing/2014/main" id="{6B572176-4838-A916-3CDD-CB1B4D11B619}"/>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B95AC74F-C75B-0873-8537-22D5113CB6B9}"/>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BA01E5FC-5564-D9BA-67CB-97706C24E93F}"/>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Rectangle 8">
            <a:extLst>
              <a:ext uri="{FF2B5EF4-FFF2-40B4-BE49-F238E27FC236}">
                <a16:creationId xmlns:a16="http://schemas.microsoft.com/office/drawing/2014/main" id="{B7846D93-A209-98A6-2C52-D5F214496D7B}"/>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0" name="Oval 9">
            <a:extLst>
              <a:ext uri="{FF2B5EF4-FFF2-40B4-BE49-F238E27FC236}">
                <a16:creationId xmlns:a16="http://schemas.microsoft.com/office/drawing/2014/main" id="{62651DC4-1BA4-FF68-397F-096B59EC31F5}"/>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Oval 10">
            <a:extLst>
              <a:ext uri="{FF2B5EF4-FFF2-40B4-BE49-F238E27FC236}">
                <a16:creationId xmlns:a16="http://schemas.microsoft.com/office/drawing/2014/main" id="{5DAEDFBF-7B5F-9184-570A-7836E813BCD8}"/>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7AFDB04D-DD14-C863-7BD1-80CDC32595DF}"/>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46BFB2B0-E0CA-307D-E1B9-D10C3465DF38}"/>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92C00C26-FDC3-1651-5604-29AF8AAF828B}"/>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ACCC60CF-5FB4-FDEE-898C-5A374D448BE2}"/>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DD574F50-BA75-23B9-BFAE-CE9E3E326B31}"/>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BC1B5BCE-78CC-7D3E-68D9-7FF53F5433E7}"/>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E1B92E7F-7833-E4A6-326F-73379A993FBF}"/>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E663A7B8-1F94-ED1E-6196-95EC8E7CC8DA}"/>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BEC7B13B-51D6-40B3-94D1-CE8EFE8A40C8}"/>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64A3A475-A2DB-C251-12B4-657B99A3E3BA}"/>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10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19820C-6ED2-F86D-3775-C469DBEDEE1B}"/>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5_End - Dar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5">
            <a:extLst>
              <a:ext uri="{FF2B5EF4-FFF2-40B4-BE49-F238E27FC236}">
                <a16:creationId xmlns:a16="http://schemas.microsoft.com/office/drawing/2014/main" id="{ABFE6996-7BB9-4768-952C-92EB906C148D}"/>
              </a:ext>
            </a:extLst>
          </p:cNvPr>
          <p:cNvSpPr>
            <a:spLocks noGrp="1"/>
          </p:cNvSpPr>
          <p:nvPr/>
        </p:nvSpPr>
        <p:spPr>
          <a:xfrm>
            <a:off x="106648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2C7E5DEA-DA34-44D7-ACE9-32FBD7872A1D}"/>
              </a:ext>
            </a:extLst>
          </p:cNvPr>
          <p:cNvSpPr>
            <a:spLocks noGrp="1"/>
          </p:cNvSpPr>
          <p:nvPr/>
        </p:nvSpPr>
        <p:spPr>
          <a:xfrm>
            <a:off x="10421934" y="6308714"/>
            <a:ext cx="269874" cy="266699"/>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solidFill>
            <a:schemeClr val="tx2"/>
          </a:solidFill>
          <a:ln w="0">
            <a:noFill/>
            <a:prstDash val="solid"/>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14014E3B-91DD-4937-9B32-D8ADB6791DD4}"/>
              </a:ext>
            </a:extLst>
          </p:cNvPr>
          <p:cNvSpPr>
            <a:spLocks noGrp="1"/>
          </p:cNvSpPr>
          <p:nvPr/>
        </p:nvSpPr>
        <p:spPr>
          <a:xfrm>
            <a:off x="11147421" y="6308714"/>
            <a:ext cx="231774" cy="266699"/>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solidFill>
            <a:schemeClr val="tx2"/>
          </a:solidFill>
          <a:ln w="0">
            <a:noFill/>
            <a:prstDash val="solid"/>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A7166DEF-2B9E-43F8-B349-2DE7372122F8}"/>
              </a:ext>
            </a:extLst>
          </p:cNvPr>
          <p:cNvSpPr>
            <a:spLocks noGrp="1"/>
          </p:cNvSpPr>
          <p:nvPr/>
        </p:nvSpPr>
        <p:spPr>
          <a:xfrm>
            <a:off x="11352208" y="6308714"/>
            <a:ext cx="231774" cy="266699"/>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solidFill>
            <a:schemeClr val="tx2"/>
          </a:solidFill>
          <a:ln w="0">
            <a:noFill/>
            <a:prstDash val="solid"/>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868DEBD-9196-41C8-A3F4-755F985685A7}"/>
              </a:ext>
            </a:extLst>
          </p:cNvPr>
          <p:cNvSpPr>
            <a:spLocks noGrp="1"/>
          </p:cNvSpPr>
          <p:nvPr/>
        </p:nvSpPr>
        <p:spPr>
          <a:xfrm>
            <a:off x="10934696" y="6308714"/>
            <a:ext cx="176212" cy="38099"/>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93AD75E9-9DBC-4352-BE73-BA4D8CC97EF5}"/>
              </a:ext>
            </a:extLst>
          </p:cNvPr>
          <p:cNvSpPr>
            <a:spLocks noGrp="1"/>
          </p:cNvSpPr>
          <p:nvPr/>
        </p:nvSpPr>
        <p:spPr>
          <a:xfrm>
            <a:off x="10934696" y="6421426"/>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F9683FFC-62CA-4760-BB37-64E8DEE61445}"/>
              </a:ext>
            </a:extLst>
          </p:cNvPr>
          <p:cNvSpPr>
            <a:spLocks noGrp="1"/>
          </p:cNvSpPr>
          <p:nvPr/>
        </p:nvSpPr>
        <p:spPr>
          <a:xfrm>
            <a:off x="10934696" y="6534138"/>
            <a:ext cx="176212" cy="39687"/>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solidFill>
            <a:schemeClr val="tx2"/>
          </a:solidFill>
          <a:ln w="0">
            <a:noFill/>
            <a:prstDash val="solid"/>
          </a:ln>
        </p:spPr>
        <p:txBody>
          <a:bodyPr vert="horz" wrap="square" lIns="91440" tIns="45720" rIns="91440" bIns="45720" anchor="t"/>
          <a:lstStyle/>
          <a:p>
            <a:endParaRPr/>
          </a:p>
        </p:txBody>
      </p:sp>
      <p:sp>
        <p:nvSpPr>
          <p:cNvPr id="4" name="Footer Placeholder 3">
            <a:extLst>
              <a:ext uri="{FF2B5EF4-FFF2-40B4-BE49-F238E27FC236}">
                <a16:creationId xmlns:a16="http://schemas.microsoft.com/office/drawing/2014/main" id="{DF238032-A99E-1344-BEAE-3C0CBFCABE13}"/>
              </a:ext>
            </a:extLst>
          </p:cNvPr>
          <p:cNvSpPr>
            <a:spLocks noGrp="1"/>
          </p:cNvSpPr>
          <p:nvPr>
            <p:ph type="ftr" idx="11"/>
          </p:nvPr>
        </p:nvSpPr>
        <p:spPr/>
        <p:txBody>
          <a:bodyPr/>
          <a:lstStyle/>
          <a:p>
            <a:r>
              <a:t>For Internal Use Only. © 2026 AVEVA Group Limited or its subsidiaries. All rights reserved.</a:t>
            </a:r>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idx="12"/>
          </p:nvPr>
        </p:nvSpPr>
        <p:spPr/>
        <p:txBody>
          <a:bodyPr/>
          <a:lstStyle/>
          <a:p>
            <a:fld id="{267CDB12-45E5-4FD7-AE50-9CB5AFC72BA1}" type="slidenum">
              <a:t>‹#›</a:t>
            </a:fld>
            <a:endParaRPr/>
          </a:p>
        </p:txBody>
      </p:sp>
      <p:sp>
        <p:nvSpPr>
          <p:cNvPr id="72" name="TextBox 71">
            <a:extLst>
              <a:ext uri="{FF2B5EF4-FFF2-40B4-BE49-F238E27FC236}">
                <a16:creationId xmlns:a16="http://schemas.microsoft.com/office/drawing/2014/main" id="{204C57BA-8BE7-48C1-83EE-B886DF617553}"/>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a:spLocks noGrp="1"/>
          </p:cNvSpPr>
          <p:nvPr/>
        </p:nvSpPr>
        <p:spPr>
          <a:xfrm>
            <a:off x="1008711" y="2725743"/>
            <a:ext cx="4681182" cy="720000"/>
          </a:xfrm>
          <a:prstGeom prst="rect">
            <a:avLst/>
          </a:prstGeom>
          <a:noFill/>
        </p:spPr>
        <p:txBody>
          <a:bodyPr wrap="square" lIns="0" tIns="0" rIns="0" bIns="0">
            <a:noAutofit/>
          </a:bodyPr>
          <a:lstStyle/>
          <a:p>
            <a:pPr>
              <a:lnSpc>
                <a:spcPct val="150000"/>
              </a:lnSpc>
              <a:buNone/>
            </a:pPr>
            <a:r>
              <a:rPr sz="1800" b="0">
                <a:solidFill>
                  <a:schemeClr val="tx2"/>
                </a:solidFill>
                <a:latin typeface="+mn-lt"/>
                <a:ea typeface="+mn-lt"/>
                <a:cs typeface="+mn-lt"/>
              </a:rPr>
              <a:t>linkedin.com/company/aveva </a:t>
            </a:r>
          </a:p>
          <a:p>
            <a:pPr>
              <a:lnSpc>
                <a:spcPct val="150000"/>
              </a:lnSpc>
              <a:buNone/>
            </a:pPr>
            <a:r>
              <a:rPr sz="1800" b="0">
                <a:solidFill>
                  <a:schemeClr val="tx2"/>
                </a:solidFill>
                <a:latin typeface="+mn-lt"/>
                <a:ea typeface="+mn-lt"/>
                <a:cs typeface="+mn-lt"/>
              </a:rPr>
              <a:t>@avevagroup </a:t>
            </a:r>
          </a:p>
        </p:txBody>
      </p:sp>
      <p:sp>
        <p:nvSpPr>
          <p:cNvPr id="75" name="Freeform 5">
            <a:extLst>
              <a:ext uri="{FF2B5EF4-FFF2-40B4-BE49-F238E27FC236}">
                <a16:creationId xmlns:a16="http://schemas.microsoft.com/office/drawing/2014/main" id="{E899E916-B706-4A4F-A3DA-FB6BEA94FA39}"/>
              </a:ext>
            </a:extLst>
          </p:cNvPr>
          <p:cNvSpPr>
            <a:spLocks noGrp="1"/>
          </p:cNvSpPr>
          <p:nvPr/>
        </p:nvSpPr>
        <p:spPr>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anchor="t"/>
          <a:lstStyle/>
          <a:p>
            <a:endParaRPr/>
          </a:p>
        </p:txBody>
      </p:sp>
      <p:sp>
        <p:nvSpPr>
          <p:cNvPr id="76" name="Freeform 6">
            <a:extLst>
              <a:ext uri="{FF2B5EF4-FFF2-40B4-BE49-F238E27FC236}">
                <a16:creationId xmlns:a16="http://schemas.microsoft.com/office/drawing/2014/main" id="{7562E154-11E8-4A95-88DA-555C550432A5}"/>
              </a:ext>
            </a:extLst>
          </p:cNvPr>
          <p:cNvSpPr>
            <a:spLocks noGrp="1"/>
          </p:cNvSpPr>
          <p:nvPr/>
        </p:nvSpPr>
        <p:spPr>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anchor="t"/>
          <a:lstStyle/>
          <a:p>
            <a:endParaRPr/>
          </a:p>
        </p:txBody>
      </p:sp>
      <p:sp>
        <p:nvSpPr>
          <p:cNvPr id="3" name="TextBox 2">
            <a:extLst>
              <a:ext uri="{FF2B5EF4-FFF2-40B4-BE49-F238E27FC236}">
                <a16:creationId xmlns:a16="http://schemas.microsoft.com/office/drawing/2014/main" id="{A1B3040C-CC20-3790-2641-010F6CAB746B}"/>
              </a:ext>
            </a:extLst>
          </p:cNvPr>
          <p:cNvSpPr>
            <a:spLocks noGrp="1"/>
          </p:cNvSpPr>
          <p:nvPr/>
        </p:nvSpPr>
        <p:spPr>
          <a:xfrm>
            <a:off x="609599" y="4142232"/>
            <a:ext cx="6593768" cy="1915668"/>
          </a:xfrm>
          <a:prstGeom prst="rect">
            <a:avLst/>
          </a:prstGeom>
          <a:noFill/>
        </p:spPr>
        <p:txBody>
          <a:bodyPr wrap="square" lIns="0" tIns="0" rIns="0" bIns="0" anchor="b">
            <a:noAutofit/>
          </a:bodyPr>
          <a:lstStyle/>
          <a:p>
            <a:pPr>
              <a:lnSpc>
                <a:spcPts val="1200"/>
              </a:lnSpc>
              <a:spcAft>
                <a:spcPts val="600"/>
              </a:spcAft>
              <a:buNone/>
            </a:pPr>
            <a:r>
              <a:rPr sz="1000" b="0" cap="all">
                <a:solidFill>
                  <a:schemeClr val="tx2"/>
                </a:solidFill>
                <a:latin typeface="+mn-lt"/>
                <a:ea typeface="+mn-lt"/>
                <a:cs typeface="+mn-lt"/>
              </a:rPr>
              <a:t>About AVEVA </a:t>
            </a:r>
          </a:p>
          <a:p>
            <a:pPr>
              <a:lnSpc>
                <a:spcPts val="1200"/>
              </a:lnSpc>
              <a:spcAft>
                <a:spcPts val="600"/>
              </a:spcAft>
              <a:buNone/>
            </a:pPr>
            <a:r>
              <a:rPr sz="1000">
                <a:solidFill>
                  <a:schemeClr val="tx2"/>
                </a:solidFill>
                <a:latin typeface="+mn-lt"/>
                <a:ea typeface="+mn-lt"/>
                <a:cs typeface="+mn-lt"/>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buNone/>
            </a:pPr>
            <a:r>
              <a:rPr sz="1000">
                <a:solidFill>
                  <a:schemeClr val="tx2"/>
                </a:solidFill>
                <a:latin typeface="+mn-lt"/>
                <a:ea typeface="+mn-lt"/>
                <a:cs typeface="+mn-lt"/>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buNone/>
            </a:pPr>
            <a:r>
              <a:rPr sz="1000">
                <a:solidFill>
                  <a:schemeClr val="tx2"/>
                </a:solidFill>
                <a:latin typeface="+mn-lt"/>
                <a:ea typeface="+mn-lt"/>
                <a:cs typeface="+mn-lt"/>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buNone/>
            </a:pPr>
            <a:r>
              <a:rPr sz="1000">
                <a:solidFill>
                  <a:schemeClr val="tx2"/>
                </a:solidFill>
                <a:latin typeface="+mn-lt"/>
                <a:ea typeface="+mn-lt"/>
                <a:cs typeface="+mn-lt"/>
              </a:rPr>
              <a:t>Learn more at </a:t>
            </a:r>
            <a:r>
              <a:rPr sz="1000">
                <a:solidFill>
                  <a:srgbClr val="4D69E0"/>
                </a:solidFill>
                <a:latin typeface="+mn-lt"/>
                <a:ea typeface="+mn-lt"/>
                <a:cs typeface="+mn-lt"/>
              </a:rPr>
              <a:t>www.aveva.com </a:t>
            </a:r>
          </a:p>
        </p:txBody>
      </p:sp>
      <p:sp>
        <p:nvSpPr>
          <p:cNvPr id="5" name="Oval 4">
            <a:extLst>
              <a:ext uri="{FF2B5EF4-FFF2-40B4-BE49-F238E27FC236}">
                <a16:creationId xmlns:a16="http://schemas.microsoft.com/office/drawing/2014/main" id="{B849EC22-130A-A4B5-AA56-EFC57DE7B1D9}"/>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6" name="Oval 5">
            <a:extLst>
              <a:ext uri="{FF2B5EF4-FFF2-40B4-BE49-F238E27FC236}">
                <a16:creationId xmlns:a16="http://schemas.microsoft.com/office/drawing/2014/main" id="{9492E39B-95A2-A299-D2AF-E8E210C25A0B}"/>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EAC6CFEE-113F-8E83-9F1C-22BB1C813651}"/>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9" name="Rectangle 8">
            <a:extLst>
              <a:ext uri="{FF2B5EF4-FFF2-40B4-BE49-F238E27FC236}">
                <a16:creationId xmlns:a16="http://schemas.microsoft.com/office/drawing/2014/main" id="{093591AE-F704-8A10-D995-25BBAAEAC008}"/>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0" name="Oval 9">
            <a:extLst>
              <a:ext uri="{FF2B5EF4-FFF2-40B4-BE49-F238E27FC236}">
                <a16:creationId xmlns:a16="http://schemas.microsoft.com/office/drawing/2014/main" id="{3B43036C-F31A-7D02-1D06-720D09EE1329}"/>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Oval 10">
            <a:extLst>
              <a:ext uri="{FF2B5EF4-FFF2-40B4-BE49-F238E27FC236}">
                <a16:creationId xmlns:a16="http://schemas.microsoft.com/office/drawing/2014/main" id="{C0E1DB08-5735-B712-8CA7-DBF8BE70BAFE}"/>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0" name="Oval 19">
            <a:extLst>
              <a:ext uri="{FF2B5EF4-FFF2-40B4-BE49-F238E27FC236}">
                <a16:creationId xmlns:a16="http://schemas.microsoft.com/office/drawing/2014/main" id="{FD1305F9-68F2-2B20-F843-34DF715BD068}"/>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Oval 20">
            <a:extLst>
              <a:ext uri="{FF2B5EF4-FFF2-40B4-BE49-F238E27FC236}">
                <a16:creationId xmlns:a16="http://schemas.microsoft.com/office/drawing/2014/main" id="{070E7937-077C-D221-89C9-2EAD3F8BB7FF}"/>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Rectangle 25">
            <a:extLst>
              <a:ext uri="{FF2B5EF4-FFF2-40B4-BE49-F238E27FC236}">
                <a16:creationId xmlns:a16="http://schemas.microsoft.com/office/drawing/2014/main" id="{C553DE05-2447-30A5-85E2-DDD96D2F9DE4}"/>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7" name="Oval 26">
            <a:extLst>
              <a:ext uri="{FF2B5EF4-FFF2-40B4-BE49-F238E27FC236}">
                <a16:creationId xmlns:a16="http://schemas.microsoft.com/office/drawing/2014/main" id="{2DB92DCE-A1C1-1E1C-DD4D-8EB9AFF8C3AF}"/>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A49FC577-5D93-91C1-9F97-EEB745BE9061}"/>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9" name="Oval 28">
            <a:extLst>
              <a:ext uri="{FF2B5EF4-FFF2-40B4-BE49-F238E27FC236}">
                <a16:creationId xmlns:a16="http://schemas.microsoft.com/office/drawing/2014/main" id="{2455753B-39BB-449D-C9DC-782C1E0513F1}"/>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0" name="Oval 29">
            <a:extLst>
              <a:ext uri="{FF2B5EF4-FFF2-40B4-BE49-F238E27FC236}">
                <a16:creationId xmlns:a16="http://schemas.microsoft.com/office/drawing/2014/main" id="{EE95DD3A-8B91-499E-9D86-70E59BE6123D}"/>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1" name="Oval 30">
            <a:extLst>
              <a:ext uri="{FF2B5EF4-FFF2-40B4-BE49-F238E27FC236}">
                <a16:creationId xmlns:a16="http://schemas.microsoft.com/office/drawing/2014/main" id="{1C7AF8FA-BB2F-C5AF-11F4-51E625DB7E08}"/>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32" name="Oval 31">
            <a:extLst>
              <a:ext uri="{FF2B5EF4-FFF2-40B4-BE49-F238E27FC236}">
                <a16:creationId xmlns:a16="http://schemas.microsoft.com/office/drawing/2014/main" id="{5493BC2A-F8E0-721F-95AC-B12DC55D26AA}"/>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3" name="TextBox 22">
            <a:extLst>
              <a:ext uri="{FF2B5EF4-FFF2-40B4-BE49-F238E27FC236}">
                <a16:creationId xmlns:a16="http://schemas.microsoft.com/office/drawing/2014/main" id="{8A2C1CB6-AD58-0502-43C9-89A2714E12BB}"/>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108" name="Picture 23"/>
          <p:cNvPicPr>
            <a:picLocks noChangeAspect="1"/>
          </p:cNvPicPr>
          <p:nvPr/>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7479D8A6-BF4A-1DBB-B6A1-8DAFAB9576D8}"/>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O NOT USE MASTER SLIDES THAT APPEAR AFTER THIS">
    <p:bg>
      <p:bgPr>
        <a:solidFill>
          <a:srgbClr val="F7065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D675-D839-F94A-B760-92F5AE9D58BA}"/>
              </a:ext>
            </a:extLst>
          </p:cNvPr>
          <p:cNvSpPr>
            <a:spLocks noGrp="1"/>
          </p:cNvSpPr>
          <p:nvPr>
            <p:ph type="title" hasCustomPrompt="1"/>
          </p:nvPr>
        </p:nvSpPr>
        <p:spPr>
          <a:xfrm>
            <a:off x="612648" y="585216"/>
            <a:ext cx="10972800" cy="5671328"/>
          </a:xfrm>
        </p:spPr>
        <p:txBody>
          <a:bodyPr>
            <a:normAutofit/>
          </a:bodyPr>
          <a:lstStyle>
            <a:lvl1pPr>
              <a:buNone/>
              <a:defRPr sz="6600">
                <a:solidFill>
                  <a:schemeClr val="bg1"/>
                </a:solidFill>
              </a:defRPr>
            </a:lvl1pPr>
          </a:lstStyle>
          <a:p>
            <a:r>
              <a:t>NOTE: </a:t>
            </a:r>
            <a:br/>
            <a:r>
              <a:t>ANY SLIDE MASTERS APPEARING AFTER THIS ARE OUT OF DATE. </a:t>
            </a:r>
            <a:br/>
            <a:br/>
            <a:r>
              <a:t>PLEASE SELECT A SLIDE LAYOUT FROM ONE OF THE PRECEDING SLIDE MASTERS.</a:t>
            </a:r>
          </a:p>
        </p:txBody>
      </p:sp>
      <p:sp>
        <p:nvSpPr>
          <p:cNvPr id="4" name="TextBox 3">
            <a:extLst>
              <a:ext uri="{FF2B5EF4-FFF2-40B4-BE49-F238E27FC236}">
                <a16:creationId xmlns:a16="http://schemas.microsoft.com/office/drawing/2014/main" id="{9AD5DACC-6660-F749-B6B2-69AC9AA32DBE}"/>
              </a:ext>
            </a:extLst>
          </p:cNvPr>
          <p:cNvSpPr>
            <a:spLocks noGrp="1"/>
          </p:cNvSpPr>
          <p:nvPr/>
        </p:nvSpPr>
        <p:spPr>
          <a:xfrm>
            <a:off x="0" y="-260574"/>
            <a:ext cx="12192000" cy="180001"/>
          </a:xfrm>
          <a:prstGeom prst="rect">
            <a:avLst/>
          </a:prstGeom>
          <a:noFill/>
        </p:spPr>
        <p:txBody>
          <a:bodyPr wrap="square" lIns="0" anchor="ctr">
            <a:noAutofit/>
          </a:bodyPr>
          <a:lstStyle/>
          <a:p>
            <a:pPr algn="ctr">
              <a:buNone/>
            </a:pPr>
            <a:r>
              <a:rPr sz="1000">
                <a:solidFill>
                  <a:schemeClr val="bg1">
                    <a:lumMod val="65000"/>
                  </a:schemeClr>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cons Layout">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71E1FF75-3FCD-4CE2-871F-0599281FF8A5}"/>
              </a:ext>
            </a:extLst>
          </p:cNvPr>
          <p:cNvSpPr>
            <a:spLocks noGrp="1"/>
          </p:cNvSpPr>
          <p:nvPr>
            <p:ph type="pic" idx="10" hasCustomPrompt="1"/>
          </p:nvPr>
        </p:nvSpPr>
        <p:spPr>
          <a:xfrm>
            <a:off x="592138" y="1462088"/>
            <a:ext cx="403225" cy="403225"/>
          </a:xfrm>
          <a:prstGeom prst="rect">
            <a:avLst/>
          </a:prstGeom>
          <a:noFill/>
        </p:spPr>
        <p:txBody>
          <a:bodyPr anchor="ctr"/>
          <a:lstStyle>
            <a:lvl1pPr marL="0" indent="0" algn="ctr">
              <a:buNone/>
              <a:defRPr sz="700"/>
            </a:lvl1pPr>
          </a:lstStyle>
          <a:p>
            <a:r>
              <a:t>Icon</a:t>
            </a:r>
          </a:p>
        </p:txBody>
      </p:sp>
      <p:sp>
        <p:nvSpPr>
          <p:cNvPr id="21" name="Text Placeholder 5">
            <a:extLst>
              <a:ext uri="{FF2B5EF4-FFF2-40B4-BE49-F238E27FC236}">
                <a16:creationId xmlns:a16="http://schemas.microsoft.com/office/drawing/2014/main" id="{6717881D-4D1A-4BC2-92D0-1BDDD356D277}"/>
              </a:ext>
            </a:extLst>
          </p:cNvPr>
          <p:cNvSpPr>
            <a:spLocks noGrp="1"/>
          </p:cNvSpPr>
          <p:nvPr>
            <p:ph type="body" idx="11" hasCustomPrompt="1"/>
          </p:nvPr>
        </p:nvSpPr>
        <p:spPr>
          <a:xfrm>
            <a:off x="31908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22" name="Picture Placeholder 3">
            <a:extLst>
              <a:ext uri="{FF2B5EF4-FFF2-40B4-BE49-F238E27FC236}">
                <a16:creationId xmlns:a16="http://schemas.microsoft.com/office/drawing/2014/main" id="{4D5C9DB8-4B91-449B-B423-8D9B495C71C7}"/>
              </a:ext>
            </a:extLst>
          </p:cNvPr>
          <p:cNvSpPr>
            <a:spLocks noGrp="1"/>
          </p:cNvSpPr>
          <p:nvPr>
            <p:ph type="pic" idx="12" hasCustomPrompt="1"/>
          </p:nvPr>
        </p:nvSpPr>
        <p:spPr>
          <a:xfrm>
            <a:off x="1559784" y="1462088"/>
            <a:ext cx="403225" cy="403225"/>
          </a:xfrm>
          <a:prstGeom prst="rect">
            <a:avLst/>
          </a:prstGeom>
          <a:noFill/>
        </p:spPr>
        <p:txBody>
          <a:bodyPr anchor="ctr"/>
          <a:lstStyle>
            <a:lvl1pPr marL="0" indent="0" algn="ctr">
              <a:buNone/>
              <a:defRPr sz="700"/>
            </a:lvl1pPr>
          </a:lstStyle>
          <a:p>
            <a:r>
              <a:t>Icon</a:t>
            </a:r>
          </a:p>
        </p:txBody>
      </p:sp>
      <p:sp>
        <p:nvSpPr>
          <p:cNvPr id="23" name="Text Placeholder 5">
            <a:extLst>
              <a:ext uri="{FF2B5EF4-FFF2-40B4-BE49-F238E27FC236}">
                <a16:creationId xmlns:a16="http://schemas.microsoft.com/office/drawing/2014/main" id="{E5E97833-9D0A-460E-8CA2-E0227B6710A4}"/>
              </a:ext>
            </a:extLst>
          </p:cNvPr>
          <p:cNvSpPr>
            <a:spLocks noGrp="1"/>
          </p:cNvSpPr>
          <p:nvPr>
            <p:ph type="body" idx="13" hasCustomPrompt="1"/>
          </p:nvPr>
        </p:nvSpPr>
        <p:spPr>
          <a:xfrm>
            <a:off x="128673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24" name="Picture Placeholder 3">
            <a:extLst>
              <a:ext uri="{FF2B5EF4-FFF2-40B4-BE49-F238E27FC236}">
                <a16:creationId xmlns:a16="http://schemas.microsoft.com/office/drawing/2014/main" id="{5C38D705-F0CC-466F-9171-66C797FD3C78}"/>
              </a:ext>
            </a:extLst>
          </p:cNvPr>
          <p:cNvSpPr>
            <a:spLocks noGrp="1"/>
          </p:cNvSpPr>
          <p:nvPr>
            <p:ph type="pic" idx="14" hasCustomPrompt="1"/>
          </p:nvPr>
        </p:nvSpPr>
        <p:spPr>
          <a:xfrm>
            <a:off x="2527430" y="1462088"/>
            <a:ext cx="403225" cy="403225"/>
          </a:xfrm>
          <a:prstGeom prst="rect">
            <a:avLst/>
          </a:prstGeom>
          <a:noFill/>
        </p:spPr>
        <p:txBody>
          <a:bodyPr anchor="ctr"/>
          <a:lstStyle>
            <a:lvl1pPr marL="0" indent="0" algn="ctr">
              <a:buNone/>
              <a:defRPr sz="700"/>
            </a:lvl1pPr>
          </a:lstStyle>
          <a:p>
            <a:r>
              <a:t>Icon</a:t>
            </a:r>
          </a:p>
        </p:txBody>
      </p:sp>
      <p:sp>
        <p:nvSpPr>
          <p:cNvPr id="25" name="Text Placeholder 5">
            <a:extLst>
              <a:ext uri="{FF2B5EF4-FFF2-40B4-BE49-F238E27FC236}">
                <a16:creationId xmlns:a16="http://schemas.microsoft.com/office/drawing/2014/main" id="{62BFDED5-B0FC-411A-A78D-4FF21BC881F7}"/>
              </a:ext>
            </a:extLst>
          </p:cNvPr>
          <p:cNvSpPr>
            <a:spLocks noGrp="1"/>
          </p:cNvSpPr>
          <p:nvPr>
            <p:ph type="body" idx="15" hasCustomPrompt="1"/>
          </p:nvPr>
        </p:nvSpPr>
        <p:spPr>
          <a:xfrm>
            <a:off x="225438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26" name="Picture Placeholder 3">
            <a:extLst>
              <a:ext uri="{FF2B5EF4-FFF2-40B4-BE49-F238E27FC236}">
                <a16:creationId xmlns:a16="http://schemas.microsoft.com/office/drawing/2014/main" id="{E922486B-7812-4CEE-A2CE-F50F882853D2}"/>
              </a:ext>
            </a:extLst>
          </p:cNvPr>
          <p:cNvSpPr>
            <a:spLocks noGrp="1"/>
          </p:cNvSpPr>
          <p:nvPr>
            <p:ph type="pic" idx="16" hasCustomPrompt="1"/>
          </p:nvPr>
        </p:nvSpPr>
        <p:spPr>
          <a:xfrm>
            <a:off x="3495076" y="1462088"/>
            <a:ext cx="403225" cy="403225"/>
          </a:xfrm>
          <a:prstGeom prst="rect">
            <a:avLst/>
          </a:prstGeom>
          <a:noFill/>
        </p:spPr>
        <p:txBody>
          <a:bodyPr anchor="ctr"/>
          <a:lstStyle>
            <a:lvl1pPr marL="0" indent="0" algn="ctr">
              <a:buNone/>
              <a:defRPr sz="700"/>
            </a:lvl1pPr>
          </a:lstStyle>
          <a:p>
            <a:r>
              <a:t>Icon</a:t>
            </a:r>
          </a:p>
        </p:txBody>
      </p:sp>
      <p:sp>
        <p:nvSpPr>
          <p:cNvPr id="27" name="Text Placeholder 5">
            <a:extLst>
              <a:ext uri="{FF2B5EF4-FFF2-40B4-BE49-F238E27FC236}">
                <a16:creationId xmlns:a16="http://schemas.microsoft.com/office/drawing/2014/main" id="{281C3E54-A954-47FB-9987-174C2B2C1D82}"/>
              </a:ext>
            </a:extLst>
          </p:cNvPr>
          <p:cNvSpPr>
            <a:spLocks noGrp="1"/>
          </p:cNvSpPr>
          <p:nvPr>
            <p:ph type="body" idx="17" hasCustomPrompt="1"/>
          </p:nvPr>
        </p:nvSpPr>
        <p:spPr>
          <a:xfrm>
            <a:off x="322202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28" name="Picture Placeholder 3">
            <a:extLst>
              <a:ext uri="{FF2B5EF4-FFF2-40B4-BE49-F238E27FC236}">
                <a16:creationId xmlns:a16="http://schemas.microsoft.com/office/drawing/2014/main" id="{F2CAE41A-3FF1-49E9-B8FB-3FDAF79BBC05}"/>
              </a:ext>
            </a:extLst>
          </p:cNvPr>
          <p:cNvSpPr>
            <a:spLocks noGrp="1"/>
          </p:cNvSpPr>
          <p:nvPr>
            <p:ph type="pic" idx="18" hasCustomPrompt="1"/>
          </p:nvPr>
        </p:nvSpPr>
        <p:spPr>
          <a:xfrm>
            <a:off x="4462722" y="1462088"/>
            <a:ext cx="403225" cy="403225"/>
          </a:xfrm>
          <a:prstGeom prst="rect">
            <a:avLst/>
          </a:prstGeom>
          <a:noFill/>
        </p:spPr>
        <p:txBody>
          <a:bodyPr anchor="ctr"/>
          <a:lstStyle>
            <a:lvl1pPr marL="0" indent="0" algn="ctr">
              <a:buNone/>
              <a:defRPr sz="700"/>
            </a:lvl1pPr>
          </a:lstStyle>
          <a:p>
            <a:r>
              <a:t>Icon</a:t>
            </a:r>
          </a:p>
        </p:txBody>
      </p:sp>
      <p:sp>
        <p:nvSpPr>
          <p:cNvPr id="29" name="Text Placeholder 5">
            <a:extLst>
              <a:ext uri="{FF2B5EF4-FFF2-40B4-BE49-F238E27FC236}">
                <a16:creationId xmlns:a16="http://schemas.microsoft.com/office/drawing/2014/main" id="{E7A5456E-CCC2-4487-9AF7-BFF6B02971EF}"/>
              </a:ext>
            </a:extLst>
          </p:cNvPr>
          <p:cNvSpPr>
            <a:spLocks noGrp="1"/>
          </p:cNvSpPr>
          <p:nvPr>
            <p:ph type="body" idx="19" hasCustomPrompt="1"/>
          </p:nvPr>
        </p:nvSpPr>
        <p:spPr>
          <a:xfrm>
            <a:off x="418967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30" name="Picture Placeholder 3">
            <a:extLst>
              <a:ext uri="{FF2B5EF4-FFF2-40B4-BE49-F238E27FC236}">
                <a16:creationId xmlns:a16="http://schemas.microsoft.com/office/drawing/2014/main" id="{AD84FD89-ADDC-4A43-B4E9-BB013634544D}"/>
              </a:ext>
            </a:extLst>
          </p:cNvPr>
          <p:cNvSpPr>
            <a:spLocks noGrp="1"/>
          </p:cNvSpPr>
          <p:nvPr>
            <p:ph type="pic" idx="20" hasCustomPrompt="1"/>
          </p:nvPr>
        </p:nvSpPr>
        <p:spPr>
          <a:xfrm>
            <a:off x="5430368" y="1462088"/>
            <a:ext cx="403225" cy="403225"/>
          </a:xfrm>
          <a:prstGeom prst="rect">
            <a:avLst/>
          </a:prstGeom>
          <a:noFill/>
        </p:spPr>
        <p:txBody>
          <a:bodyPr anchor="ctr"/>
          <a:lstStyle>
            <a:lvl1pPr marL="0" indent="0" algn="ctr">
              <a:buNone/>
              <a:defRPr sz="700"/>
            </a:lvl1pPr>
          </a:lstStyle>
          <a:p>
            <a:r>
              <a:t>Icon</a:t>
            </a:r>
          </a:p>
        </p:txBody>
      </p:sp>
      <p:sp>
        <p:nvSpPr>
          <p:cNvPr id="31" name="Text Placeholder 5">
            <a:extLst>
              <a:ext uri="{FF2B5EF4-FFF2-40B4-BE49-F238E27FC236}">
                <a16:creationId xmlns:a16="http://schemas.microsoft.com/office/drawing/2014/main" id="{E0B6CF71-7205-4227-B7EA-37DFE6C400AF}"/>
              </a:ext>
            </a:extLst>
          </p:cNvPr>
          <p:cNvSpPr>
            <a:spLocks noGrp="1"/>
          </p:cNvSpPr>
          <p:nvPr>
            <p:ph type="body" idx="21" hasCustomPrompt="1"/>
          </p:nvPr>
        </p:nvSpPr>
        <p:spPr>
          <a:xfrm>
            <a:off x="515731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32" name="Picture Placeholder 3">
            <a:extLst>
              <a:ext uri="{FF2B5EF4-FFF2-40B4-BE49-F238E27FC236}">
                <a16:creationId xmlns:a16="http://schemas.microsoft.com/office/drawing/2014/main" id="{34B85AE6-9676-4706-9FD5-72BE532B31E5}"/>
              </a:ext>
            </a:extLst>
          </p:cNvPr>
          <p:cNvSpPr>
            <a:spLocks noGrp="1"/>
          </p:cNvSpPr>
          <p:nvPr>
            <p:ph type="pic" idx="22" hasCustomPrompt="1"/>
          </p:nvPr>
        </p:nvSpPr>
        <p:spPr>
          <a:xfrm>
            <a:off x="6398014" y="1462088"/>
            <a:ext cx="403225" cy="403225"/>
          </a:xfrm>
          <a:prstGeom prst="rect">
            <a:avLst/>
          </a:prstGeom>
          <a:noFill/>
        </p:spPr>
        <p:txBody>
          <a:bodyPr anchor="ctr"/>
          <a:lstStyle>
            <a:lvl1pPr marL="0" indent="0" algn="ctr">
              <a:buNone/>
              <a:defRPr sz="700"/>
            </a:lvl1pPr>
          </a:lstStyle>
          <a:p>
            <a:r>
              <a:t>Icon</a:t>
            </a:r>
          </a:p>
        </p:txBody>
      </p:sp>
      <p:sp>
        <p:nvSpPr>
          <p:cNvPr id="33" name="Text Placeholder 5">
            <a:extLst>
              <a:ext uri="{FF2B5EF4-FFF2-40B4-BE49-F238E27FC236}">
                <a16:creationId xmlns:a16="http://schemas.microsoft.com/office/drawing/2014/main" id="{A18B72E7-080A-4356-AAD3-A85CC09776EF}"/>
              </a:ext>
            </a:extLst>
          </p:cNvPr>
          <p:cNvSpPr>
            <a:spLocks noGrp="1"/>
          </p:cNvSpPr>
          <p:nvPr>
            <p:ph type="body" idx="23" hasCustomPrompt="1"/>
          </p:nvPr>
        </p:nvSpPr>
        <p:spPr>
          <a:xfrm>
            <a:off x="612496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34" name="Picture Placeholder 3">
            <a:extLst>
              <a:ext uri="{FF2B5EF4-FFF2-40B4-BE49-F238E27FC236}">
                <a16:creationId xmlns:a16="http://schemas.microsoft.com/office/drawing/2014/main" id="{1B52180B-2B4D-476C-9FAB-E03129109900}"/>
              </a:ext>
            </a:extLst>
          </p:cNvPr>
          <p:cNvSpPr>
            <a:spLocks noGrp="1"/>
          </p:cNvSpPr>
          <p:nvPr>
            <p:ph type="pic" idx="24" hasCustomPrompt="1"/>
          </p:nvPr>
        </p:nvSpPr>
        <p:spPr>
          <a:xfrm>
            <a:off x="7365660" y="1462088"/>
            <a:ext cx="403225" cy="403225"/>
          </a:xfrm>
          <a:prstGeom prst="rect">
            <a:avLst/>
          </a:prstGeom>
          <a:noFill/>
        </p:spPr>
        <p:txBody>
          <a:bodyPr anchor="ctr"/>
          <a:lstStyle>
            <a:lvl1pPr marL="0" indent="0" algn="ctr">
              <a:buNone/>
              <a:defRPr sz="700"/>
            </a:lvl1pPr>
          </a:lstStyle>
          <a:p>
            <a:r>
              <a:t>Icon</a:t>
            </a:r>
          </a:p>
        </p:txBody>
      </p:sp>
      <p:sp>
        <p:nvSpPr>
          <p:cNvPr id="35" name="Text Placeholder 5">
            <a:extLst>
              <a:ext uri="{FF2B5EF4-FFF2-40B4-BE49-F238E27FC236}">
                <a16:creationId xmlns:a16="http://schemas.microsoft.com/office/drawing/2014/main" id="{C79922C6-B7CD-4506-A064-72F654DB0779}"/>
              </a:ext>
            </a:extLst>
          </p:cNvPr>
          <p:cNvSpPr>
            <a:spLocks noGrp="1"/>
          </p:cNvSpPr>
          <p:nvPr>
            <p:ph type="body" idx="25" hasCustomPrompt="1"/>
          </p:nvPr>
        </p:nvSpPr>
        <p:spPr>
          <a:xfrm>
            <a:off x="709261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36" name="Picture Placeholder 3">
            <a:extLst>
              <a:ext uri="{FF2B5EF4-FFF2-40B4-BE49-F238E27FC236}">
                <a16:creationId xmlns:a16="http://schemas.microsoft.com/office/drawing/2014/main" id="{8371CAA4-C229-40CD-AA22-3D7DEE34138D}"/>
              </a:ext>
            </a:extLst>
          </p:cNvPr>
          <p:cNvSpPr>
            <a:spLocks noGrp="1"/>
          </p:cNvSpPr>
          <p:nvPr>
            <p:ph type="pic" idx="26" hasCustomPrompt="1"/>
          </p:nvPr>
        </p:nvSpPr>
        <p:spPr>
          <a:xfrm>
            <a:off x="8333306" y="1462088"/>
            <a:ext cx="403225" cy="403225"/>
          </a:xfrm>
          <a:prstGeom prst="rect">
            <a:avLst/>
          </a:prstGeom>
          <a:noFill/>
        </p:spPr>
        <p:txBody>
          <a:bodyPr anchor="ctr"/>
          <a:lstStyle>
            <a:lvl1pPr marL="0" indent="0" algn="ctr">
              <a:buNone/>
              <a:defRPr sz="700"/>
            </a:lvl1pPr>
          </a:lstStyle>
          <a:p>
            <a:r>
              <a:t>Icon</a:t>
            </a:r>
          </a:p>
        </p:txBody>
      </p:sp>
      <p:sp>
        <p:nvSpPr>
          <p:cNvPr id="37" name="Text Placeholder 5">
            <a:extLst>
              <a:ext uri="{FF2B5EF4-FFF2-40B4-BE49-F238E27FC236}">
                <a16:creationId xmlns:a16="http://schemas.microsoft.com/office/drawing/2014/main" id="{7A18545B-3031-475F-B2FA-2CC7DEB1D306}"/>
              </a:ext>
            </a:extLst>
          </p:cNvPr>
          <p:cNvSpPr>
            <a:spLocks noGrp="1"/>
          </p:cNvSpPr>
          <p:nvPr>
            <p:ph type="body" idx="27" hasCustomPrompt="1"/>
          </p:nvPr>
        </p:nvSpPr>
        <p:spPr>
          <a:xfrm>
            <a:off x="806025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38" name="Picture Placeholder 3">
            <a:extLst>
              <a:ext uri="{FF2B5EF4-FFF2-40B4-BE49-F238E27FC236}">
                <a16:creationId xmlns:a16="http://schemas.microsoft.com/office/drawing/2014/main" id="{8705055C-F0AA-4419-B42B-24EF5A127187}"/>
              </a:ext>
            </a:extLst>
          </p:cNvPr>
          <p:cNvSpPr>
            <a:spLocks noGrp="1"/>
          </p:cNvSpPr>
          <p:nvPr>
            <p:ph type="pic" idx="28" hasCustomPrompt="1"/>
          </p:nvPr>
        </p:nvSpPr>
        <p:spPr>
          <a:xfrm>
            <a:off x="9300952" y="1462088"/>
            <a:ext cx="403225" cy="403225"/>
          </a:xfrm>
          <a:prstGeom prst="rect">
            <a:avLst/>
          </a:prstGeom>
          <a:noFill/>
        </p:spPr>
        <p:txBody>
          <a:bodyPr anchor="ctr"/>
          <a:lstStyle>
            <a:lvl1pPr marL="0" indent="0" algn="ctr">
              <a:buNone/>
              <a:defRPr sz="700"/>
            </a:lvl1pPr>
          </a:lstStyle>
          <a:p>
            <a:r>
              <a:t>Icon</a:t>
            </a:r>
          </a:p>
        </p:txBody>
      </p:sp>
      <p:sp>
        <p:nvSpPr>
          <p:cNvPr id="39" name="Text Placeholder 5">
            <a:extLst>
              <a:ext uri="{FF2B5EF4-FFF2-40B4-BE49-F238E27FC236}">
                <a16:creationId xmlns:a16="http://schemas.microsoft.com/office/drawing/2014/main" id="{8B541E98-64DA-41CA-B432-0A7C5A08F1F1}"/>
              </a:ext>
            </a:extLst>
          </p:cNvPr>
          <p:cNvSpPr>
            <a:spLocks noGrp="1"/>
          </p:cNvSpPr>
          <p:nvPr>
            <p:ph type="body" idx="29" hasCustomPrompt="1"/>
          </p:nvPr>
        </p:nvSpPr>
        <p:spPr>
          <a:xfrm>
            <a:off x="902790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40" name="Picture Placeholder 3">
            <a:extLst>
              <a:ext uri="{FF2B5EF4-FFF2-40B4-BE49-F238E27FC236}">
                <a16:creationId xmlns:a16="http://schemas.microsoft.com/office/drawing/2014/main" id="{247E8E3F-C376-4C05-9621-650F8F83EE33}"/>
              </a:ext>
            </a:extLst>
          </p:cNvPr>
          <p:cNvSpPr>
            <a:spLocks noGrp="1"/>
          </p:cNvSpPr>
          <p:nvPr>
            <p:ph type="pic" idx="30" hasCustomPrompt="1"/>
          </p:nvPr>
        </p:nvSpPr>
        <p:spPr>
          <a:xfrm>
            <a:off x="10268598" y="1462088"/>
            <a:ext cx="403225" cy="403225"/>
          </a:xfrm>
          <a:prstGeom prst="rect">
            <a:avLst/>
          </a:prstGeom>
          <a:noFill/>
        </p:spPr>
        <p:txBody>
          <a:bodyPr anchor="ctr"/>
          <a:lstStyle>
            <a:lvl1pPr marL="0" indent="0" algn="ctr">
              <a:buNone/>
              <a:defRPr sz="700"/>
            </a:lvl1pPr>
          </a:lstStyle>
          <a:p>
            <a:r>
              <a:t>Icon</a:t>
            </a:r>
          </a:p>
        </p:txBody>
      </p:sp>
      <p:sp>
        <p:nvSpPr>
          <p:cNvPr id="41" name="Text Placeholder 5">
            <a:extLst>
              <a:ext uri="{FF2B5EF4-FFF2-40B4-BE49-F238E27FC236}">
                <a16:creationId xmlns:a16="http://schemas.microsoft.com/office/drawing/2014/main" id="{961602B4-39AB-44FC-9D62-23336C26AD49}"/>
              </a:ext>
            </a:extLst>
          </p:cNvPr>
          <p:cNvSpPr>
            <a:spLocks noGrp="1"/>
          </p:cNvSpPr>
          <p:nvPr>
            <p:ph type="body" idx="31" hasCustomPrompt="1"/>
          </p:nvPr>
        </p:nvSpPr>
        <p:spPr>
          <a:xfrm>
            <a:off x="999554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42" name="Picture Placeholder 3">
            <a:extLst>
              <a:ext uri="{FF2B5EF4-FFF2-40B4-BE49-F238E27FC236}">
                <a16:creationId xmlns:a16="http://schemas.microsoft.com/office/drawing/2014/main" id="{6BB6EC36-B629-496B-9E3C-7E5867D7240A}"/>
              </a:ext>
            </a:extLst>
          </p:cNvPr>
          <p:cNvSpPr>
            <a:spLocks noGrp="1"/>
          </p:cNvSpPr>
          <p:nvPr>
            <p:ph type="pic" idx="32" hasCustomPrompt="1"/>
          </p:nvPr>
        </p:nvSpPr>
        <p:spPr>
          <a:xfrm>
            <a:off x="11236244" y="1462088"/>
            <a:ext cx="403225" cy="403225"/>
          </a:xfrm>
          <a:prstGeom prst="rect">
            <a:avLst/>
          </a:prstGeom>
          <a:noFill/>
        </p:spPr>
        <p:txBody>
          <a:bodyPr anchor="ctr"/>
          <a:lstStyle>
            <a:lvl1pPr marL="0" indent="0" algn="ctr">
              <a:buNone/>
              <a:defRPr sz="700"/>
            </a:lvl1pPr>
          </a:lstStyle>
          <a:p>
            <a:r>
              <a:t>Icon</a:t>
            </a:r>
          </a:p>
        </p:txBody>
      </p:sp>
      <p:sp>
        <p:nvSpPr>
          <p:cNvPr id="43" name="Text Placeholder 5">
            <a:extLst>
              <a:ext uri="{FF2B5EF4-FFF2-40B4-BE49-F238E27FC236}">
                <a16:creationId xmlns:a16="http://schemas.microsoft.com/office/drawing/2014/main" id="{B7951B72-CFAD-4B9D-9B2D-02D8732EC9B8}"/>
              </a:ext>
            </a:extLst>
          </p:cNvPr>
          <p:cNvSpPr>
            <a:spLocks noGrp="1"/>
          </p:cNvSpPr>
          <p:nvPr>
            <p:ph type="body" idx="33" hasCustomPrompt="1"/>
          </p:nvPr>
        </p:nvSpPr>
        <p:spPr>
          <a:xfrm>
            <a:off x="1096319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44" name="Picture Placeholder 3">
            <a:extLst>
              <a:ext uri="{FF2B5EF4-FFF2-40B4-BE49-F238E27FC236}">
                <a16:creationId xmlns:a16="http://schemas.microsoft.com/office/drawing/2014/main" id="{5808E2D6-DCAB-4EF4-818F-CC2073779AB2}"/>
              </a:ext>
            </a:extLst>
          </p:cNvPr>
          <p:cNvSpPr>
            <a:spLocks noGrp="1"/>
          </p:cNvSpPr>
          <p:nvPr>
            <p:ph type="pic" idx="34" hasCustomPrompt="1"/>
          </p:nvPr>
        </p:nvSpPr>
        <p:spPr>
          <a:xfrm>
            <a:off x="592138" y="2428841"/>
            <a:ext cx="403225" cy="403225"/>
          </a:xfrm>
          <a:prstGeom prst="rect">
            <a:avLst/>
          </a:prstGeom>
          <a:noFill/>
        </p:spPr>
        <p:txBody>
          <a:bodyPr anchor="ctr"/>
          <a:lstStyle>
            <a:lvl1pPr marL="0" indent="0" algn="ctr">
              <a:buNone/>
              <a:defRPr sz="700"/>
            </a:lvl1pPr>
          </a:lstStyle>
          <a:p>
            <a:r>
              <a:t>Icon</a:t>
            </a:r>
          </a:p>
        </p:txBody>
      </p:sp>
      <p:sp>
        <p:nvSpPr>
          <p:cNvPr id="45" name="Text Placeholder 5">
            <a:extLst>
              <a:ext uri="{FF2B5EF4-FFF2-40B4-BE49-F238E27FC236}">
                <a16:creationId xmlns:a16="http://schemas.microsoft.com/office/drawing/2014/main" id="{4BC0DA93-1635-49BF-9D14-4267F6844451}"/>
              </a:ext>
            </a:extLst>
          </p:cNvPr>
          <p:cNvSpPr>
            <a:spLocks noGrp="1"/>
          </p:cNvSpPr>
          <p:nvPr>
            <p:ph type="body" idx="35" hasCustomPrompt="1"/>
          </p:nvPr>
        </p:nvSpPr>
        <p:spPr>
          <a:xfrm>
            <a:off x="31908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46" name="Picture Placeholder 3">
            <a:extLst>
              <a:ext uri="{FF2B5EF4-FFF2-40B4-BE49-F238E27FC236}">
                <a16:creationId xmlns:a16="http://schemas.microsoft.com/office/drawing/2014/main" id="{144ED867-72F3-45E9-9B38-229C23CE1AF4}"/>
              </a:ext>
            </a:extLst>
          </p:cNvPr>
          <p:cNvSpPr>
            <a:spLocks noGrp="1"/>
          </p:cNvSpPr>
          <p:nvPr>
            <p:ph type="pic" idx="36" hasCustomPrompt="1"/>
          </p:nvPr>
        </p:nvSpPr>
        <p:spPr>
          <a:xfrm>
            <a:off x="1559784" y="2428841"/>
            <a:ext cx="403225" cy="403225"/>
          </a:xfrm>
          <a:prstGeom prst="rect">
            <a:avLst/>
          </a:prstGeom>
          <a:noFill/>
        </p:spPr>
        <p:txBody>
          <a:bodyPr anchor="ctr"/>
          <a:lstStyle>
            <a:lvl1pPr marL="0" indent="0" algn="ctr">
              <a:buNone/>
              <a:defRPr sz="700"/>
            </a:lvl1pPr>
          </a:lstStyle>
          <a:p>
            <a:r>
              <a:t>Icon</a:t>
            </a:r>
          </a:p>
        </p:txBody>
      </p:sp>
      <p:sp>
        <p:nvSpPr>
          <p:cNvPr id="47" name="Text Placeholder 5">
            <a:extLst>
              <a:ext uri="{FF2B5EF4-FFF2-40B4-BE49-F238E27FC236}">
                <a16:creationId xmlns:a16="http://schemas.microsoft.com/office/drawing/2014/main" id="{DD338E24-8B89-4977-8654-0F49ED3F520D}"/>
              </a:ext>
            </a:extLst>
          </p:cNvPr>
          <p:cNvSpPr>
            <a:spLocks noGrp="1"/>
          </p:cNvSpPr>
          <p:nvPr>
            <p:ph type="body" idx="37" hasCustomPrompt="1"/>
          </p:nvPr>
        </p:nvSpPr>
        <p:spPr>
          <a:xfrm>
            <a:off x="128673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48" name="Picture Placeholder 3">
            <a:extLst>
              <a:ext uri="{FF2B5EF4-FFF2-40B4-BE49-F238E27FC236}">
                <a16:creationId xmlns:a16="http://schemas.microsoft.com/office/drawing/2014/main" id="{23A23C03-EA22-48D8-B332-D664437FFC16}"/>
              </a:ext>
            </a:extLst>
          </p:cNvPr>
          <p:cNvSpPr>
            <a:spLocks noGrp="1"/>
          </p:cNvSpPr>
          <p:nvPr>
            <p:ph type="pic" idx="38" hasCustomPrompt="1"/>
          </p:nvPr>
        </p:nvSpPr>
        <p:spPr>
          <a:xfrm>
            <a:off x="2527430" y="2428841"/>
            <a:ext cx="403225" cy="403225"/>
          </a:xfrm>
          <a:prstGeom prst="rect">
            <a:avLst/>
          </a:prstGeom>
          <a:noFill/>
        </p:spPr>
        <p:txBody>
          <a:bodyPr anchor="ctr"/>
          <a:lstStyle>
            <a:lvl1pPr marL="0" indent="0" algn="ctr">
              <a:buNone/>
              <a:defRPr sz="700"/>
            </a:lvl1pPr>
          </a:lstStyle>
          <a:p>
            <a:r>
              <a:t>Icon</a:t>
            </a:r>
          </a:p>
        </p:txBody>
      </p:sp>
      <p:sp>
        <p:nvSpPr>
          <p:cNvPr id="49" name="Text Placeholder 5">
            <a:extLst>
              <a:ext uri="{FF2B5EF4-FFF2-40B4-BE49-F238E27FC236}">
                <a16:creationId xmlns:a16="http://schemas.microsoft.com/office/drawing/2014/main" id="{9CAD7837-CA10-4107-BDE0-218CB1ED00CD}"/>
              </a:ext>
            </a:extLst>
          </p:cNvPr>
          <p:cNvSpPr>
            <a:spLocks noGrp="1"/>
          </p:cNvSpPr>
          <p:nvPr>
            <p:ph type="body" idx="39" hasCustomPrompt="1"/>
          </p:nvPr>
        </p:nvSpPr>
        <p:spPr>
          <a:xfrm>
            <a:off x="225438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50" name="Picture Placeholder 3">
            <a:extLst>
              <a:ext uri="{FF2B5EF4-FFF2-40B4-BE49-F238E27FC236}">
                <a16:creationId xmlns:a16="http://schemas.microsoft.com/office/drawing/2014/main" id="{496586DD-8798-45FF-909A-D31701FF96DE}"/>
              </a:ext>
            </a:extLst>
          </p:cNvPr>
          <p:cNvSpPr>
            <a:spLocks noGrp="1"/>
          </p:cNvSpPr>
          <p:nvPr>
            <p:ph type="pic" idx="40" hasCustomPrompt="1"/>
          </p:nvPr>
        </p:nvSpPr>
        <p:spPr>
          <a:xfrm>
            <a:off x="3495076" y="2428841"/>
            <a:ext cx="403225" cy="403225"/>
          </a:xfrm>
          <a:prstGeom prst="rect">
            <a:avLst/>
          </a:prstGeom>
          <a:noFill/>
        </p:spPr>
        <p:txBody>
          <a:bodyPr anchor="ctr"/>
          <a:lstStyle>
            <a:lvl1pPr marL="0" indent="0" algn="ctr">
              <a:buNone/>
              <a:defRPr sz="700"/>
            </a:lvl1pPr>
          </a:lstStyle>
          <a:p>
            <a:r>
              <a:t>Icon</a:t>
            </a:r>
          </a:p>
        </p:txBody>
      </p:sp>
      <p:sp>
        <p:nvSpPr>
          <p:cNvPr id="51" name="Text Placeholder 5">
            <a:extLst>
              <a:ext uri="{FF2B5EF4-FFF2-40B4-BE49-F238E27FC236}">
                <a16:creationId xmlns:a16="http://schemas.microsoft.com/office/drawing/2014/main" id="{8837CAB7-A56F-4CEA-AB8D-3729B05ACCE9}"/>
              </a:ext>
            </a:extLst>
          </p:cNvPr>
          <p:cNvSpPr>
            <a:spLocks noGrp="1"/>
          </p:cNvSpPr>
          <p:nvPr>
            <p:ph type="body" idx="41" hasCustomPrompt="1"/>
          </p:nvPr>
        </p:nvSpPr>
        <p:spPr>
          <a:xfrm>
            <a:off x="322202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52" name="Picture Placeholder 3">
            <a:extLst>
              <a:ext uri="{FF2B5EF4-FFF2-40B4-BE49-F238E27FC236}">
                <a16:creationId xmlns:a16="http://schemas.microsoft.com/office/drawing/2014/main" id="{DFFC4C4B-9310-4D7F-9ACA-153166A7CA9F}"/>
              </a:ext>
            </a:extLst>
          </p:cNvPr>
          <p:cNvSpPr>
            <a:spLocks noGrp="1"/>
          </p:cNvSpPr>
          <p:nvPr>
            <p:ph type="pic" idx="42" hasCustomPrompt="1"/>
          </p:nvPr>
        </p:nvSpPr>
        <p:spPr>
          <a:xfrm>
            <a:off x="4462722" y="2428841"/>
            <a:ext cx="403225" cy="403225"/>
          </a:xfrm>
          <a:prstGeom prst="rect">
            <a:avLst/>
          </a:prstGeom>
          <a:noFill/>
        </p:spPr>
        <p:txBody>
          <a:bodyPr anchor="ctr"/>
          <a:lstStyle>
            <a:lvl1pPr marL="0" indent="0" algn="ctr">
              <a:buNone/>
              <a:defRPr sz="700"/>
            </a:lvl1pPr>
          </a:lstStyle>
          <a:p>
            <a:r>
              <a:t>Icon</a:t>
            </a:r>
          </a:p>
        </p:txBody>
      </p:sp>
      <p:sp>
        <p:nvSpPr>
          <p:cNvPr id="53" name="Text Placeholder 5">
            <a:extLst>
              <a:ext uri="{FF2B5EF4-FFF2-40B4-BE49-F238E27FC236}">
                <a16:creationId xmlns:a16="http://schemas.microsoft.com/office/drawing/2014/main" id="{A39F4520-5861-47C2-BE64-9F0D2F06C4B9}"/>
              </a:ext>
            </a:extLst>
          </p:cNvPr>
          <p:cNvSpPr>
            <a:spLocks noGrp="1"/>
          </p:cNvSpPr>
          <p:nvPr>
            <p:ph type="body" idx="43" hasCustomPrompt="1"/>
          </p:nvPr>
        </p:nvSpPr>
        <p:spPr>
          <a:xfrm>
            <a:off x="418967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54" name="Picture Placeholder 3">
            <a:extLst>
              <a:ext uri="{FF2B5EF4-FFF2-40B4-BE49-F238E27FC236}">
                <a16:creationId xmlns:a16="http://schemas.microsoft.com/office/drawing/2014/main" id="{A175C8F2-31AC-4F54-9156-2E2D8FB7A24E}"/>
              </a:ext>
            </a:extLst>
          </p:cNvPr>
          <p:cNvSpPr>
            <a:spLocks noGrp="1"/>
          </p:cNvSpPr>
          <p:nvPr>
            <p:ph type="pic" idx="44" hasCustomPrompt="1"/>
          </p:nvPr>
        </p:nvSpPr>
        <p:spPr>
          <a:xfrm>
            <a:off x="5430368" y="2428841"/>
            <a:ext cx="403225" cy="403225"/>
          </a:xfrm>
          <a:prstGeom prst="rect">
            <a:avLst/>
          </a:prstGeom>
          <a:noFill/>
        </p:spPr>
        <p:txBody>
          <a:bodyPr anchor="ctr"/>
          <a:lstStyle>
            <a:lvl1pPr marL="0" indent="0" algn="ctr">
              <a:buNone/>
              <a:defRPr sz="700"/>
            </a:lvl1pPr>
          </a:lstStyle>
          <a:p>
            <a:r>
              <a:t>Icon</a:t>
            </a:r>
          </a:p>
        </p:txBody>
      </p:sp>
      <p:sp>
        <p:nvSpPr>
          <p:cNvPr id="55" name="Text Placeholder 5">
            <a:extLst>
              <a:ext uri="{FF2B5EF4-FFF2-40B4-BE49-F238E27FC236}">
                <a16:creationId xmlns:a16="http://schemas.microsoft.com/office/drawing/2014/main" id="{39386109-9DB5-4799-946D-9454B156F98B}"/>
              </a:ext>
            </a:extLst>
          </p:cNvPr>
          <p:cNvSpPr>
            <a:spLocks noGrp="1"/>
          </p:cNvSpPr>
          <p:nvPr>
            <p:ph type="body" idx="45" hasCustomPrompt="1"/>
          </p:nvPr>
        </p:nvSpPr>
        <p:spPr>
          <a:xfrm>
            <a:off x="515731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56" name="Picture Placeholder 3">
            <a:extLst>
              <a:ext uri="{FF2B5EF4-FFF2-40B4-BE49-F238E27FC236}">
                <a16:creationId xmlns:a16="http://schemas.microsoft.com/office/drawing/2014/main" id="{633ED9EA-632A-4043-B726-FE8CE341AEFE}"/>
              </a:ext>
            </a:extLst>
          </p:cNvPr>
          <p:cNvSpPr>
            <a:spLocks noGrp="1"/>
          </p:cNvSpPr>
          <p:nvPr>
            <p:ph type="pic" idx="46" hasCustomPrompt="1"/>
          </p:nvPr>
        </p:nvSpPr>
        <p:spPr>
          <a:xfrm>
            <a:off x="6398014" y="2428841"/>
            <a:ext cx="403225" cy="403225"/>
          </a:xfrm>
          <a:prstGeom prst="rect">
            <a:avLst/>
          </a:prstGeom>
          <a:noFill/>
        </p:spPr>
        <p:txBody>
          <a:bodyPr anchor="ctr"/>
          <a:lstStyle>
            <a:lvl1pPr marL="0" indent="0" algn="ctr">
              <a:buNone/>
              <a:defRPr sz="700"/>
            </a:lvl1pPr>
          </a:lstStyle>
          <a:p>
            <a:r>
              <a:t>Icon</a:t>
            </a:r>
          </a:p>
        </p:txBody>
      </p:sp>
      <p:sp>
        <p:nvSpPr>
          <p:cNvPr id="57" name="Text Placeholder 5">
            <a:extLst>
              <a:ext uri="{FF2B5EF4-FFF2-40B4-BE49-F238E27FC236}">
                <a16:creationId xmlns:a16="http://schemas.microsoft.com/office/drawing/2014/main" id="{78713C5F-D30A-4E90-85BF-A59126CBA507}"/>
              </a:ext>
            </a:extLst>
          </p:cNvPr>
          <p:cNvSpPr>
            <a:spLocks noGrp="1"/>
          </p:cNvSpPr>
          <p:nvPr>
            <p:ph type="body" idx="47" hasCustomPrompt="1"/>
          </p:nvPr>
        </p:nvSpPr>
        <p:spPr>
          <a:xfrm>
            <a:off x="612496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58" name="Picture Placeholder 3">
            <a:extLst>
              <a:ext uri="{FF2B5EF4-FFF2-40B4-BE49-F238E27FC236}">
                <a16:creationId xmlns:a16="http://schemas.microsoft.com/office/drawing/2014/main" id="{36ED6677-A6BE-485E-BA5A-A18D94355960}"/>
              </a:ext>
            </a:extLst>
          </p:cNvPr>
          <p:cNvSpPr>
            <a:spLocks noGrp="1"/>
          </p:cNvSpPr>
          <p:nvPr>
            <p:ph type="pic" idx="48" hasCustomPrompt="1"/>
          </p:nvPr>
        </p:nvSpPr>
        <p:spPr>
          <a:xfrm>
            <a:off x="7365660" y="2428841"/>
            <a:ext cx="403225" cy="403225"/>
          </a:xfrm>
          <a:prstGeom prst="rect">
            <a:avLst/>
          </a:prstGeom>
          <a:noFill/>
        </p:spPr>
        <p:txBody>
          <a:bodyPr anchor="ctr"/>
          <a:lstStyle>
            <a:lvl1pPr marL="0" indent="0" algn="ctr">
              <a:buNone/>
              <a:defRPr sz="700"/>
            </a:lvl1pPr>
          </a:lstStyle>
          <a:p>
            <a:r>
              <a:t>Icon</a:t>
            </a:r>
          </a:p>
        </p:txBody>
      </p:sp>
      <p:sp>
        <p:nvSpPr>
          <p:cNvPr id="59" name="Text Placeholder 5">
            <a:extLst>
              <a:ext uri="{FF2B5EF4-FFF2-40B4-BE49-F238E27FC236}">
                <a16:creationId xmlns:a16="http://schemas.microsoft.com/office/drawing/2014/main" id="{982C07A0-CE90-4296-97AA-BA9F86431E1E}"/>
              </a:ext>
            </a:extLst>
          </p:cNvPr>
          <p:cNvSpPr>
            <a:spLocks noGrp="1"/>
          </p:cNvSpPr>
          <p:nvPr>
            <p:ph type="body" idx="49" hasCustomPrompt="1"/>
          </p:nvPr>
        </p:nvSpPr>
        <p:spPr>
          <a:xfrm>
            <a:off x="709261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60" name="Picture Placeholder 3">
            <a:extLst>
              <a:ext uri="{FF2B5EF4-FFF2-40B4-BE49-F238E27FC236}">
                <a16:creationId xmlns:a16="http://schemas.microsoft.com/office/drawing/2014/main" id="{C043C2F4-3BC4-4391-BF2F-B79F93D2149D}"/>
              </a:ext>
            </a:extLst>
          </p:cNvPr>
          <p:cNvSpPr>
            <a:spLocks noGrp="1"/>
          </p:cNvSpPr>
          <p:nvPr>
            <p:ph type="pic" idx="50" hasCustomPrompt="1"/>
          </p:nvPr>
        </p:nvSpPr>
        <p:spPr>
          <a:xfrm>
            <a:off x="8333306" y="2428841"/>
            <a:ext cx="403225" cy="403225"/>
          </a:xfrm>
          <a:prstGeom prst="rect">
            <a:avLst/>
          </a:prstGeom>
          <a:noFill/>
        </p:spPr>
        <p:txBody>
          <a:bodyPr anchor="ctr"/>
          <a:lstStyle>
            <a:lvl1pPr marL="0" indent="0" algn="ctr">
              <a:buNone/>
              <a:defRPr sz="700"/>
            </a:lvl1pPr>
          </a:lstStyle>
          <a:p>
            <a:r>
              <a:t>Icon</a:t>
            </a:r>
          </a:p>
        </p:txBody>
      </p:sp>
      <p:sp>
        <p:nvSpPr>
          <p:cNvPr id="61" name="Text Placeholder 5">
            <a:extLst>
              <a:ext uri="{FF2B5EF4-FFF2-40B4-BE49-F238E27FC236}">
                <a16:creationId xmlns:a16="http://schemas.microsoft.com/office/drawing/2014/main" id="{078D9316-696E-4B90-893C-AB7EE46EE998}"/>
              </a:ext>
            </a:extLst>
          </p:cNvPr>
          <p:cNvSpPr>
            <a:spLocks noGrp="1"/>
          </p:cNvSpPr>
          <p:nvPr>
            <p:ph type="body" idx="51" hasCustomPrompt="1"/>
          </p:nvPr>
        </p:nvSpPr>
        <p:spPr>
          <a:xfrm>
            <a:off x="806025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62" name="Picture Placeholder 3">
            <a:extLst>
              <a:ext uri="{FF2B5EF4-FFF2-40B4-BE49-F238E27FC236}">
                <a16:creationId xmlns:a16="http://schemas.microsoft.com/office/drawing/2014/main" id="{0DFF41CF-3C96-404C-9A48-F8D2FE678B79}"/>
              </a:ext>
            </a:extLst>
          </p:cNvPr>
          <p:cNvSpPr>
            <a:spLocks noGrp="1"/>
          </p:cNvSpPr>
          <p:nvPr>
            <p:ph type="pic" idx="52" hasCustomPrompt="1"/>
          </p:nvPr>
        </p:nvSpPr>
        <p:spPr>
          <a:xfrm>
            <a:off x="9300952" y="2428841"/>
            <a:ext cx="403225" cy="403225"/>
          </a:xfrm>
          <a:prstGeom prst="rect">
            <a:avLst/>
          </a:prstGeom>
          <a:noFill/>
        </p:spPr>
        <p:txBody>
          <a:bodyPr anchor="ctr"/>
          <a:lstStyle>
            <a:lvl1pPr marL="0" indent="0" algn="ctr">
              <a:buNone/>
              <a:defRPr sz="700"/>
            </a:lvl1pPr>
          </a:lstStyle>
          <a:p>
            <a:r>
              <a:t>Icon</a:t>
            </a:r>
          </a:p>
        </p:txBody>
      </p:sp>
      <p:sp>
        <p:nvSpPr>
          <p:cNvPr id="63" name="Text Placeholder 5">
            <a:extLst>
              <a:ext uri="{FF2B5EF4-FFF2-40B4-BE49-F238E27FC236}">
                <a16:creationId xmlns:a16="http://schemas.microsoft.com/office/drawing/2014/main" id="{CD83E209-DCFC-4040-AC47-F30F896D3AD9}"/>
              </a:ext>
            </a:extLst>
          </p:cNvPr>
          <p:cNvSpPr>
            <a:spLocks noGrp="1"/>
          </p:cNvSpPr>
          <p:nvPr>
            <p:ph type="body" idx="53" hasCustomPrompt="1"/>
          </p:nvPr>
        </p:nvSpPr>
        <p:spPr>
          <a:xfrm>
            <a:off x="902790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64" name="Picture Placeholder 3">
            <a:extLst>
              <a:ext uri="{FF2B5EF4-FFF2-40B4-BE49-F238E27FC236}">
                <a16:creationId xmlns:a16="http://schemas.microsoft.com/office/drawing/2014/main" id="{2982D4C5-605D-4A12-A93E-73CD5D9F3EF4}"/>
              </a:ext>
            </a:extLst>
          </p:cNvPr>
          <p:cNvSpPr>
            <a:spLocks noGrp="1"/>
          </p:cNvSpPr>
          <p:nvPr>
            <p:ph type="pic" idx="54" hasCustomPrompt="1"/>
          </p:nvPr>
        </p:nvSpPr>
        <p:spPr>
          <a:xfrm>
            <a:off x="10268598" y="2428841"/>
            <a:ext cx="403225" cy="403225"/>
          </a:xfrm>
          <a:prstGeom prst="rect">
            <a:avLst/>
          </a:prstGeom>
          <a:noFill/>
        </p:spPr>
        <p:txBody>
          <a:bodyPr anchor="ctr"/>
          <a:lstStyle>
            <a:lvl1pPr marL="0" indent="0" algn="ctr">
              <a:buNone/>
              <a:defRPr sz="700"/>
            </a:lvl1pPr>
          </a:lstStyle>
          <a:p>
            <a:r>
              <a:t>Icon</a:t>
            </a:r>
          </a:p>
        </p:txBody>
      </p:sp>
      <p:sp>
        <p:nvSpPr>
          <p:cNvPr id="65" name="Text Placeholder 5">
            <a:extLst>
              <a:ext uri="{FF2B5EF4-FFF2-40B4-BE49-F238E27FC236}">
                <a16:creationId xmlns:a16="http://schemas.microsoft.com/office/drawing/2014/main" id="{830880F2-98AF-46A2-8E11-ED08CC53164C}"/>
              </a:ext>
            </a:extLst>
          </p:cNvPr>
          <p:cNvSpPr>
            <a:spLocks noGrp="1"/>
          </p:cNvSpPr>
          <p:nvPr>
            <p:ph type="body" idx="55" hasCustomPrompt="1"/>
          </p:nvPr>
        </p:nvSpPr>
        <p:spPr>
          <a:xfrm>
            <a:off x="999554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66" name="Picture Placeholder 3">
            <a:extLst>
              <a:ext uri="{FF2B5EF4-FFF2-40B4-BE49-F238E27FC236}">
                <a16:creationId xmlns:a16="http://schemas.microsoft.com/office/drawing/2014/main" id="{820B03A0-5871-464A-8BF5-22C7E0463105}"/>
              </a:ext>
            </a:extLst>
          </p:cNvPr>
          <p:cNvSpPr>
            <a:spLocks noGrp="1"/>
          </p:cNvSpPr>
          <p:nvPr>
            <p:ph type="pic" idx="56" hasCustomPrompt="1"/>
          </p:nvPr>
        </p:nvSpPr>
        <p:spPr>
          <a:xfrm>
            <a:off x="11236244" y="2428841"/>
            <a:ext cx="403225" cy="403225"/>
          </a:xfrm>
          <a:prstGeom prst="rect">
            <a:avLst/>
          </a:prstGeom>
          <a:noFill/>
        </p:spPr>
        <p:txBody>
          <a:bodyPr anchor="ctr"/>
          <a:lstStyle>
            <a:lvl1pPr marL="0" indent="0" algn="ctr">
              <a:buNone/>
              <a:defRPr sz="700"/>
            </a:lvl1pPr>
          </a:lstStyle>
          <a:p>
            <a:r>
              <a:t>Icon</a:t>
            </a:r>
          </a:p>
        </p:txBody>
      </p:sp>
      <p:sp>
        <p:nvSpPr>
          <p:cNvPr id="67" name="Text Placeholder 5">
            <a:extLst>
              <a:ext uri="{FF2B5EF4-FFF2-40B4-BE49-F238E27FC236}">
                <a16:creationId xmlns:a16="http://schemas.microsoft.com/office/drawing/2014/main" id="{A55D414C-BACF-4C9F-A0B3-B3E904AF442F}"/>
              </a:ext>
            </a:extLst>
          </p:cNvPr>
          <p:cNvSpPr>
            <a:spLocks noGrp="1"/>
          </p:cNvSpPr>
          <p:nvPr>
            <p:ph type="body" idx="57" hasCustomPrompt="1"/>
          </p:nvPr>
        </p:nvSpPr>
        <p:spPr>
          <a:xfrm>
            <a:off x="1096319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68" name="Picture Placeholder 3">
            <a:extLst>
              <a:ext uri="{FF2B5EF4-FFF2-40B4-BE49-F238E27FC236}">
                <a16:creationId xmlns:a16="http://schemas.microsoft.com/office/drawing/2014/main" id="{3A6FB3B0-C02D-4CA9-BB3D-B68747F2AD73}"/>
              </a:ext>
            </a:extLst>
          </p:cNvPr>
          <p:cNvSpPr>
            <a:spLocks noGrp="1"/>
          </p:cNvSpPr>
          <p:nvPr>
            <p:ph type="pic" idx="58" hasCustomPrompt="1"/>
          </p:nvPr>
        </p:nvSpPr>
        <p:spPr>
          <a:xfrm>
            <a:off x="592138" y="3396353"/>
            <a:ext cx="403225" cy="403225"/>
          </a:xfrm>
          <a:prstGeom prst="rect">
            <a:avLst/>
          </a:prstGeom>
          <a:noFill/>
        </p:spPr>
        <p:txBody>
          <a:bodyPr anchor="ctr"/>
          <a:lstStyle>
            <a:lvl1pPr marL="0" indent="0" algn="ctr">
              <a:buNone/>
              <a:defRPr sz="700"/>
            </a:lvl1pPr>
          </a:lstStyle>
          <a:p>
            <a:r>
              <a:t>Icon</a:t>
            </a:r>
          </a:p>
        </p:txBody>
      </p:sp>
      <p:sp>
        <p:nvSpPr>
          <p:cNvPr id="69" name="Text Placeholder 5">
            <a:extLst>
              <a:ext uri="{FF2B5EF4-FFF2-40B4-BE49-F238E27FC236}">
                <a16:creationId xmlns:a16="http://schemas.microsoft.com/office/drawing/2014/main" id="{80457BA6-8A57-4654-BE81-B3D5CACB83FB}"/>
              </a:ext>
            </a:extLst>
          </p:cNvPr>
          <p:cNvSpPr>
            <a:spLocks noGrp="1"/>
          </p:cNvSpPr>
          <p:nvPr>
            <p:ph type="body" idx="59" hasCustomPrompt="1"/>
          </p:nvPr>
        </p:nvSpPr>
        <p:spPr>
          <a:xfrm>
            <a:off x="31908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70" name="Picture Placeholder 3">
            <a:extLst>
              <a:ext uri="{FF2B5EF4-FFF2-40B4-BE49-F238E27FC236}">
                <a16:creationId xmlns:a16="http://schemas.microsoft.com/office/drawing/2014/main" id="{D7D60538-DB16-4AE5-A98A-93814D40819D}"/>
              </a:ext>
            </a:extLst>
          </p:cNvPr>
          <p:cNvSpPr>
            <a:spLocks noGrp="1"/>
          </p:cNvSpPr>
          <p:nvPr>
            <p:ph type="pic" idx="60" hasCustomPrompt="1"/>
          </p:nvPr>
        </p:nvSpPr>
        <p:spPr>
          <a:xfrm>
            <a:off x="1559784" y="3396353"/>
            <a:ext cx="403225" cy="403225"/>
          </a:xfrm>
          <a:prstGeom prst="rect">
            <a:avLst/>
          </a:prstGeom>
          <a:noFill/>
        </p:spPr>
        <p:txBody>
          <a:bodyPr anchor="ctr"/>
          <a:lstStyle>
            <a:lvl1pPr marL="0" indent="0" algn="ctr">
              <a:buNone/>
              <a:defRPr sz="700"/>
            </a:lvl1pPr>
          </a:lstStyle>
          <a:p>
            <a:r>
              <a:t>Icon</a:t>
            </a:r>
          </a:p>
        </p:txBody>
      </p:sp>
      <p:sp>
        <p:nvSpPr>
          <p:cNvPr id="71" name="Text Placeholder 5">
            <a:extLst>
              <a:ext uri="{FF2B5EF4-FFF2-40B4-BE49-F238E27FC236}">
                <a16:creationId xmlns:a16="http://schemas.microsoft.com/office/drawing/2014/main" id="{45ACE529-2662-4B4C-A1A9-8BED04C06B7F}"/>
              </a:ext>
            </a:extLst>
          </p:cNvPr>
          <p:cNvSpPr>
            <a:spLocks noGrp="1"/>
          </p:cNvSpPr>
          <p:nvPr>
            <p:ph type="body" idx="61" hasCustomPrompt="1"/>
          </p:nvPr>
        </p:nvSpPr>
        <p:spPr>
          <a:xfrm>
            <a:off x="128673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72" name="Picture Placeholder 3">
            <a:extLst>
              <a:ext uri="{FF2B5EF4-FFF2-40B4-BE49-F238E27FC236}">
                <a16:creationId xmlns:a16="http://schemas.microsoft.com/office/drawing/2014/main" id="{C3ED0866-EDB0-46DF-A24A-D6862C5C8362}"/>
              </a:ext>
            </a:extLst>
          </p:cNvPr>
          <p:cNvSpPr>
            <a:spLocks noGrp="1"/>
          </p:cNvSpPr>
          <p:nvPr>
            <p:ph type="pic" idx="62" hasCustomPrompt="1"/>
          </p:nvPr>
        </p:nvSpPr>
        <p:spPr>
          <a:xfrm>
            <a:off x="2527430" y="3396353"/>
            <a:ext cx="403225" cy="403225"/>
          </a:xfrm>
          <a:prstGeom prst="rect">
            <a:avLst/>
          </a:prstGeom>
          <a:noFill/>
        </p:spPr>
        <p:txBody>
          <a:bodyPr anchor="ctr"/>
          <a:lstStyle>
            <a:lvl1pPr marL="0" indent="0" algn="ctr">
              <a:buNone/>
              <a:defRPr sz="700"/>
            </a:lvl1pPr>
          </a:lstStyle>
          <a:p>
            <a:r>
              <a:t>Icon</a:t>
            </a:r>
          </a:p>
        </p:txBody>
      </p:sp>
      <p:sp>
        <p:nvSpPr>
          <p:cNvPr id="73" name="Text Placeholder 5">
            <a:extLst>
              <a:ext uri="{FF2B5EF4-FFF2-40B4-BE49-F238E27FC236}">
                <a16:creationId xmlns:a16="http://schemas.microsoft.com/office/drawing/2014/main" id="{974A07CD-153D-469A-BB12-C044ED1E68D7}"/>
              </a:ext>
            </a:extLst>
          </p:cNvPr>
          <p:cNvSpPr>
            <a:spLocks noGrp="1"/>
          </p:cNvSpPr>
          <p:nvPr>
            <p:ph type="body" idx="63" hasCustomPrompt="1"/>
          </p:nvPr>
        </p:nvSpPr>
        <p:spPr>
          <a:xfrm>
            <a:off x="225438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74" name="Picture Placeholder 3">
            <a:extLst>
              <a:ext uri="{FF2B5EF4-FFF2-40B4-BE49-F238E27FC236}">
                <a16:creationId xmlns:a16="http://schemas.microsoft.com/office/drawing/2014/main" id="{71CE5231-B3F1-4ECC-B11C-00C575B9B03E}"/>
              </a:ext>
            </a:extLst>
          </p:cNvPr>
          <p:cNvSpPr>
            <a:spLocks noGrp="1"/>
          </p:cNvSpPr>
          <p:nvPr>
            <p:ph type="pic" idx="64" hasCustomPrompt="1"/>
          </p:nvPr>
        </p:nvSpPr>
        <p:spPr>
          <a:xfrm>
            <a:off x="3495076" y="3396353"/>
            <a:ext cx="403225" cy="403225"/>
          </a:xfrm>
          <a:prstGeom prst="rect">
            <a:avLst/>
          </a:prstGeom>
          <a:noFill/>
        </p:spPr>
        <p:txBody>
          <a:bodyPr anchor="ctr"/>
          <a:lstStyle>
            <a:lvl1pPr marL="0" indent="0" algn="ctr">
              <a:buNone/>
              <a:defRPr sz="700"/>
            </a:lvl1pPr>
          </a:lstStyle>
          <a:p>
            <a:r>
              <a:t>Icon</a:t>
            </a:r>
          </a:p>
        </p:txBody>
      </p:sp>
      <p:sp>
        <p:nvSpPr>
          <p:cNvPr id="75" name="Text Placeholder 5">
            <a:extLst>
              <a:ext uri="{FF2B5EF4-FFF2-40B4-BE49-F238E27FC236}">
                <a16:creationId xmlns:a16="http://schemas.microsoft.com/office/drawing/2014/main" id="{BD24185C-027F-4E45-8E15-7ACF356C5F1C}"/>
              </a:ext>
            </a:extLst>
          </p:cNvPr>
          <p:cNvSpPr>
            <a:spLocks noGrp="1"/>
          </p:cNvSpPr>
          <p:nvPr>
            <p:ph type="body" idx="65" hasCustomPrompt="1"/>
          </p:nvPr>
        </p:nvSpPr>
        <p:spPr>
          <a:xfrm>
            <a:off x="322202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76" name="Picture Placeholder 3">
            <a:extLst>
              <a:ext uri="{FF2B5EF4-FFF2-40B4-BE49-F238E27FC236}">
                <a16:creationId xmlns:a16="http://schemas.microsoft.com/office/drawing/2014/main" id="{B4F8A0EC-F707-4A2F-9935-05C8A6C447F1}"/>
              </a:ext>
            </a:extLst>
          </p:cNvPr>
          <p:cNvSpPr>
            <a:spLocks noGrp="1"/>
          </p:cNvSpPr>
          <p:nvPr>
            <p:ph type="pic" idx="66" hasCustomPrompt="1"/>
          </p:nvPr>
        </p:nvSpPr>
        <p:spPr>
          <a:xfrm>
            <a:off x="4462722" y="3396353"/>
            <a:ext cx="403225" cy="403225"/>
          </a:xfrm>
          <a:prstGeom prst="rect">
            <a:avLst/>
          </a:prstGeom>
          <a:noFill/>
        </p:spPr>
        <p:txBody>
          <a:bodyPr anchor="ctr"/>
          <a:lstStyle>
            <a:lvl1pPr marL="0" indent="0" algn="ctr">
              <a:buNone/>
              <a:defRPr sz="700"/>
            </a:lvl1pPr>
          </a:lstStyle>
          <a:p>
            <a:r>
              <a:t>Icon</a:t>
            </a:r>
          </a:p>
        </p:txBody>
      </p:sp>
      <p:sp>
        <p:nvSpPr>
          <p:cNvPr id="77" name="Text Placeholder 5">
            <a:extLst>
              <a:ext uri="{FF2B5EF4-FFF2-40B4-BE49-F238E27FC236}">
                <a16:creationId xmlns:a16="http://schemas.microsoft.com/office/drawing/2014/main" id="{CB72059C-52B3-459D-88FD-CD28FF7CEA56}"/>
              </a:ext>
            </a:extLst>
          </p:cNvPr>
          <p:cNvSpPr>
            <a:spLocks noGrp="1"/>
          </p:cNvSpPr>
          <p:nvPr>
            <p:ph type="body" idx="67" hasCustomPrompt="1"/>
          </p:nvPr>
        </p:nvSpPr>
        <p:spPr>
          <a:xfrm>
            <a:off x="418967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78" name="Picture Placeholder 3">
            <a:extLst>
              <a:ext uri="{FF2B5EF4-FFF2-40B4-BE49-F238E27FC236}">
                <a16:creationId xmlns:a16="http://schemas.microsoft.com/office/drawing/2014/main" id="{5384DBBF-F5E2-45F3-982B-961914E12799}"/>
              </a:ext>
            </a:extLst>
          </p:cNvPr>
          <p:cNvSpPr>
            <a:spLocks noGrp="1"/>
          </p:cNvSpPr>
          <p:nvPr>
            <p:ph type="pic" idx="68" hasCustomPrompt="1"/>
          </p:nvPr>
        </p:nvSpPr>
        <p:spPr>
          <a:xfrm>
            <a:off x="5430368" y="3396353"/>
            <a:ext cx="403225" cy="403225"/>
          </a:xfrm>
          <a:prstGeom prst="rect">
            <a:avLst/>
          </a:prstGeom>
          <a:noFill/>
        </p:spPr>
        <p:txBody>
          <a:bodyPr anchor="ctr"/>
          <a:lstStyle>
            <a:lvl1pPr marL="0" indent="0" algn="ctr">
              <a:buNone/>
              <a:defRPr sz="700"/>
            </a:lvl1pPr>
          </a:lstStyle>
          <a:p>
            <a:r>
              <a:t>Icon</a:t>
            </a:r>
          </a:p>
        </p:txBody>
      </p:sp>
      <p:sp>
        <p:nvSpPr>
          <p:cNvPr id="79" name="Text Placeholder 5">
            <a:extLst>
              <a:ext uri="{FF2B5EF4-FFF2-40B4-BE49-F238E27FC236}">
                <a16:creationId xmlns:a16="http://schemas.microsoft.com/office/drawing/2014/main" id="{E020E533-A872-4A2A-9F8B-90DFB32AC014}"/>
              </a:ext>
            </a:extLst>
          </p:cNvPr>
          <p:cNvSpPr>
            <a:spLocks noGrp="1"/>
          </p:cNvSpPr>
          <p:nvPr>
            <p:ph type="body" idx="69" hasCustomPrompt="1"/>
          </p:nvPr>
        </p:nvSpPr>
        <p:spPr>
          <a:xfrm>
            <a:off x="515731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80" name="Picture Placeholder 3">
            <a:extLst>
              <a:ext uri="{FF2B5EF4-FFF2-40B4-BE49-F238E27FC236}">
                <a16:creationId xmlns:a16="http://schemas.microsoft.com/office/drawing/2014/main" id="{684E9D32-E560-489B-B0CC-47AF3EA88A90}"/>
              </a:ext>
            </a:extLst>
          </p:cNvPr>
          <p:cNvSpPr>
            <a:spLocks noGrp="1"/>
          </p:cNvSpPr>
          <p:nvPr>
            <p:ph type="pic" idx="70" hasCustomPrompt="1"/>
          </p:nvPr>
        </p:nvSpPr>
        <p:spPr>
          <a:xfrm>
            <a:off x="6398014" y="3396353"/>
            <a:ext cx="403225" cy="403225"/>
          </a:xfrm>
          <a:prstGeom prst="rect">
            <a:avLst/>
          </a:prstGeom>
          <a:noFill/>
        </p:spPr>
        <p:txBody>
          <a:bodyPr anchor="ctr"/>
          <a:lstStyle>
            <a:lvl1pPr marL="0" indent="0" algn="ctr">
              <a:buNone/>
              <a:defRPr sz="700"/>
            </a:lvl1pPr>
          </a:lstStyle>
          <a:p>
            <a:r>
              <a:t>Icon</a:t>
            </a:r>
          </a:p>
        </p:txBody>
      </p:sp>
      <p:sp>
        <p:nvSpPr>
          <p:cNvPr id="81" name="Text Placeholder 5">
            <a:extLst>
              <a:ext uri="{FF2B5EF4-FFF2-40B4-BE49-F238E27FC236}">
                <a16:creationId xmlns:a16="http://schemas.microsoft.com/office/drawing/2014/main" id="{502BF5B9-0EE8-4FA9-86EF-A61BDD2DBD35}"/>
              </a:ext>
            </a:extLst>
          </p:cNvPr>
          <p:cNvSpPr>
            <a:spLocks noGrp="1"/>
          </p:cNvSpPr>
          <p:nvPr>
            <p:ph type="body" idx="71" hasCustomPrompt="1"/>
          </p:nvPr>
        </p:nvSpPr>
        <p:spPr>
          <a:xfrm>
            <a:off x="612496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82" name="Picture Placeholder 3">
            <a:extLst>
              <a:ext uri="{FF2B5EF4-FFF2-40B4-BE49-F238E27FC236}">
                <a16:creationId xmlns:a16="http://schemas.microsoft.com/office/drawing/2014/main" id="{825CC0B3-9E42-412C-9CC8-61AC37D30339}"/>
              </a:ext>
            </a:extLst>
          </p:cNvPr>
          <p:cNvSpPr>
            <a:spLocks noGrp="1"/>
          </p:cNvSpPr>
          <p:nvPr>
            <p:ph type="pic" idx="72" hasCustomPrompt="1"/>
          </p:nvPr>
        </p:nvSpPr>
        <p:spPr>
          <a:xfrm>
            <a:off x="7365660" y="3396353"/>
            <a:ext cx="403225" cy="403225"/>
          </a:xfrm>
          <a:prstGeom prst="rect">
            <a:avLst/>
          </a:prstGeom>
          <a:noFill/>
        </p:spPr>
        <p:txBody>
          <a:bodyPr anchor="ctr"/>
          <a:lstStyle>
            <a:lvl1pPr marL="0" indent="0" algn="ctr">
              <a:buNone/>
              <a:defRPr sz="700"/>
            </a:lvl1pPr>
          </a:lstStyle>
          <a:p>
            <a:r>
              <a:t>Icon</a:t>
            </a:r>
          </a:p>
        </p:txBody>
      </p:sp>
      <p:sp>
        <p:nvSpPr>
          <p:cNvPr id="83" name="Text Placeholder 5">
            <a:extLst>
              <a:ext uri="{FF2B5EF4-FFF2-40B4-BE49-F238E27FC236}">
                <a16:creationId xmlns:a16="http://schemas.microsoft.com/office/drawing/2014/main" id="{341BEE4D-77C5-4D14-AB60-9BFABF6656B0}"/>
              </a:ext>
            </a:extLst>
          </p:cNvPr>
          <p:cNvSpPr>
            <a:spLocks noGrp="1"/>
          </p:cNvSpPr>
          <p:nvPr>
            <p:ph type="body" idx="73" hasCustomPrompt="1"/>
          </p:nvPr>
        </p:nvSpPr>
        <p:spPr>
          <a:xfrm>
            <a:off x="709261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84" name="Picture Placeholder 3">
            <a:extLst>
              <a:ext uri="{FF2B5EF4-FFF2-40B4-BE49-F238E27FC236}">
                <a16:creationId xmlns:a16="http://schemas.microsoft.com/office/drawing/2014/main" id="{6946D09D-165B-4B52-8F56-C69040FD899E}"/>
              </a:ext>
            </a:extLst>
          </p:cNvPr>
          <p:cNvSpPr>
            <a:spLocks noGrp="1"/>
          </p:cNvSpPr>
          <p:nvPr>
            <p:ph type="pic" idx="74" hasCustomPrompt="1"/>
          </p:nvPr>
        </p:nvSpPr>
        <p:spPr>
          <a:xfrm>
            <a:off x="8333306" y="3396353"/>
            <a:ext cx="403225" cy="403225"/>
          </a:xfrm>
          <a:prstGeom prst="rect">
            <a:avLst/>
          </a:prstGeom>
          <a:noFill/>
        </p:spPr>
        <p:txBody>
          <a:bodyPr anchor="ctr"/>
          <a:lstStyle>
            <a:lvl1pPr marL="0" indent="0" algn="ctr">
              <a:buNone/>
              <a:defRPr sz="700"/>
            </a:lvl1pPr>
          </a:lstStyle>
          <a:p>
            <a:r>
              <a:t>Icon</a:t>
            </a:r>
          </a:p>
        </p:txBody>
      </p:sp>
      <p:sp>
        <p:nvSpPr>
          <p:cNvPr id="85" name="Text Placeholder 5">
            <a:extLst>
              <a:ext uri="{FF2B5EF4-FFF2-40B4-BE49-F238E27FC236}">
                <a16:creationId xmlns:a16="http://schemas.microsoft.com/office/drawing/2014/main" id="{5A0541ED-28AE-44C3-8CF7-DC9755418696}"/>
              </a:ext>
            </a:extLst>
          </p:cNvPr>
          <p:cNvSpPr>
            <a:spLocks noGrp="1"/>
          </p:cNvSpPr>
          <p:nvPr>
            <p:ph type="body" idx="75" hasCustomPrompt="1"/>
          </p:nvPr>
        </p:nvSpPr>
        <p:spPr>
          <a:xfrm>
            <a:off x="806025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86" name="Picture Placeholder 3">
            <a:extLst>
              <a:ext uri="{FF2B5EF4-FFF2-40B4-BE49-F238E27FC236}">
                <a16:creationId xmlns:a16="http://schemas.microsoft.com/office/drawing/2014/main" id="{5C6A00EC-EEFD-4D06-A314-9E368C09083A}"/>
              </a:ext>
            </a:extLst>
          </p:cNvPr>
          <p:cNvSpPr>
            <a:spLocks noGrp="1"/>
          </p:cNvSpPr>
          <p:nvPr>
            <p:ph type="pic" idx="76" hasCustomPrompt="1"/>
          </p:nvPr>
        </p:nvSpPr>
        <p:spPr>
          <a:xfrm>
            <a:off x="9300952" y="3396353"/>
            <a:ext cx="403225" cy="403225"/>
          </a:xfrm>
          <a:prstGeom prst="rect">
            <a:avLst/>
          </a:prstGeom>
          <a:noFill/>
        </p:spPr>
        <p:txBody>
          <a:bodyPr anchor="ctr"/>
          <a:lstStyle>
            <a:lvl1pPr marL="0" indent="0" algn="ctr">
              <a:buNone/>
              <a:defRPr sz="700"/>
            </a:lvl1pPr>
          </a:lstStyle>
          <a:p>
            <a:r>
              <a:t>Icon</a:t>
            </a:r>
          </a:p>
        </p:txBody>
      </p:sp>
      <p:sp>
        <p:nvSpPr>
          <p:cNvPr id="87" name="Text Placeholder 5">
            <a:extLst>
              <a:ext uri="{FF2B5EF4-FFF2-40B4-BE49-F238E27FC236}">
                <a16:creationId xmlns:a16="http://schemas.microsoft.com/office/drawing/2014/main" id="{4FFE0155-373E-426B-AB2F-0CDD9385037A}"/>
              </a:ext>
            </a:extLst>
          </p:cNvPr>
          <p:cNvSpPr>
            <a:spLocks noGrp="1"/>
          </p:cNvSpPr>
          <p:nvPr>
            <p:ph type="body" idx="77" hasCustomPrompt="1"/>
          </p:nvPr>
        </p:nvSpPr>
        <p:spPr>
          <a:xfrm>
            <a:off x="902790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88" name="Picture Placeholder 3">
            <a:extLst>
              <a:ext uri="{FF2B5EF4-FFF2-40B4-BE49-F238E27FC236}">
                <a16:creationId xmlns:a16="http://schemas.microsoft.com/office/drawing/2014/main" id="{FC7DF0DD-4641-42DB-98D7-379BD8ACBB35}"/>
              </a:ext>
            </a:extLst>
          </p:cNvPr>
          <p:cNvSpPr>
            <a:spLocks noGrp="1"/>
          </p:cNvSpPr>
          <p:nvPr>
            <p:ph type="pic" idx="78" hasCustomPrompt="1"/>
          </p:nvPr>
        </p:nvSpPr>
        <p:spPr>
          <a:xfrm>
            <a:off x="10268598" y="3396353"/>
            <a:ext cx="403225" cy="403225"/>
          </a:xfrm>
          <a:prstGeom prst="rect">
            <a:avLst/>
          </a:prstGeom>
          <a:noFill/>
        </p:spPr>
        <p:txBody>
          <a:bodyPr anchor="ctr"/>
          <a:lstStyle>
            <a:lvl1pPr marL="0" indent="0" algn="ctr">
              <a:buNone/>
              <a:defRPr sz="700"/>
            </a:lvl1pPr>
          </a:lstStyle>
          <a:p>
            <a:r>
              <a:t>Icon</a:t>
            </a:r>
          </a:p>
        </p:txBody>
      </p:sp>
      <p:sp>
        <p:nvSpPr>
          <p:cNvPr id="89" name="Text Placeholder 5">
            <a:extLst>
              <a:ext uri="{FF2B5EF4-FFF2-40B4-BE49-F238E27FC236}">
                <a16:creationId xmlns:a16="http://schemas.microsoft.com/office/drawing/2014/main" id="{E1FF271D-556F-44D0-9BAD-0EBD5ADFF94B}"/>
              </a:ext>
            </a:extLst>
          </p:cNvPr>
          <p:cNvSpPr>
            <a:spLocks noGrp="1"/>
          </p:cNvSpPr>
          <p:nvPr>
            <p:ph type="body" idx="79" hasCustomPrompt="1"/>
          </p:nvPr>
        </p:nvSpPr>
        <p:spPr>
          <a:xfrm>
            <a:off x="999554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90" name="Picture Placeholder 3">
            <a:extLst>
              <a:ext uri="{FF2B5EF4-FFF2-40B4-BE49-F238E27FC236}">
                <a16:creationId xmlns:a16="http://schemas.microsoft.com/office/drawing/2014/main" id="{F59F8FAB-DEE1-474F-9BC1-1D9E149D9442}"/>
              </a:ext>
            </a:extLst>
          </p:cNvPr>
          <p:cNvSpPr>
            <a:spLocks noGrp="1"/>
          </p:cNvSpPr>
          <p:nvPr>
            <p:ph type="pic" idx="80" hasCustomPrompt="1"/>
          </p:nvPr>
        </p:nvSpPr>
        <p:spPr>
          <a:xfrm>
            <a:off x="11236244" y="3396353"/>
            <a:ext cx="403225" cy="403225"/>
          </a:xfrm>
          <a:prstGeom prst="rect">
            <a:avLst/>
          </a:prstGeom>
          <a:noFill/>
        </p:spPr>
        <p:txBody>
          <a:bodyPr anchor="ctr"/>
          <a:lstStyle>
            <a:lvl1pPr marL="0" indent="0" algn="ctr">
              <a:buNone/>
              <a:defRPr sz="700"/>
            </a:lvl1pPr>
          </a:lstStyle>
          <a:p>
            <a:r>
              <a:t>Icon</a:t>
            </a:r>
          </a:p>
        </p:txBody>
      </p:sp>
      <p:sp>
        <p:nvSpPr>
          <p:cNvPr id="91" name="Text Placeholder 5">
            <a:extLst>
              <a:ext uri="{FF2B5EF4-FFF2-40B4-BE49-F238E27FC236}">
                <a16:creationId xmlns:a16="http://schemas.microsoft.com/office/drawing/2014/main" id="{F9DCE290-10C8-4148-8E9A-9E138BCD9F59}"/>
              </a:ext>
            </a:extLst>
          </p:cNvPr>
          <p:cNvSpPr>
            <a:spLocks noGrp="1"/>
          </p:cNvSpPr>
          <p:nvPr>
            <p:ph type="body" idx="81" hasCustomPrompt="1"/>
          </p:nvPr>
        </p:nvSpPr>
        <p:spPr>
          <a:xfrm>
            <a:off x="1096319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92" name="Picture Placeholder 3">
            <a:extLst>
              <a:ext uri="{FF2B5EF4-FFF2-40B4-BE49-F238E27FC236}">
                <a16:creationId xmlns:a16="http://schemas.microsoft.com/office/drawing/2014/main" id="{E0B8B639-5922-4D02-851B-B85414E0DED9}"/>
              </a:ext>
            </a:extLst>
          </p:cNvPr>
          <p:cNvSpPr>
            <a:spLocks noGrp="1"/>
          </p:cNvSpPr>
          <p:nvPr>
            <p:ph type="pic" idx="82" hasCustomPrompt="1"/>
          </p:nvPr>
        </p:nvSpPr>
        <p:spPr>
          <a:xfrm>
            <a:off x="592138" y="4363106"/>
            <a:ext cx="403225" cy="403225"/>
          </a:xfrm>
          <a:prstGeom prst="rect">
            <a:avLst/>
          </a:prstGeom>
          <a:noFill/>
        </p:spPr>
        <p:txBody>
          <a:bodyPr anchor="ctr"/>
          <a:lstStyle>
            <a:lvl1pPr marL="0" indent="0" algn="ctr">
              <a:buNone/>
              <a:defRPr sz="700"/>
            </a:lvl1pPr>
          </a:lstStyle>
          <a:p>
            <a:r>
              <a:t>Icon</a:t>
            </a:r>
          </a:p>
        </p:txBody>
      </p:sp>
      <p:sp>
        <p:nvSpPr>
          <p:cNvPr id="93" name="Text Placeholder 5">
            <a:extLst>
              <a:ext uri="{FF2B5EF4-FFF2-40B4-BE49-F238E27FC236}">
                <a16:creationId xmlns:a16="http://schemas.microsoft.com/office/drawing/2014/main" id="{FE6B725E-DD91-4ED9-A36B-85ABC353961C}"/>
              </a:ext>
            </a:extLst>
          </p:cNvPr>
          <p:cNvSpPr>
            <a:spLocks noGrp="1"/>
          </p:cNvSpPr>
          <p:nvPr>
            <p:ph type="body" idx="83" hasCustomPrompt="1"/>
          </p:nvPr>
        </p:nvSpPr>
        <p:spPr>
          <a:xfrm>
            <a:off x="31908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94" name="Picture Placeholder 3">
            <a:extLst>
              <a:ext uri="{FF2B5EF4-FFF2-40B4-BE49-F238E27FC236}">
                <a16:creationId xmlns:a16="http://schemas.microsoft.com/office/drawing/2014/main" id="{1AC19A23-A16F-4A68-9BE5-950525EE568D}"/>
              </a:ext>
            </a:extLst>
          </p:cNvPr>
          <p:cNvSpPr>
            <a:spLocks noGrp="1"/>
          </p:cNvSpPr>
          <p:nvPr>
            <p:ph type="pic" idx="84" hasCustomPrompt="1"/>
          </p:nvPr>
        </p:nvSpPr>
        <p:spPr>
          <a:xfrm>
            <a:off x="1559784" y="4363106"/>
            <a:ext cx="403225" cy="403225"/>
          </a:xfrm>
          <a:prstGeom prst="rect">
            <a:avLst/>
          </a:prstGeom>
          <a:noFill/>
        </p:spPr>
        <p:txBody>
          <a:bodyPr anchor="ctr"/>
          <a:lstStyle>
            <a:lvl1pPr marL="0" indent="0" algn="ctr">
              <a:buNone/>
              <a:defRPr sz="700"/>
            </a:lvl1pPr>
          </a:lstStyle>
          <a:p>
            <a:r>
              <a:t>Icon</a:t>
            </a:r>
          </a:p>
        </p:txBody>
      </p:sp>
      <p:sp>
        <p:nvSpPr>
          <p:cNvPr id="95" name="Text Placeholder 5">
            <a:extLst>
              <a:ext uri="{FF2B5EF4-FFF2-40B4-BE49-F238E27FC236}">
                <a16:creationId xmlns:a16="http://schemas.microsoft.com/office/drawing/2014/main" id="{149A7284-69A7-43A6-9E0D-87F87430F0DE}"/>
              </a:ext>
            </a:extLst>
          </p:cNvPr>
          <p:cNvSpPr>
            <a:spLocks noGrp="1"/>
          </p:cNvSpPr>
          <p:nvPr>
            <p:ph type="body" idx="85" hasCustomPrompt="1"/>
          </p:nvPr>
        </p:nvSpPr>
        <p:spPr>
          <a:xfrm>
            <a:off x="128673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96" name="Picture Placeholder 3">
            <a:extLst>
              <a:ext uri="{FF2B5EF4-FFF2-40B4-BE49-F238E27FC236}">
                <a16:creationId xmlns:a16="http://schemas.microsoft.com/office/drawing/2014/main" id="{6D7FF9BB-9769-4835-A6E2-7B8A3E06288A}"/>
              </a:ext>
            </a:extLst>
          </p:cNvPr>
          <p:cNvSpPr>
            <a:spLocks noGrp="1"/>
          </p:cNvSpPr>
          <p:nvPr>
            <p:ph type="pic" idx="86" hasCustomPrompt="1"/>
          </p:nvPr>
        </p:nvSpPr>
        <p:spPr>
          <a:xfrm>
            <a:off x="2527430" y="4363106"/>
            <a:ext cx="403225" cy="403225"/>
          </a:xfrm>
          <a:prstGeom prst="rect">
            <a:avLst/>
          </a:prstGeom>
          <a:noFill/>
        </p:spPr>
        <p:txBody>
          <a:bodyPr anchor="ctr"/>
          <a:lstStyle>
            <a:lvl1pPr marL="0" indent="0" algn="ctr">
              <a:buNone/>
              <a:defRPr sz="700"/>
            </a:lvl1pPr>
          </a:lstStyle>
          <a:p>
            <a:r>
              <a:t>Icon</a:t>
            </a:r>
          </a:p>
        </p:txBody>
      </p:sp>
      <p:sp>
        <p:nvSpPr>
          <p:cNvPr id="97" name="Text Placeholder 5">
            <a:extLst>
              <a:ext uri="{FF2B5EF4-FFF2-40B4-BE49-F238E27FC236}">
                <a16:creationId xmlns:a16="http://schemas.microsoft.com/office/drawing/2014/main" id="{702582BC-58C8-40D7-BD83-F718D71B867B}"/>
              </a:ext>
            </a:extLst>
          </p:cNvPr>
          <p:cNvSpPr>
            <a:spLocks noGrp="1"/>
          </p:cNvSpPr>
          <p:nvPr>
            <p:ph type="body" idx="87" hasCustomPrompt="1"/>
          </p:nvPr>
        </p:nvSpPr>
        <p:spPr>
          <a:xfrm>
            <a:off x="225438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98" name="Picture Placeholder 3">
            <a:extLst>
              <a:ext uri="{FF2B5EF4-FFF2-40B4-BE49-F238E27FC236}">
                <a16:creationId xmlns:a16="http://schemas.microsoft.com/office/drawing/2014/main" id="{99122C4E-F799-4B8F-91A7-404CF99741A4}"/>
              </a:ext>
            </a:extLst>
          </p:cNvPr>
          <p:cNvSpPr>
            <a:spLocks noGrp="1"/>
          </p:cNvSpPr>
          <p:nvPr>
            <p:ph type="pic" idx="88" hasCustomPrompt="1"/>
          </p:nvPr>
        </p:nvSpPr>
        <p:spPr>
          <a:xfrm>
            <a:off x="3495076" y="4363106"/>
            <a:ext cx="403225" cy="403225"/>
          </a:xfrm>
          <a:prstGeom prst="rect">
            <a:avLst/>
          </a:prstGeom>
          <a:noFill/>
        </p:spPr>
        <p:txBody>
          <a:bodyPr anchor="ctr"/>
          <a:lstStyle>
            <a:lvl1pPr marL="0" indent="0" algn="ctr">
              <a:buNone/>
              <a:defRPr sz="700"/>
            </a:lvl1pPr>
          </a:lstStyle>
          <a:p>
            <a:r>
              <a:t>Icon</a:t>
            </a:r>
          </a:p>
        </p:txBody>
      </p:sp>
      <p:sp>
        <p:nvSpPr>
          <p:cNvPr id="99" name="Text Placeholder 5">
            <a:extLst>
              <a:ext uri="{FF2B5EF4-FFF2-40B4-BE49-F238E27FC236}">
                <a16:creationId xmlns:a16="http://schemas.microsoft.com/office/drawing/2014/main" id="{DAABCF26-4FAE-4625-9EB3-C64C0E6BEFA1}"/>
              </a:ext>
            </a:extLst>
          </p:cNvPr>
          <p:cNvSpPr>
            <a:spLocks noGrp="1"/>
          </p:cNvSpPr>
          <p:nvPr>
            <p:ph type="body" idx="89" hasCustomPrompt="1"/>
          </p:nvPr>
        </p:nvSpPr>
        <p:spPr>
          <a:xfrm>
            <a:off x="322202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00" name="Picture Placeholder 3">
            <a:extLst>
              <a:ext uri="{FF2B5EF4-FFF2-40B4-BE49-F238E27FC236}">
                <a16:creationId xmlns:a16="http://schemas.microsoft.com/office/drawing/2014/main" id="{7933DC51-6DEE-4C5A-A1BC-E78AC6388073}"/>
              </a:ext>
            </a:extLst>
          </p:cNvPr>
          <p:cNvSpPr>
            <a:spLocks noGrp="1"/>
          </p:cNvSpPr>
          <p:nvPr>
            <p:ph type="pic" idx="90" hasCustomPrompt="1"/>
          </p:nvPr>
        </p:nvSpPr>
        <p:spPr>
          <a:xfrm>
            <a:off x="4462722" y="4363106"/>
            <a:ext cx="403225" cy="403225"/>
          </a:xfrm>
          <a:prstGeom prst="rect">
            <a:avLst/>
          </a:prstGeom>
          <a:noFill/>
        </p:spPr>
        <p:txBody>
          <a:bodyPr anchor="ctr"/>
          <a:lstStyle>
            <a:lvl1pPr marL="0" indent="0" algn="ctr">
              <a:buNone/>
              <a:defRPr sz="700"/>
            </a:lvl1pPr>
          </a:lstStyle>
          <a:p>
            <a:r>
              <a:t>Icon</a:t>
            </a:r>
          </a:p>
        </p:txBody>
      </p:sp>
      <p:sp>
        <p:nvSpPr>
          <p:cNvPr id="101" name="Text Placeholder 5">
            <a:extLst>
              <a:ext uri="{FF2B5EF4-FFF2-40B4-BE49-F238E27FC236}">
                <a16:creationId xmlns:a16="http://schemas.microsoft.com/office/drawing/2014/main" id="{58C59E2E-D4BD-427C-A11F-427B00C3B0C1}"/>
              </a:ext>
            </a:extLst>
          </p:cNvPr>
          <p:cNvSpPr>
            <a:spLocks noGrp="1"/>
          </p:cNvSpPr>
          <p:nvPr>
            <p:ph type="body" idx="91" hasCustomPrompt="1"/>
          </p:nvPr>
        </p:nvSpPr>
        <p:spPr>
          <a:xfrm>
            <a:off x="418967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02" name="Picture Placeholder 3">
            <a:extLst>
              <a:ext uri="{FF2B5EF4-FFF2-40B4-BE49-F238E27FC236}">
                <a16:creationId xmlns:a16="http://schemas.microsoft.com/office/drawing/2014/main" id="{547D2DB4-ECCB-42F1-9A92-54311B9CD05D}"/>
              </a:ext>
            </a:extLst>
          </p:cNvPr>
          <p:cNvSpPr>
            <a:spLocks noGrp="1"/>
          </p:cNvSpPr>
          <p:nvPr>
            <p:ph type="pic" idx="92" hasCustomPrompt="1"/>
          </p:nvPr>
        </p:nvSpPr>
        <p:spPr>
          <a:xfrm>
            <a:off x="5430368" y="4363106"/>
            <a:ext cx="403225" cy="403225"/>
          </a:xfrm>
          <a:prstGeom prst="rect">
            <a:avLst/>
          </a:prstGeom>
          <a:noFill/>
        </p:spPr>
        <p:txBody>
          <a:bodyPr anchor="ctr"/>
          <a:lstStyle>
            <a:lvl1pPr marL="0" indent="0" algn="ctr">
              <a:buNone/>
              <a:defRPr sz="700"/>
            </a:lvl1pPr>
          </a:lstStyle>
          <a:p>
            <a:r>
              <a:t>Icon</a:t>
            </a:r>
          </a:p>
        </p:txBody>
      </p:sp>
      <p:sp>
        <p:nvSpPr>
          <p:cNvPr id="103" name="Text Placeholder 5">
            <a:extLst>
              <a:ext uri="{FF2B5EF4-FFF2-40B4-BE49-F238E27FC236}">
                <a16:creationId xmlns:a16="http://schemas.microsoft.com/office/drawing/2014/main" id="{7A2CE738-0F66-4999-8E9C-BF7ADF7ADEE4}"/>
              </a:ext>
            </a:extLst>
          </p:cNvPr>
          <p:cNvSpPr>
            <a:spLocks noGrp="1"/>
          </p:cNvSpPr>
          <p:nvPr>
            <p:ph type="body" idx="93" hasCustomPrompt="1"/>
          </p:nvPr>
        </p:nvSpPr>
        <p:spPr>
          <a:xfrm>
            <a:off x="515731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04" name="Picture Placeholder 3">
            <a:extLst>
              <a:ext uri="{FF2B5EF4-FFF2-40B4-BE49-F238E27FC236}">
                <a16:creationId xmlns:a16="http://schemas.microsoft.com/office/drawing/2014/main" id="{9A346CC3-9B93-4E96-BE26-D32DE4EB89FC}"/>
              </a:ext>
            </a:extLst>
          </p:cNvPr>
          <p:cNvSpPr>
            <a:spLocks noGrp="1"/>
          </p:cNvSpPr>
          <p:nvPr>
            <p:ph type="pic" idx="94" hasCustomPrompt="1"/>
          </p:nvPr>
        </p:nvSpPr>
        <p:spPr>
          <a:xfrm>
            <a:off x="6398014" y="4363106"/>
            <a:ext cx="403225" cy="403225"/>
          </a:xfrm>
          <a:prstGeom prst="rect">
            <a:avLst/>
          </a:prstGeom>
          <a:noFill/>
        </p:spPr>
        <p:txBody>
          <a:bodyPr anchor="ctr"/>
          <a:lstStyle>
            <a:lvl1pPr marL="0" indent="0" algn="ctr">
              <a:buNone/>
              <a:defRPr sz="700"/>
            </a:lvl1pPr>
          </a:lstStyle>
          <a:p>
            <a:r>
              <a:t>Icon</a:t>
            </a:r>
          </a:p>
        </p:txBody>
      </p:sp>
      <p:sp>
        <p:nvSpPr>
          <p:cNvPr id="105" name="Text Placeholder 5">
            <a:extLst>
              <a:ext uri="{FF2B5EF4-FFF2-40B4-BE49-F238E27FC236}">
                <a16:creationId xmlns:a16="http://schemas.microsoft.com/office/drawing/2014/main" id="{4905332C-38A8-40A4-91FC-8E2443B7202A}"/>
              </a:ext>
            </a:extLst>
          </p:cNvPr>
          <p:cNvSpPr>
            <a:spLocks noGrp="1"/>
          </p:cNvSpPr>
          <p:nvPr>
            <p:ph type="body" idx="95" hasCustomPrompt="1"/>
          </p:nvPr>
        </p:nvSpPr>
        <p:spPr>
          <a:xfrm>
            <a:off x="612496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06" name="Picture Placeholder 3">
            <a:extLst>
              <a:ext uri="{FF2B5EF4-FFF2-40B4-BE49-F238E27FC236}">
                <a16:creationId xmlns:a16="http://schemas.microsoft.com/office/drawing/2014/main" id="{E9DC56AE-91CF-45C9-BE13-5304962706B6}"/>
              </a:ext>
            </a:extLst>
          </p:cNvPr>
          <p:cNvSpPr>
            <a:spLocks noGrp="1"/>
          </p:cNvSpPr>
          <p:nvPr>
            <p:ph type="pic" idx="96" hasCustomPrompt="1"/>
          </p:nvPr>
        </p:nvSpPr>
        <p:spPr>
          <a:xfrm>
            <a:off x="7365660" y="4363106"/>
            <a:ext cx="403225" cy="403225"/>
          </a:xfrm>
          <a:prstGeom prst="rect">
            <a:avLst/>
          </a:prstGeom>
          <a:noFill/>
        </p:spPr>
        <p:txBody>
          <a:bodyPr anchor="ctr"/>
          <a:lstStyle>
            <a:lvl1pPr marL="0" indent="0" algn="ctr">
              <a:buNone/>
              <a:defRPr sz="700"/>
            </a:lvl1pPr>
          </a:lstStyle>
          <a:p>
            <a:r>
              <a:t>Icon</a:t>
            </a:r>
          </a:p>
        </p:txBody>
      </p:sp>
      <p:sp>
        <p:nvSpPr>
          <p:cNvPr id="107" name="Text Placeholder 5">
            <a:extLst>
              <a:ext uri="{FF2B5EF4-FFF2-40B4-BE49-F238E27FC236}">
                <a16:creationId xmlns:a16="http://schemas.microsoft.com/office/drawing/2014/main" id="{388F0814-EF87-4C5F-840C-82E6E540BFB7}"/>
              </a:ext>
            </a:extLst>
          </p:cNvPr>
          <p:cNvSpPr>
            <a:spLocks noGrp="1"/>
          </p:cNvSpPr>
          <p:nvPr>
            <p:ph type="body" idx="97" hasCustomPrompt="1"/>
          </p:nvPr>
        </p:nvSpPr>
        <p:spPr>
          <a:xfrm>
            <a:off x="709261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08" name="Picture Placeholder 3">
            <a:extLst>
              <a:ext uri="{FF2B5EF4-FFF2-40B4-BE49-F238E27FC236}">
                <a16:creationId xmlns:a16="http://schemas.microsoft.com/office/drawing/2014/main" id="{04972242-245C-4DF9-BC8F-61022A483716}"/>
              </a:ext>
            </a:extLst>
          </p:cNvPr>
          <p:cNvSpPr>
            <a:spLocks noGrp="1"/>
          </p:cNvSpPr>
          <p:nvPr>
            <p:ph type="pic" idx="98" hasCustomPrompt="1"/>
          </p:nvPr>
        </p:nvSpPr>
        <p:spPr>
          <a:xfrm>
            <a:off x="8333306" y="4363106"/>
            <a:ext cx="403225" cy="403225"/>
          </a:xfrm>
          <a:prstGeom prst="rect">
            <a:avLst/>
          </a:prstGeom>
          <a:noFill/>
        </p:spPr>
        <p:txBody>
          <a:bodyPr anchor="ctr"/>
          <a:lstStyle>
            <a:lvl1pPr marL="0" indent="0" algn="ctr">
              <a:buNone/>
              <a:defRPr sz="700"/>
            </a:lvl1pPr>
          </a:lstStyle>
          <a:p>
            <a:r>
              <a:t>Icon</a:t>
            </a:r>
          </a:p>
        </p:txBody>
      </p:sp>
      <p:sp>
        <p:nvSpPr>
          <p:cNvPr id="109" name="Text Placeholder 5">
            <a:extLst>
              <a:ext uri="{FF2B5EF4-FFF2-40B4-BE49-F238E27FC236}">
                <a16:creationId xmlns:a16="http://schemas.microsoft.com/office/drawing/2014/main" id="{4993F5A1-1C7D-4482-AD4D-1A335C133A21}"/>
              </a:ext>
            </a:extLst>
          </p:cNvPr>
          <p:cNvSpPr>
            <a:spLocks noGrp="1"/>
          </p:cNvSpPr>
          <p:nvPr>
            <p:ph type="body" idx="99" hasCustomPrompt="1"/>
          </p:nvPr>
        </p:nvSpPr>
        <p:spPr>
          <a:xfrm>
            <a:off x="806025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10" name="Picture Placeholder 3">
            <a:extLst>
              <a:ext uri="{FF2B5EF4-FFF2-40B4-BE49-F238E27FC236}">
                <a16:creationId xmlns:a16="http://schemas.microsoft.com/office/drawing/2014/main" id="{C2F61882-AE9E-4956-A644-0A58BB4AA738}"/>
              </a:ext>
            </a:extLst>
          </p:cNvPr>
          <p:cNvSpPr>
            <a:spLocks noGrp="1"/>
          </p:cNvSpPr>
          <p:nvPr>
            <p:ph type="pic" idx="100" hasCustomPrompt="1"/>
          </p:nvPr>
        </p:nvSpPr>
        <p:spPr>
          <a:xfrm>
            <a:off x="9300952" y="4363106"/>
            <a:ext cx="403225" cy="403225"/>
          </a:xfrm>
          <a:prstGeom prst="rect">
            <a:avLst/>
          </a:prstGeom>
          <a:noFill/>
        </p:spPr>
        <p:txBody>
          <a:bodyPr anchor="ctr"/>
          <a:lstStyle>
            <a:lvl1pPr marL="0" indent="0" algn="ctr">
              <a:buNone/>
              <a:defRPr sz="700"/>
            </a:lvl1pPr>
          </a:lstStyle>
          <a:p>
            <a:r>
              <a:t>Icon</a:t>
            </a:r>
          </a:p>
        </p:txBody>
      </p:sp>
      <p:sp>
        <p:nvSpPr>
          <p:cNvPr id="111" name="Text Placeholder 5">
            <a:extLst>
              <a:ext uri="{FF2B5EF4-FFF2-40B4-BE49-F238E27FC236}">
                <a16:creationId xmlns:a16="http://schemas.microsoft.com/office/drawing/2014/main" id="{30710E6A-37AD-4611-A83E-020609308ED1}"/>
              </a:ext>
            </a:extLst>
          </p:cNvPr>
          <p:cNvSpPr>
            <a:spLocks noGrp="1"/>
          </p:cNvSpPr>
          <p:nvPr>
            <p:ph type="body" idx="101" hasCustomPrompt="1"/>
          </p:nvPr>
        </p:nvSpPr>
        <p:spPr>
          <a:xfrm>
            <a:off x="902790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12" name="Picture Placeholder 3">
            <a:extLst>
              <a:ext uri="{FF2B5EF4-FFF2-40B4-BE49-F238E27FC236}">
                <a16:creationId xmlns:a16="http://schemas.microsoft.com/office/drawing/2014/main" id="{769A1C57-4E78-4D42-9C3E-3429B4B89A65}"/>
              </a:ext>
            </a:extLst>
          </p:cNvPr>
          <p:cNvSpPr>
            <a:spLocks noGrp="1"/>
          </p:cNvSpPr>
          <p:nvPr>
            <p:ph type="pic" idx="102" hasCustomPrompt="1"/>
          </p:nvPr>
        </p:nvSpPr>
        <p:spPr>
          <a:xfrm>
            <a:off x="10268598" y="4363106"/>
            <a:ext cx="403225" cy="403225"/>
          </a:xfrm>
          <a:prstGeom prst="rect">
            <a:avLst/>
          </a:prstGeom>
          <a:noFill/>
        </p:spPr>
        <p:txBody>
          <a:bodyPr anchor="ctr"/>
          <a:lstStyle>
            <a:lvl1pPr marL="0" indent="0" algn="ctr">
              <a:buNone/>
              <a:defRPr sz="700"/>
            </a:lvl1pPr>
          </a:lstStyle>
          <a:p>
            <a:r>
              <a:t>Icon</a:t>
            </a:r>
          </a:p>
        </p:txBody>
      </p:sp>
      <p:sp>
        <p:nvSpPr>
          <p:cNvPr id="113" name="Text Placeholder 5">
            <a:extLst>
              <a:ext uri="{FF2B5EF4-FFF2-40B4-BE49-F238E27FC236}">
                <a16:creationId xmlns:a16="http://schemas.microsoft.com/office/drawing/2014/main" id="{8B686282-7C16-428D-BD34-359988D984EB}"/>
              </a:ext>
            </a:extLst>
          </p:cNvPr>
          <p:cNvSpPr>
            <a:spLocks noGrp="1"/>
          </p:cNvSpPr>
          <p:nvPr>
            <p:ph type="body" idx="103" hasCustomPrompt="1"/>
          </p:nvPr>
        </p:nvSpPr>
        <p:spPr>
          <a:xfrm>
            <a:off x="999554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14" name="Picture Placeholder 3">
            <a:extLst>
              <a:ext uri="{FF2B5EF4-FFF2-40B4-BE49-F238E27FC236}">
                <a16:creationId xmlns:a16="http://schemas.microsoft.com/office/drawing/2014/main" id="{738E212D-0641-4385-8518-5E3661B9B588}"/>
              </a:ext>
            </a:extLst>
          </p:cNvPr>
          <p:cNvSpPr>
            <a:spLocks noGrp="1"/>
          </p:cNvSpPr>
          <p:nvPr>
            <p:ph type="pic" idx="104" hasCustomPrompt="1"/>
          </p:nvPr>
        </p:nvSpPr>
        <p:spPr>
          <a:xfrm>
            <a:off x="11236244" y="4363106"/>
            <a:ext cx="403225" cy="403225"/>
          </a:xfrm>
          <a:prstGeom prst="rect">
            <a:avLst/>
          </a:prstGeom>
          <a:noFill/>
        </p:spPr>
        <p:txBody>
          <a:bodyPr anchor="ctr"/>
          <a:lstStyle>
            <a:lvl1pPr marL="0" indent="0" algn="ctr">
              <a:buNone/>
              <a:defRPr sz="700"/>
            </a:lvl1pPr>
          </a:lstStyle>
          <a:p>
            <a:r>
              <a:t>Icon</a:t>
            </a:r>
          </a:p>
        </p:txBody>
      </p:sp>
      <p:sp>
        <p:nvSpPr>
          <p:cNvPr id="115" name="Text Placeholder 5">
            <a:extLst>
              <a:ext uri="{FF2B5EF4-FFF2-40B4-BE49-F238E27FC236}">
                <a16:creationId xmlns:a16="http://schemas.microsoft.com/office/drawing/2014/main" id="{23CBEACF-C8FC-493E-BB22-6094A1E8F7A7}"/>
              </a:ext>
            </a:extLst>
          </p:cNvPr>
          <p:cNvSpPr>
            <a:spLocks noGrp="1"/>
          </p:cNvSpPr>
          <p:nvPr>
            <p:ph type="body" idx="105" hasCustomPrompt="1"/>
          </p:nvPr>
        </p:nvSpPr>
        <p:spPr>
          <a:xfrm>
            <a:off x="1096319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16" name="Picture Placeholder 3">
            <a:extLst>
              <a:ext uri="{FF2B5EF4-FFF2-40B4-BE49-F238E27FC236}">
                <a16:creationId xmlns:a16="http://schemas.microsoft.com/office/drawing/2014/main" id="{E922FD32-2C65-451D-BFA4-A7C076C34455}"/>
              </a:ext>
            </a:extLst>
          </p:cNvPr>
          <p:cNvSpPr>
            <a:spLocks noGrp="1"/>
          </p:cNvSpPr>
          <p:nvPr>
            <p:ph type="pic" idx="106" hasCustomPrompt="1"/>
          </p:nvPr>
        </p:nvSpPr>
        <p:spPr>
          <a:xfrm>
            <a:off x="592138" y="5273704"/>
            <a:ext cx="403225" cy="403225"/>
          </a:xfrm>
          <a:prstGeom prst="rect">
            <a:avLst/>
          </a:prstGeom>
          <a:noFill/>
        </p:spPr>
        <p:txBody>
          <a:bodyPr anchor="ctr"/>
          <a:lstStyle>
            <a:lvl1pPr marL="0" indent="0" algn="ctr">
              <a:buNone/>
              <a:defRPr sz="700"/>
            </a:lvl1pPr>
          </a:lstStyle>
          <a:p>
            <a:r>
              <a:t>Icon</a:t>
            </a:r>
          </a:p>
        </p:txBody>
      </p:sp>
      <p:sp>
        <p:nvSpPr>
          <p:cNvPr id="117" name="Text Placeholder 5">
            <a:extLst>
              <a:ext uri="{FF2B5EF4-FFF2-40B4-BE49-F238E27FC236}">
                <a16:creationId xmlns:a16="http://schemas.microsoft.com/office/drawing/2014/main" id="{E3EE9847-80F4-4B32-AA28-7EC70D2735DF}"/>
              </a:ext>
            </a:extLst>
          </p:cNvPr>
          <p:cNvSpPr>
            <a:spLocks noGrp="1"/>
          </p:cNvSpPr>
          <p:nvPr>
            <p:ph type="body" idx="107" hasCustomPrompt="1"/>
          </p:nvPr>
        </p:nvSpPr>
        <p:spPr>
          <a:xfrm>
            <a:off x="31908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18" name="Picture Placeholder 3">
            <a:extLst>
              <a:ext uri="{FF2B5EF4-FFF2-40B4-BE49-F238E27FC236}">
                <a16:creationId xmlns:a16="http://schemas.microsoft.com/office/drawing/2014/main" id="{240ACE3F-C3AD-448F-B775-999FE83EB786}"/>
              </a:ext>
            </a:extLst>
          </p:cNvPr>
          <p:cNvSpPr>
            <a:spLocks noGrp="1"/>
          </p:cNvSpPr>
          <p:nvPr>
            <p:ph type="pic" idx="108" hasCustomPrompt="1"/>
          </p:nvPr>
        </p:nvSpPr>
        <p:spPr>
          <a:xfrm>
            <a:off x="1559784" y="5273704"/>
            <a:ext cx="403225" cy="403225"/>
          </a:xfrm>
          <a:prstGeom prst="rect">
            <a:avLst/>
          </a:prstGeom>
          <a:noFill/>
        </p:spPr>
        <p:txBody>
          <a:bodyPr anchor="ctr"/>
          <a:lstStyle>
            <a:lvl1pPr marL="0" indent="0" algn="ctr">
              <a:buNone/>
              <a:defRPr sz="700"/>
            </a:lvl1pPr>
          </a:lstStyle>
          <a:p>
            <a:r>
              <a:t>Icon</a:t>
            </a:r>
          </a:p>
        </p:txBody>
      </p:sp>
      <p:sp>
        <p:nvSpPr>
          <p:cNvPr id="119" name="Text Placeholder 5">
            <a:extLst>
              <a:ext uri="{FF2B5EF4-FFF2-40B4-BE49-F238E27FC236}">
                <a16:creationId xmlns:a16="http://schemas.microsoft.com/office/drawing/2014/main" id="{01BB9DE7-63A0-43A7-81B9-31AD462E4A92}"/>
              </a:ext>
            </a:extLst>
          </p:cNvPr>
          <p:cNvSpPr>
            <a:spLocks noGrp="1"/>
          </p:cNvSpPr>
          <p:nvPr>
            <p:ph type="body" idx="109" hasCustomPrompt="1"/>
          </p:nvPr>
        </p:nvSpPr>
        <p:spPr>
          <a:xfrm>
            <a:off x="128673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20" name="Picture Placeholder 3">
            <a:extLst>
              <a:ext uri="{FF2B5EF4-FFF2-40B4-BE49-F238E27FC236}">
                <a16:creationId xmlns:a16="http://schemas.microsoft.com/office/drawing/2014/main" id="{DFDA67BD-C503-447B-B6C5-96680973867F}"/>
              </a:ext>
            </a:extLst>
          </p:cNvPr>
          <p:cNvSpPr>
            <a:spLocks noGrp="1"/>
          </p:cNvSpPr>
          <p:nvPr>
            <p:ph type="pic" idx="110" hasCustomPrompt="1"/>
          </p:nvPr>
        </p:nvSpPr>
        <p:spPr>
          <a:xfrm>
            <a:off x="2527430" y="5273704"/>
            <a:ext cx="403225" cy="403225"/>
          </a:xfrm>
          <a:prstGeom prst="rect">
            <a:avLst/>
          </a:prstGeom>
          <a:noFill/>
        </p:spPr>
        <p:txBody>
          <a:bodyPr anchor="ctr"/>
          <a:lstStyle>
            <a:lvl1pPr marL="0" indent="0" algn="ctr">
              <a:buNone/>
              <a:defRPr sz="700"/>
            </a:lvl1pPr>
          </a:lstStyle>
          <a:p>
            <a:r>
              <a:t>Icon</a:t>
            </a:r>
          </a:p>
        </p:txBody>
      </p:sp>
      <p:sp>
        <p:nvSpPr>
          <p:cNvPr id="121" name="Text Placeholder 5">
            <a:extLst>
              <a:ext uri="{FF2B5EF4-FFF2-40B4-BE49-F238E27FC236}">
                <a16:creationId xmlns:a16="http://schemas.microsoft.com/office/drawing/2014/main" id="{588D1DC5-366B-4060-AC3F-B6113A79D12D}"/>
              </a:ext>
            </a:extLst>
          </p:cNvPr>
          <p:cNvSpPr>
            <a:spLocks noGrp="1"/>
          </p:cNvSpPr>
          <p:nvPr>
            <p:ph type="body" idx="111" hasCustomPrompt="1"/>
          </p:nvPr>
        </p:nvSpPr>
        <p:spPr>
          <a:xfrm>
            <a:off x="225438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22" name="Picture Placeholder 3">
            <a:extLst>
              <a:ext uri="{FF2B5EF4-FFF2-40B4-BE49-F238E27FC236}">
                <a16:creationId xmlns:a16="http://schemas.microsoft.com/office/drawing/2014/main" id="{0BC93F3B-7A76-4016-AC83-89A1736FDD70}"/>
              </a:ext>
            </a:extLst>
          </p:cNvPr>
          <p:cNvSpPr>
            <a:spLocks noGrp="1"/>
          </p:cNvSpPr>
          <p:nvPr>
            <p:ph type="pic" idx="112" hasCustomPrompt="1"/>
          </p:nvPr>
        </p:nvSpPr>
        <p:spPr>
          <a:xfrm>
            <a:off x="3495076" y="5273704"/>
            <a:ext cx="403225" cy="403225"/>
          </a:xfrm>
          <a:prstGeom prst="rect">
            <a:avLst/>
          </a:prstGeom>
          <a:noFill/>
        </p:spPr>
        <p:txBody>
          <a:bodyPr anchor="ctr"/>
          <a:lstStyle>
            <a:lvl1pPr marL="0" indent="0" algn="ctr">
              <a:buNone/>
              <a:defRPr sz="700"/>
            </a:lvl1pPr>
          </a:lstStyle>
          <a:p>
            <a:r>
              <a:t>Icon</a:t>
            </a:r>
          </a:p>
        </p:txBody>
      </p:sp>
      <p:sp>
        <p:nvSpPr>
          <p:cNvPr id="123" name="Text Placeholder 5">
            <a:extLst>
              <a:ext uri="{FF2B5EF4-FFF2-40B4-BE49-F238E27FC236}">
                <a16:creationId xmlns:a16="http://schemas.microsoft.com/office/drawing/2014/main" id="{CA1911C6-7387-4091-9535-EB6EB467C8AE}"/>
              </a:ext>
            </a:extLst>
          </p:cNvPr>
          <p:cNvSpPr>
            <a:spLocks noGrp="1"/>
          </p:cNvSpPr>
          <p:nvPr>
            <p:ph type="body" idx="113" hasCustomPrompt="1"/>
          </p:nvPr>
        </p:nvSpPr>
        <p:spPr>
          <a:xfrm>
            <a:off x="322202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24" name="Picture Placeholder 3">
            <a:extLst>
              <a:ext uri="{FF2B5EF4-FFF2-40B4-BE49-F238E27FC236}">
                <a16:creationId xmlns:a16="http://schemas.microsoft.com/office/drawing/2014/main" id="{E879E24E-BA25-44EE-8EB6-ADAD5627EC97}"/>
              </a:ext>
            </a:extLst>
          </p:cNvPr>
          <p:cNvSpPr>
            <a:spLocks noGrp="1"/>
          </p:cNvSpPr>
          <p:nvPr>
            <p:ph type="pic" idx="114" hasCustomPrompt="1"/>
          </p:nvPr>
        </p:nvSpPr>
        <p:spPr>
          <a:xfrm>
            <a:off x="4462722" y="5273704"/>
            <a:ext cx="403225" cy="403225"/>
          </a:xfrm>
          <a:prstGeom prst="rect">
            <a:avLst/>
          </a:prstGeom>
          <a:noFill/>
        </p:spPr>
        <p:txBody>
          <a:bodyPr anchor="ctr"/>
          <a:lstStyle>
            <a:lvl1pPr marL="0" indent="0" algn="ctr">
              <a:buNone/>
              <a:defRPr sz="700"/>
            </a:lvl1pPr>
          </a:lstStyle>
          <a:p>
            <a:r>
              <a:t>Icon</a:t>
            </a:r>
          </a:p>
        </p:txBody>
      </p:sp>
      <p:sp>
        <p:nvSpPr>
          <p:cNvPr id="125" name="Text Placeholder 5">
            <a:extLst>
              <a:ext uri="{FF2B5EF4-FFF2-40B4-BE49-F238E27FC236}">
                <a16:creationId xmlns:a16="http://schemas.microsoft.com/office/drawing/2014/main" id="{987BA220-1703-42D0-988F-4E015934AB8B}"/>
              </a:ext>
            </a:extLst>
          </p:cNvPr>
          <p:cNvSpPr>
            <a:spLocks noGrp="1"/>
          </p:cNvSpPr>
          <p:nvPr>
            <p:ph type="body" idx="115" hasCustomPrompt="1"/>
          </p:nvPr>
        </p:nvSpPr>
        <p:spPr>
          <a:xfrm>
            <a:off x="418967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26" name="Picture Placeholder 3">
            <a:extLst>
              <a:ext uri="{FF2B5EF4-FFF2-40B4-BE49-F238E27FC236}">
                <a16:creationId xmlns:a16="http://schemas.microsoft.com/office/drawing/2014/main" id="{6828936C-D62F-4A36-AC09-A3A461FEC98F}"/>
              </a:ext>
            </a:extLst>
          </p:cNvPr>
          <p:cNvSpPr>
            <a:spLocks noGrp="1"/>
          </p:cNvSpPr>
          <p:nvPr>
            <p:ph type="pic" idx="116" hasCustomPrompt="1"/>
          </p:nvPr>
        </p:nvSpPr>
        <p:spPr>
          <a:xfrm>
            <a:off x="5430368" y="5273704"/>
            <a:ext cx="403225" cy="403225"/>
          </a:xfrm>
          <a:prstGeom prst="rect">
            <a:avLst/>
          </a:prstGeom>
          <a:noFill/>
        </p:spPr>
        <p:txBody>
          <a:bodyPr anchor="ctr"/>
          <a:lstStyle>
            <a:lvl1pPr marL="0" indent="0" algn="ctr">
              <a:buNone/>
              <a:defRPr sz="700"/>
            </a:lvl1pPr>
          </a:lstStyle>
          <a:p>
            <a:r>
              <a:t>Icon</a:t>
            </a:r>
          </a:p>
        </p:txBody>
      </p:sp>
      <p:sp>
        <p:nvSpPr>
          <p:cNvPr id="127" name="Text Placeholder 5">
            <a:extLst>
              <a:ext uri="{FF2B5EF4-FFF2-40B4-BE49-F238E27FC236}">
                <a16:creationId xmlns:a16="http://schemas.microsoft.com/office/drawing/2014/main" id="{1B1553E8-DB9F-409A-AAA7-EED9A5A00F1A}"/>
              </a:ext>
            </a:extLst>
          </p:cNvPr>
          <p:cNvSpPr>
            <a:spLocks noGrp="1"/>
          </p:cNvSpPr>
          <p:nvPr>
            <p:ph type="body" idx="117" hasCustomPrompt="1"/>
          </p:nvPr>
        </p:nvSpPr>
        <p:spPr>
          <a:xfrm>
            <a:off x="515731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28" name="Picture Placeholder 3">
            <a:extLst>
              <a:ext uri="{FF2B5EF4-FFF2-40B4-BE49-F238E27FC236}">
                <a16:creationId xmlns:a16="http://schemas.microsoft.com/office/drawing/2014/main" id="{83FFB4C5-85CC-489C-B6AB-8573E91562E5}"/>
              </a:ext>
            </a:extLst>
          </p:cNvPr>
          <p:cNvSpPr>
            <a:spLocks noGrp="1"/>
          </p:cNvSpPr>
          <p:nvPr>
            <p:ph type="pic" idx="118" hasCustomPrompt="1"/>
          </p:nvPr>
        </p:nvSpPr>
        <p:spPr>
          <a:xfrm>
            <a:off x="6398014" y="5273704"/>
            <a:ext cx="403225" cy="403225"/>
          </a:xfrm>
          <a:prstGeom prst="rect">
            <a:avLst/>
          </a:prstGeom>
          <a:noFill/>
        </p:spPr>
        <p:txBody>
          <a:bodyPr anchor="ctr"/>
          <a:lstStyle>
            <a:lvl1pPr marL="0" indent="0" algn="ctr">
              <a:buNone/>
              <a:defRPr sz="700"/>
            </a:lvl1pPr>
          </a:lstStyle>
          <a:p>
            <a:r>
              <a:t>Icon</a:t>
            </a:r>
          </a:p>
        </p:txBody>
      </p:sp>
      <p:sp>
        <p:nvSpPr>
          <p:cNvPr id="129" name="Text Placeholder 5">
            <a:extLst>
              <a:ext uri="{FF2B5EF4-FFF2-40B4-BE49-F238E27FC236}">
                <a16:creationId xmlns:a16="http://schemas.microsoft.com/office/drawing/2014/main" id="{FB2A105F-B043-4EA1-B022-7756B3A46689}"/>
              </a:ext>
            </a:extLst>
          </p:cNvPr>
          <p:cNvSpPr>
            <a:spLocks noGrp="1"/>
          </p:cNvSpPr>
          <p:nvPr>
            <p:ph type="body" idx="119" hasCustomPrompt="1"/>
          </p:nvPr>
        </p:nvSpPr>
        <p:spPr>
          <a:xfrm>
            <a:off x="612496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30" name="Picture Placeholder 3">
            <a:extLst>
              <a:ext uri="{FF2B5EF4-FFF2-40B4-BE49-F238E27FC236}">
                <a16:creationId xmlns:a16="http://schemas.microsoft.com/office/drawing/2014/main" id="{8740AAA0-090B-44DD-B6ED-F46DF674DDE2}"/>
              </a:ext>
            </a:extLst>
          </p:cNvPr>
          <p:cNvSpPr>
            <a:spLocks noGrp="1"/>
          </p:cNvSpPr>
          <p:nvPr>
            <p:ph type="pic" idx="120" hasCustomPrompt="1"/>
          </p:nvPr>
        </p:nvSpPr>
        <p:spPr>
          <a:xfrm>
            <a:off x="7365660" y="5273704"/>
            <a:ext cx="403225" cy="403225"/>
          </a:xfrm>
          <a:prstGeom prst="rect">
            <a:avLst/>
          </a:prstGeom>
          <a:noFill/>
        </p:spPr>
        <p:txBody>
          <a:bodyPr anchor="ctr"/>
          <a:lstStyle>
            <a:lvl1pPr marL="0" indent="0" algn="ctr">
              <a:buNone/>
              <a:defRPr sz="700"/>
            </a:lvl1pPr>
          </a:lstStyle>
          <a:p>
            <a:r>
              <a:t>Icon</a:t>
            </a:r>
          </a:p>
        </p:txBody>
      </p:sp>
      <p:sp>
        <p:nvSpPr>
          <p:cNvPr id="131" name="Text Placeholder 5">
            <a:extLst>
              <a:ext uri="{FF2B5EF4-FFF2-40B4-BE49-F238E27FC236}">
                <a16:creationId xmlns:a16="http://schemas.microsoft.com/office/drawing/2014/main" id="{89B24F3B-F7F5-46EB-A3E0-5F2CCE012355}"/>
              </a:ext>
            </a:extLst>
          </p:cNvPr>
          <p:cNvSpPr>
            <a:spLocks noGrp="1"/>
          </p:cNvSpPr>
          <p:nvPr>
            <p:ph type="body" idx="121" hasCustomPrompt="1"/>
          </p:nvPr>
        </p:nvSpPr>
        <p:spPr>
          <a:xfrm>
            <a:off x="709261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32" name="Picture Placeholder 3">
            <a:extLst>
              <a:ext uri="{FF2B5EF4-FFF2-40B4-BE49-F238E27FC236}">
                <a16:creationId xmlns:a16="http://schemas.microsoft.com/office/drawing/2014/main" id="{6449F1A4-C5F0-4D40-8391-836AFDB4952B}"/>
              </a:ext>
            </a:extLst>
          </p:cNvPr>
          <p:cNvSpPr>
            <a:spLocks noGrp="1"/>
          </p:cNvSpPr>
          <p:nvPr>
            <p:ph type="pic" idx="122" hasCustomPrompt="1"/>
          </p:nvPr>
        </p:nvSpPr>
        <p:spPr>
          <a:xfrm>
            <a:off x="8333306" y="5273704"/>
            <a:ext cx="403225" cy="403225"/>
          </a:xfrm>
          <a:prstGeom prst="rect">
            <a:avLst/>
          </a:prstGeom>
          <a:noFill/>
        </p:spPr>
        <p:txBody>
          <a:bodyPr anchor="ctr"/>
          <a:lstStyle>
            <a:lvl1pPr marL="0" indent="0" algn="ctr">
              <a:buNone/>
              <a:defRPr sz="700"/>
            </a:lvl1pPr>
          </a:lstStyle>
          <a:p>
            <a:r>
              <a:t>Icon</a:t>
            </a:r>
          </a:p>
        </p:txBody>
      </p:sp>
      <p:sp>
        <p:nvSpPr>
          <p:cNvPr id="133" name="Text Placeholder 5">
            <a:extLst>
              <a:ext uri="{FF2B5EF4-FFF2-40B4-BE49-F238E27FC236}">
                <a16:creationId xmlns:a16="http://schemas.microsoft.com/office/drawing/2014/main" id="{5CE07A10-3BA2-4A5E-9B99-2DF5B847CD83}"/>
              </a:ext>
            </a:extLst>
          </p:cNvPr>
          <p:cNvSpPr>
            <a:spLocks noGrp="1"/>
          </p:cNvSpPr>
          <p:nvPr>
            <p:ph type="body" idx="123" hasCustomPrompt="1"/>
          </p:nvPr>
        </p:nvSpPr>
        <p:spPr>
          <a:xfrm>
            <a:off x="806025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34" name="Picture Placeholder 3">
            <a:extLst>
              <a:ext uri="{FF2B5EF4-FFF2-40B4-BE49-F238E27FC236}">
                <a16:creationId xmlns:a16="http://schemas.microsoft.com/office/drawing/2014/main" id="{32EF2783-B823-4AE7-8F99-B8959C6E6163}"/>
              </a:ext>
            </a:extLst>
          </p:cNvPr>
          <p:cNvSpPr>
            <a:spLocks noGrp="1"/>
          </p:cNvSpPr>
          <p:nvPr>
            <p:ph type="pic" idx="124" hasCustomPrompt="1"/>
          </p:nvPr>
        </p:nvSpPr>
        <p:spPr>
          <a:xfrm>
            <a:off x="9300952" y="5273704"/>
            <a:ext cx="403225" cy="403225"/>
          </a:xfrm>
          <a:prstGeom prst="rect">
            <a:avLst/>
          </a:prstGeom>
          <a:noFill/>
        </p:spPr>
        <p:txBody>
          <a:bodyPr anchor="ctr"/>
          <a:lstStyle>
            <a:lvl1pPr marL="0" indent="0" algn="ctr">
              <a:buNone/>
              <a:defRPr sz="700"/>
            </a:lvl1pPr>
          </a:lstStyle>
          <a:p>
            <a:r>
              <a:t>Icon</a:t>
            </a:r>
          </a:p>
        </p:txBody>
      </p:sp>
      <p:sp>
        <p:nvSpPr>
          <p:cNvPr id="135" name="Text Placeholder 5">
            <a:extLst>
              <a:ext uri="{FF2B5EF4-FFF2-40B4-BE49-F238E27FC236}">
                <a16:creationId xmlns:a16="http://schemas.microsoft.com/office/drawing/2014/main" id="{B8AF0466-079C-4D02-9CFF-25774883115B}"/>
              </a:ext>
            </a:extLst>
          </p:cNvPr>
          <p:cNvSpPr>
            <a:spLocks noGrp="1"/>
          </p:cNvSpPr>
          <p:nvPr>
            <p:ph type="body" idx="125" hasCustomPrompt="1"/>
          </p:nvPr>
        </p:nvSpPr>
        <p:spPr>
          <a:xfrm>
            <a:off x="902790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36" name="Picture Placeholder 3">
            <a:extLst>
              <a:ext uri="{FF2B5EF4-FFF2-40B4-BE49-F238E27FC236}">
                <a16:creationId xmlns:a16="http://schemas.microsoft.com/office/drawing/2014/main" id="{09651685-CB5E-48C8-B1E4-2FA76D4411BC}"/>
              </a:ext>
            </a:extLst>
          </p:cNvPr>
          <p:cNvSpPr>
            <a:spLocks noGrp="1"/>
          </p:cNvSpPr>
          <p:nvPr>
            <p:ph type="pic" idx="126" hasCustomPrompt="1"/>
          </p:nvPr>
        </p:nvSpPr>
        <p:spPr>
          <a:xfrm>
            <a:off x="10268598" y="5273704"/>
            <a:ext cx="403225" cy="403225"/>
          </a:xfrm>
          <a:prstGeom prst="rect">
            <a:avLst/>
          </a:prstGeom>
          <a:noFill/>
        </p:spPr>
        <p:txBody>
          <a:bodyPr anchor="ctr"/>
          <a:lstStyle>
            <a:lvl1pPr marL="0" indent="0" algn="ctr">
              <a:buNone/>
              <a:defRPr sz="700"/>
            </a:lvl1pPr>
          </a:lstStyle>
          <a:p>
            <a:r>
              <a:t>Icon</a:t>
            </a:r>
          </a:p>
        </p:txBody>
      </p:sp>
      <p:sp>
        <p:nvSpPr>
          <p:cNvPr id="137" name="Text Placeholder 5">
            <a:extLst>
              <a:ext uri="{FF2B5EF4-FFF2-40B4-BE49-F238E27FC236}">
                <a16:creationId xmlns:a16="http://schemas.microsoft.com/office/drawing/2014/main" id="{5B76A74C-18A9-42E2-8DC8-ADE88FC7EDB0}"/>
              </a:ext>
            </a:extLst>
          </p:cNvPr>
          <p:cNvSpPr>
            <a:spLocks noGrp="1"/>
          </p:cNvSpPr>
          <p:nvPr>
            <p:ph type="body" idx="127" hasCustomPrompt="1"/>
          </p:nvPr>
        </p:nvSpPr>
        <p:spPr>
          <a:xfrm>
            <a:off x="999554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38" name="Picture Placeholder 3">
            <a:extLst>
              <a:ext uri="{FF2B5EF4-FFF2-40B4-BE49-F238E27FC236}">
                <a16:creationId xmlns:a16="http://schemas.microsoft.com/office/drawing/2014/main" id="{6F6B4425-AFA7-418F-AF0C-9BC6892C7DFF}"/>
              </a:ext>
            </a:extLst>
          </p:cNvPr>
          <p:cNvSpPr>
            <a:spLocks noGrp="1"/>
          </p:cNvSpPr>
          <p:nvPr>
            <p:ph type="pic" idx="128" hasCustomPrompt="1"/>
          </p:nvPr>
        </p:nvSpPr>
        <p:spPr>
          <a:xfrm>
            <a:off x="11236244" y="5273704"/>
            <a:ext cx="403225" cy="403225"/>
          </a:xfrm>
          <a:prstGeom prst="rect">
            <a:avLst/>
          </a:prstGeom>
          <a:noFill/>
        </p:spPr>
        <p:txBody>
          <a:bodyPr anchor="ctr"/>
          <a:lstStyle>
            <a:lvl1pPr marL="0" indent="0" algn="ctr">
              <a:buNone/>
              <a:defRPr sz="700"/>
            </a:lvl1pPr>
          </a:lstStyle>
          <a:p>
            <a:r>
              <a:t>Icon</a:t>
            </a:r>
          </a:p>
        </p:txBody>
      </p:sp>
      <p:sp>
        <p:nvSpPr>
          <p:cNvPr id="139" name="Text Placeholder 5">
            <a:extLst>
              <a:ext uri="{FF2B5EF4-FFF2-40B4-BE49-F238E27FC236}">
                <a16:creationId xmlns:a16="http://schemas.microsoft.com/office/drawing/2014/main" id="{99130604-BD7C-4F8A-9B94-EF211EAAFC3D}"/>
              </a:ext>
            </a:extLst>
          </p:cNvPr>
          <p:cNvSpPr>
            <a:spLocks noGrp="1"/>
          </p:cNvSpPr>
          <p:nvPr>
            <p:ph type="body" idx="129" hasCustomPrompt="1"/>
          </p:nvPr>
        </p:nvSpPr>
        <p:spPr>
          <a:xfrm>
            <a:off x="1096319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buNone/>
            </a:pPr>
            <a:r>
              <a:t>Icon Name</a:t>
            </a:r>
          </a:p>
        </p:txBody>
      </p:sp>
      <p:sp>
        <p:nvSpPr>
          <p:cNvPr id="140" name="Title 1">
            <a:extLst>
              <a:ext uri="{FF2B5EF4-FFF2-40B4-BE49-F238E27FC236}">
                <a16:creationId xmlns:a16="http://schemas.microsoft.com/office/drawing/2014/main" id="{4F2453DF-FB5D-4F7F-BD2A-DF084FD26BB8}"/>
              </a:ext>
            </a:extLst>
          </p:cNvPr>
          <p:cNvSpPr>
            <a:spLocks noGrp="1"/>
          </p:cNvSpPr>
          <p:nvPr>
            <p:ph type="title"/>
          </p:nvPr>
        </p:nvSpPr>
        <p:spPr>
          <a:xfrm>
            <a:off x="612648" y="269096"/>
            <a:ext cx="10972800" cy="804672"/>
          </a:xfrm>
        </p:spPr>
        <p:txBody>
          <a:bodyPr/>
          <a:lstStyle/>
          <a:p>
            <a:r>
              <a:t>Click to edit Master title style</a:t>
            </a:r>
          </a:p>
        </p:txBody>
      </p:sp>
      <p:sp>
        <p:nvSpPr>
          <p:cNvPr id="141" name="Date Placeholder 2">
            <a:extLst>
              <a:ext uri="{FF2B5EF4-FFF2-40B4-BE49-F238E27FC236}">
                <a16:creationId xmlns:a16="http://schemas.microsoft.com/office/drawing/2014/main" id="{98AD02D4-A69D-4716-B558-217EDBADF3E0}"/>
              </a:ext>
            </a:extLst>
          </p:cNvPr>
          <p:cNvSpPr>
            <a:spLocks noGrp="1"/>
          </p:cNvSpPr>
          <p:nvPr>
            <p:ph type="dt" idx="130"/>
          </p:nvPr>
        </p:nvSpPr>
        <p:spPr>
          <a:xfrm>
            <a:off x="-18288" y="6876288"/>
            <a:ext cx="9144" cy="9144"/>
          </a:xfrm>
        </p:spPr>
        <p:txBody>
          <a:bodyPr/>
          <a:lstStyle/>
          <a:p>
            <a:endParaRPr/>
          </a:p>
        </p:txBody>
      </p:sp>
      <p:sp>
        <p:nvSpPr>
          <p:cNvPr id="142" name="Footer Placeholder 3">
            <a:extLst>
              <a:ext uri="{FF2B5EF4-FFF2-40B4-BE49-F238E27FC236}">
                <a16:creationId xmlns:a16="http://schemas.microsoft.com/office/drawing/2014/main" id="{12F8C8F7-FE50-4E1B-8222-300C20ABE81F}"/>
              </a:ext>
            </a:extLst>
          </p:cNvPr>
          <p:cNvSpPr>
            <a:spLocks noGrp="1"/>
          </p:cNvSpPr>
          <p:nvPr>
            <p:ph type="ftr" idx="131"/>
          </p:nvPr>
        </p:nvSpPr>
        <p:spPr>
          <a:xfrm>
            <a:off x="612648" y="6256544"/>
            <a:ext cx="7187184" cy="322056"/>
          </a:xfrm>
        </p:spPr>
        <p:txBody>
          <a:bodyPr/>
          <a:lstStyle/>
          <a:p>
            <a:r>
              <a:t>For Internal Use Only. © 2026 AVEVA Group Limited or its subsidiaries. All rights reserved.</a:t>
            </a:r>
          </a:p>
        </p:txBody>
      </p:sp>
      <p:sp>
        <p:nvSpPr>
          <p:cNvPr id="143" name="Slide Number Placeholder 5">
            <a:extLst>
              <a:ext uri="{FF2B5EF4-FFF2-40B4-BE49-F238E27FC236}">
                <a16:creationId xmlns:a16="http://schemas.microsoft.com/office/drawing/2014/main" id="{DC0E56E3-0B0E-454C-A520-99CBCEA1F37D}"/>
              </a:ext>
            </a:extLst>
          </p:cNvPr>
          <p:cNvSpPr>
            <a:spLocks noGrp="1"/>
          </p:cNvSpPr>
          <p:nvPr>
            <p:ph type="sldNum" idx="132"/>
          </p:nvPr>
        </p:nvSpPr>
        <p:spPr>
          <a:xfrm>
            <a:off x="252000" y="6398600"/>
            <a:ext cx="216000" cy="180000"/>
          </a:xfrm>
        </p:spPr>
        <p:txBody>
          <a:bodyPr/>
          <a:lstStyle/>
          <a:p>
            <a:fld id="{267CDB12-45E5-4FD7-AE50-9CB5AFC72BA1}"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tif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42744-A08A-A54E-8A48-DA65C1A7688B}"/>
              </a:ext>
            </a:extLst>
          </p:cNvPr>
          <p:cNvSpPr>
            <a:spLocks noGrp="1"/>
          </p:cNvSpPr>
          <p:nvPr>
            <p:ph type="title"/>
          </p:nvPr>
        </p:nvSpPr>
        <p:spPr>
          <a:xfrm>
            <a:off x="612648" y="260197"/>
            <a:ext cx="10972800" cy="804672"/>
          </a:xfrm>
          <a:prstGeom prst="rect">
            <a:avLst/>
          </a:prstGeom>
        </p:spPr>
        <p:txBody>
          <a:bodyPr vert="horz" lIns="0" tIns="0" rIns="0" bIns="0" anchor="ctr">
            <a:normAutofit/>
          </a:bodyPr>
          <a:lstStyle/>
          <a:p>
            <a:r>
              <a:t>Click to edit Master title style</a:t>
            </a:r>
          </a:p>
        </p:txBody>
      </p:sp>
      <p:sp>
        <p:nvSpPr>
          <p:cNvPr id="3" name="Text Placeholder 2">
            <a:extLst>
              <a:ext uri="{FF2B5EF4-FFF2-40B4-BE49-F238E27FC236}">
                <a16:creationId xmlns:a16="http://schemas.microsoft.com/office/drawing/2014/main" id="{E1202F94-286B-4D83-8DB2-C5D5F460E696}"/>
              </a:ext>
            </a:extLst>
          </p:cNvPr>
          <p:cNvSpPr>
            <a:spLocks noGrp="1"/>
          </p:cNvSpPr>
          <p:nvPr>
            <p:ph type="body" idx="1"/>
          </p:nvPr>
        </p:nvSpPr>
        <p:spPr>
          <a:xfrm>
            <a:off x="609600" y="1628775"/>
            <a:ext cx="10972800" cy="4433697"/>
          </a:xfrm>
          <a:prstGeom prst="rect">
            <a:avLst/>
          </a:prstGeom>
        </p:spPr>
        <p:txBody>
          <a:bodyPr vert="horz" wrap="square" lIns="0" tIns="0" rIns="0" bIns="0" anchor="t">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2" name="Slide Number Placeholder 5">
            <a:extLst>
              <a:ext uri="{FF2B5EF4-FFF2-40B4-BE49-F238E27FC236}">
                <a16:creationId xmlns:a16="http://schemas.microsoft.com/office/drawing/2014/main" id="{58ECDE14-ED81-3348-8FDD-FCFF7CB60816}"/>
              </a:ext>
            </a:extLst>
          </p:cNvPr>
          <p:cNvSpPr>
            <a:spLocks noGrp="1"/>
          </p:cNvSpPr>
          <p:nvPr>
            <p:ph type="sldNum" idx="4"/>
          </p:nvPr>
        </p:nvSpPr>
        <p:spPr>
          <a:xfrm>
            <a:off x="252000" y="6398600"/>
            <a:ext cx="216000" cy="180000"/>
          </a:xfrm>
          <a:prstGeom prst="rect">
            <a:avLst/>
          </a:prstGeom>
        </p:spPr>
        <p:txBody>
          <a:bodyPr vert="horz" wrap="square" lIns="0" tIns="0" rIns="0" bIns="0" anchor="b">
            <a:noAutofit/>
          </a:bodyPr>
          <a:lstStyle>
            <a:lvl1pPr algn="r">
              <a:buNone/>
              <a:defRPr sz="700">
                <a:solidFill>
                  <a:schemeClr val="bg1">
                    <a:lumMod val="50000"/>
                  </a:schemeClr>
                </a:solidFill>
                <a:latin typeface="Calibri"/>
                <a:ea typeface="Calibri"/>
                <a:cs typeface="Calibri"/>
              </a:defRPr>
            </a:lvl1pPr>
          </a:lstStyle>
          <a:p>
            <a:fld id="{267CDB12-45E5-4FD7-AE50-9CB5AFC72BA1}" type="slidenum">
              <a:t>‹#›</a:t>
            </a:fld>
            <a:endParaRPr/>
          </a:p>
        </p:txBody>
      </p:sp>
      <p:sp>
        <p:nvSpPr>
          <p:cNvPr id="5" name="Footer Placeholder 4">
            <a:extLst>
              <a:ext uri="{FF2B5EF4-FFF2-40B4-BE49-F238E27FC236}">
                <a16:creationId xmlns:a16="http://schemas.microsoft.com/office/drawing/2014/main" id="{14E1CDA0-5937-4666-8545-A0898564B46C}"/>
              </a:ext>
            </a:extLst>
          </p:cNvPr>
          <p:cNvSpPr>
            <a:spLocks noGrp="1"/>
          </p:cNvSpPr>
          <p:nvPr>
            <p:ph type="ftr" idx="3"/>
          </p:nvPr>
        </p:nvSpPr>
        <p:spPr>
          <a:xfrm>
            <a:off x="612648" y="6256544"/>
            <a:ext cx="7187184" cy="322056"/>
          </a:xfrm>
          <a:prstGeom prst="rect">
            <a:avLst/>
          </a:prstGeom>
        </p:spPr>
        <p:txBody>
          <a:bodyPr vert="horz" lIns="0" tIns="0" rIns="0" bIns="0" anchor="b"/>
          <a:lstStyle>
            <a:lvl1pPr algn="l">
              <a:buNone/>
              <a:defRPr sz="700">
                <a:solidFill>
                  <a:schemeClr val="bg1">
                    <a:lumMod val="50000"/>
                  </a:schemeClr>
                </a:solidFill>
              </a:defRPr>
            </a:lvl1pPr>
          </a:lstStyle>
          <a:p>
            <a:r>
              <a:t>For Internal Use Only. © 2026 AVEVA Group Limited or its subsidiaries. All rights reserved.</a:t>
            </a:r>
          </a:p>
        </p:txBody>
      </p:sp>
      <p:pic>
        <p:nvPicPr>
          <p:cNvPr id="41" name="Picture 8"/>
          <p:cNvPicPr>
            <a:picLocks noChangeAspect="1"/>
          </p:cNvPicPr>
          <p:nvPr/>
        </p:nvPicPr>
        <p:blipFill>
          <a:blip r:embed="rId39"/>
          <a:stretch>
            <a:fillRect/>
          </a:stretch>
        </p:blipFill>
        <p:spPr>
          <a:xfrm>
            <a:off x="10422144" y="6310008"/>
            <a:ext cx="1157208" cy="262560"/>
          </a:xfrm>
          <a:prstGeom prst="rect">
            <a:avLst/>
          </a:prstGeom>
        </p:spPr>
      </p:pic>
      <p:sp>
        <p:nvSpPr>
          <p:cNvPr id="34" name="TextBox 33">
            <a:extLst>
              <a:ext uri="{FF2B5EF4-FFF2-40B4-BE49-F238E27FC236}">
                <a16:creationId xmlns:a16="http://schemas.microsoft.com/office/drawing/2014/main" id="{6AE24D35-AD35-43AD-8855-AEA92636ABFB}"/>
              </a:ext>
            </a:extLst>
          </p:cNvPr>
          <p:cNvSpPr>
            <a:spLocks noGrp="1"/>
          </p:cNvSpPr>
          <p:nvPr/>
        </p:nvSpPr>
        <p:spPr>
          <a:xfrm>
            <a:off x="0" y="-345748"/>
            <a:ext cx="12192000" cy="265176"/>
          </a:xfrm>
          <a:prstGeom prst="rect">
            <a:avLst/>
          </a:prstGeom>
          <a:solidFill>
            <a:schemeClr val="bg1">
              <a:lumMod val="95000"/>
            </a:schemeClr>
          </a:solidFill>
        </p:spPr>
        <p:txBody>
          <a:bodyPr wrap="square" lIns="0" anchor="ctr">
            <a:noAutofit/>
          </a:bodyPr>
          <a:lstStyle/>
          <a:p>
            <a:pPr algn="ctr">
              <a:buNone/>
            </a:pPr>
            <a:r>
              <a:rPr sz="1000">
                <a:solidFill>
                  <a:srgbClr val="47505D"/>
                </a:solidFill>
                <a:latin typeface="Calibri"/>
                <a:ea typeface="Calibri"/>
                <a:cs typeface="Calibri"/>
              </a:rPr>
              <a:t>If pasting slides from an older presentation, make sure to select a Slide Master Layout that appears before the Slide Master Layout titled DO NOT USE MASTER SLIDES THAT APPEAR AFTER THIS. </a:t>
            </a:r>
          </a:p>
        </p:txBody>
      </p:sp>
      <p:sp>
        <p:nvSpPr>
          <p:cNvPr id="6" name="Oval 5">
            <a:extLst>
              <a:ext uri="{FF2B5EF4-FFF2-40B4-BE49-F238E27FC236}">
                <a16:creationId xmlns:a16="http://schemas.microsoft.com/office/drawing/2014/main" id="{9B2CBD1D-0C43-76F5-3EE0-8783A5C069B3}"/>
              </a:ext>
            </a:extLst>
          </p:cNvPr>
          <p:cNvSpPr>
            <a:spLocks noGrp="1"/>
          </p:cNvSpPr>
          <p:nvPr/>
        </p:nvSpPr>
        <p:spPr>
          <a:xfrm>
            <a:off x="12500773" y="1507286"/>
            <a:ext cx="409483" cy="409483"/>
          </a:xfrm>
          <a:prstGeom prst="ellipse">
            <a:avLst/>
          </a:prstGeom>
          <a:solidFill>
            <a:srgbClr val="C530FF"/>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7" name="Oval 6">
            <a:extLst>
              <a:ext uri="{FF2B5EF4-FFF2-40B4-BE49-F238E27FC236}">
                <a16:creationId xmlns:a16="http://schemas.microsoft.com/office/drawing/2014/main" id="{CDFF69BB-FF53-7B3D-5A00-8126C3C7D493}"/>
              </a:ext>
            </a:extLst>
          </p:cNvPr>
          <p:cNvSpPr>
            <a:spLocks noGrp="1"/>
          </p:cNvSpPr>
          <p:nvPr/>
        </p:nvSpPr>
        <p:spPr>
          <a:xfrm>
            <a:off x="12500773" y="936944"/>
            <a:ext cx="409483" cy="409483"/>
          </a:xfrm>
          <a:prstGeom prst="ellipse">
            <a:avLst/>
          </a:prstGeom>
          <a:solidFill>
            <a:srgbClr val="6B04A8"/>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8" name="Oval 7">
            <a:extLst>
              <a:ext uri="{FF2B5EF4-FFF2-40B4-BE49-F238E27FC236}">
                <a16:creationId xmlns:a16="http://schemas.microsoft.com/office/drawing/2014/main" id="{E579506E-099D-A469-4C76-BCE27A674EDB}"/>
              </a:ext>
            </a:extLst>
          </p:cNvPr>
          <p:cNvSpPr>
            <a:spLocks noGrp="1"/>
          </p:cNvSpPr>
          <p:nvPr/>
        </p:nvSpPr>
        <p:spPr>
          <a:xfrm>
            <a:off x="12500773" y="372665"/>
            <a:ext cx="409483" cy="409483"/>
          </a:xfrm>
          <a:prstGeom prst="ellipse">
            <a:avLst/>
          </a:prstGeom>
          <a:solidFill>
            <a:srgbClr val="3D115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1" name="Rectangle 10">
            <a:extLst>
              <a:ext uri="{FF2B5EF4-FFF2-40B4-BE49-F238E27FC236}">
                <a16:creationId xmlns:a16="http://schemas.microsoft.com/office/drawing/2014/main" id="{BA8F7640-6A12-EDA3-6113-7282C2765A90}"/>
              </a:ext>
            </a:extLst>
          </p:cNvPr>
          <p:cNvSpPr>
            <a:spLocks noGrp="1"/>
          </p:cNvSpPr>
          <p:nvPr/>
        </p:nvSpPr>
        <p:spPr>
          <a:xfrm>
            <a:off x="12500773" y="112729"/>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Primary Palette</a:t>
            </a:r>
          </a:p>
        </p:txBody>
      </p:sp>
      <p:sp>
        <p:nvSpPr>
          <p:cNvPr id="13" name="Oval 12">
            <a:extLst>
              <a:ext uri="{FF2B5EF4-FFF2-40B4-BE49-F238E27FC236}">
                <a16:creationId xmlns:a16="http://schemas.microsoft.com/office/drawing/2014/main" id="{1AF549FD-722E-02C2-58C6-C41534D419E6}"/>
              </a:ext>
            </a:extLst>
          </p:cNvPr>
          <p:cNvSpPr>
            <a:spLocks noGrp="1"/>
          </p:cNvSpPr>
          <p:nvPr/>
        </p:nvSpPr>
        <p:spPr>
          <a:xfrm>
            <a:off x="12485568" y="3085847"/>
            <a:ext cx="409483" cy="409483"/>
          </a:xfrm>
          <a:prstGeom prst="ellipse">
            <a:avLst/>
          </a:prstGeom>
          <a:solidFill>
            <a:srgbClr val="BECCD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4" name="Oval 13">
            <a:extLst>
              <a:ext uri="{FF2B5EF4-FFF2-40B4-BE49-F238E27FC236}">
                <a16:creationId xmlns:a16="http://schemas.microsoft.com/office/drawing/2014/main" id="{DAF85D96-A063-D9BF-52C4-4239C37562DD}"/>
              </a:ext>
            </a:extLst>
          </p:cNvPr>
          <p:cNvSpPr>
            <a:spLocks noGrp="1"/>
          </p:cNvSpPr>
          <p:nvPr/>
        </p:nvSpPr>
        <p:spPr>
          <a:xfrm>
            <a:off x="12984530" y="2508075"/>
            <a:ext cx="409483" cy="409483"/>
          </a:xfrm>
          <a:prstGeom prst="ellipse">
            <a:avLst/>
          </a:prstGeom>
          <a:solidFill>
            <a:srgbClr val="738294"/>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5" name="Oval 14">
            <a:extLst>
              <a:ext uri="{FF2B5EF4-FFF2-40B4-BE49-F238E27FC236}">
                <a16:creationId xmlns:a16="http://schemas.microsoft.com/office/drawing/2014/main" id="{E0C66505-F42B-EF8B-B0DA-154578DE8EB6}"/>
              </a:ext>
            </a:extLst>
          </p:cNvPr>
          <p:cNvSpPr>
            <a:spLocks noGrp="1"/>
          </p:cNvSpPr>
          <p:nvPr/>
        </p:nvSpPr>
        <p:spPr>
          <a:xfrm>
            <a:off x="12980234" y="3063575"/>
            <a:ext cx="409483" cy="409483"/>
          </a:xfrm>
          <a:prstGeom prst="ellipse">
            <a:avLst/>
          </a:prstGeom>
          <a:solidFill>
            <a:srgbClr val="363D42"/>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6" name="Oval 15">
            <a:extLst>
              <a:ext uri="{FF2B5EF4-FFF2-40B4-BE49-F238E27FC236}">
                <a16:creationId xmlns:a16="http://schemas.microsoft.com/office/drawing/2014/main" id="{52FE0D83-1ABE-1322-C723-4AED3315D561}"/>
              </a:ext>
            </a:extLst>
          </p:cNvPr>
          <p:cNvSpPr>
            <a:spLocks noGrp="1"/>
          </p:cNvSpPr>
          <p:nvPr/>
        </p:nvSpPr>
        <p:spPr>
          <a:xfrm>
            <a:off x="12485569" y="2521568"/>
            <a:ext cx="409483" cy="409483"/>
          </a:xfrm>
          <a:prstGeom prst="ellipse">
            <a:avLst/>
          </a:prstGeom>
          <a:solidFill>
            <a:srgbClr val="F2F5F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1" name="Rectangle 20">
            <a:extLst>
              <a:ext uri="{FF2B5EF4-FFF2-40B4-BE49-F238E27FC236}">
                <a16:creationId xmlns:a16="http://schemas.microsoft.com/office/drawing/2014/main" id="{19B4B5A3-420B-3831-F36B-19DF5F0E1AD7}"/>
              </a:ext>
            </a:extLst>
          </p:cNvPr>
          <p:cNvSpPr>
            <a:spLocks noGrp="1"/>
          </p:cNvSpPr>
          <p:nvPr/>
        </p:nvSpPr>
        <p:spPr>
          <a:xfrm>
            <a:off x="12500773" y="3802778"/>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Secondary Colors</a:t>
            </a:r>
          </a:p>
        </p:txBody>
      </p:sp>
      <p:sp>
        <p:nvSpPr>
          <p:cNvPr id="23" name="Oval 22">
            <a:extLst>
              <a:ext uri="{FF2B5EF4-FFF2-40B4-BE49-F238E27FC236}">
                <a16:creationId xmlns:a16="http://schemas.microsoft.com/office/drawing/2014/main" id="{59F7B940-05A5-E6B5-0C1B-4434371557A9}"/>
              </a:ext>
            </a:extLst>
          </p:cNvPr>
          <p:cNvSpPr>
            <a:spLocks noGrp="1"/>
          </p:cNvSpPr>
          <p:nvPr/>
        </p:nvSpPr>
        <p:spPr>
          <a:xfrm>
            <a:off x="12500773" y="4769796"/>
            <a:ext cx="409483" cy="409483"/>
          </a:xfrm>
          <a:prstGeom prst="ellipse">
            <a:avLst/>
          </a:prstGeom>
          <a:solidFill>
            <a:srgbClr val="4D69E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4" name="Oval 23">
            <a:extLst>
              <a:ext uri="{FF2B5EF4-FFF2-40B4-BE49-F238E27FC236}">
                <a16:creationId xmlns:a16="http://schemas.microsoft.com/office/drawing/2014/main" id="{7362881D-22A7-330C-18A3-83F5212C520F}"/>
              </a:ext>
            </a:extLst>
          </p:cNvPr>
          <p:cNvSpPr>
            <a:spLocks noGrp="1"/>
          </p:cNvSpPr>
          <p:nvPr/>
        </p:nvSpPr>
        <p:spPr>
          <a:xfrm>
            <a:off x="12500773" y="4205517"/>
            <a:ext cx="409483" cy="409483"/>
          </a:xfrm>
          <a:prstGeom prst="ellipse">
            <a:avLst/>
          </a:prstGeom>
          <a:solidFill>
            <a:srgbClr val="44E5E7"/>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5" name="Oval 24">
            <a:extLst>
              <a:ext uri="{FF2B5EF4-FFF2-40B4-BE49-F238E27FC236}">
                <a16:creationId xmlns:a16="http://schemas.microsoft.com/office/drawing/2014/main" id="{501708A3-BBB4-38E1-2253-8078929AB67E}"/>
              </a:ext>
            </a:extLst>
          </p:cNvPr>
          <p:cNvSpPr>
            <a:spLocks noGrp="1"/>
          </p:cNvSpPr>
          <p:nvPr/>
        </p:nvSpPr>
        <p:spPr>
          <a:xfrm>
            <a:off x="12984530" y="4769796"/>
            <a:ext cx="409483" cy="409483"/>
          </a:xfrm>
          <a:prstGeom prst="ellipse">
            <a:avLst/>
          </a:prstGeom>
          <a:solidFill>
            <a:srgbClr val="00D796"/>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6" name="Oval 25">
            <a:extLst>
              <a:ext uri="{FF2B5EF4-FFF2-40B4-BE49-F238E27FC236}">
                <a16:creationId xmlns:a16="http://schemas.microsoft.com/office/drawing/2014/main" id="{3DFEAF28-87A9-1E95-7C96-AD944E4EBA2C}"/>
              </a:ext>
            </a:extLst>
          </p:cNvPr>
          <p:cNvSpPr>
            <a:spLocks noGrp="1"/>
          </p:cNvSpPr>
          <p:nvPr/>
        </p:nvSpPr>
        <p:spPr>
          <a:xfrm>
            <a:off x="12984530" y="4205517"/>
            <a:ext cx="409483" cy="409483"/>
          </a:xfrm>
          <a:prstGeom prst="ellipse">
            <a:avLst/>
          </a:prstGeom>
          <a:solidFill>
            <a:srgbClr val="016C80"/>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7" name="Oval 26">
            <a:extLst>
              <a:ext uri="{FF2B5EF4-FFF2-40B4-BE49-F238E27FC236}">
                <a16:creationId xmlns:a16="http://schemas.microsoft.com/office/drawing/2014/main" id="{45B52140-6EE1-0EAD-3F98-0EE9AEB8B77F}"/>
              </a:ext>
            </a:extLst>
          </p:cNvPr>
          <p:cNvSpPr>
            <a:spLocks noGrp="1"/>
          </p:cNvSpPr>
          <p:nvPr/>
        </p:nvSpPr>
        <p:spPr>
          <a:xfrm>
            <a:off x="12500773" y="5334075"/>
            <a:ext cx="409483" cy="409483"/>
          </a:xfrm>
          <a:prstGeom prst="ellipse">
            <a:avLst/>
          </a:prstGeom>
          <a:solidFill>
            <a:srgbClr val="FFBE3E"/>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28" name="Oval 27">
            <a:extLst>
              <a:ext uri="{FF2B5EF4-FFF2-40B4-BE49-F238E27FC236}">
                <a16:creationId xmlns:a16="http://schemas.microsoft.com/office/drawing/2014/main" id="{0E1A0CBA-4923-2B5B-87F6-0C46F03705A7}"/>
              </a:ext>
            </a:extLst>
          </p:cNvPr>
          <p:cNvSpPr>
            <a:spLocks noGrp="1"/>
          </p:cNvSpPr>
          <p:nvPr/>
        </p:nvSpPr>
        <p:spPr>
          <a:xfrm>
            <a:off x="12984530" y="5334075"/>
            <a:ext cx="409483" cy="409483"/>
          </a:xfrm>
          <a:prstGeom prst="ellipse">
            <a:avLst/>
          </a:prstGeom>
          <a:solidFill>
            <a:srgbClr val="FD6C1D"/>
          </a:solidFill>
          <a:ln w="12700" cmpd="sng">
            <a:noFill/>
            <a:prstDash val="solid"/>
          </a:ln>
        </p:spPr>
        <p:txBody>
          <a:bodyPr vert="horz" wrap="square" anchor="t">
            <a:noAutofit/>
          </a:bodyPr>
          <a:lstStyle/>
          <a:p>
            <a:pPr marL="0" marR="0" lvl="0" indent="0" algn="l" defTabSz="914400">
              <a:lnSpc>
                <a:spcPct val="100000"/>
              </a:lnSpc>
              <a:spcBef>
                <a:spcPts val="0"/>
              </a:spcBef>
              <a:spcAft>
                <a:spcPts val="0"/>
              </a:spcAft>
              <a:buClrTx/>
              <a:buSzTx/>
              <a:buFontTx/>
              <a:buNone/>
            </a:pPr>
            <a:endParaRPr/>
          </a:p>
        </p:txBody>
      </p:sp>
      <p:sp>
        <p:nvSpPr>
          <p:cNvPr id="18" name="TextBox 17">
            <a:extLst>
              <a:ext uri="{FF2B5EF4-FFF2-40B4-BE49-F238E27FC236}">
                <a16:creationId xmlns:a16="http://schemas.microsoft.com/office/drawing/2014/main" id="{FD18F8F3-233F-61F2-306E-5C7C6716FEB9}"/>
              </a:ext>
            </a:extLst>
          </p:cNvPr>
          <p:cNvSpPr>
            <a:spLocks noGrp="1"/>
          </p:cNvSpPr>
          <p:nvPr/>
        </p:nvSpPr>
        <p:spPr>
          <a:xfrm>
            <a:off x="13716402" y="133067"/>
            <a:ext cx="1705838" cy="4570482"/>
          </a:xfrm>
          <a:prstGeom prst="rect">
            <a:avLst/>
          </a:prstGeom>
          <a:noFill/>
        </p:spPr>
        <p:txBody>
          <a:bodyPr wrap="square">
            <a:spAutoFit/>
          </a:bodyPr>
          <a:lstStyle/>
          <a:p>
            <a:pPr>
              <a:spcAft>
                <a:spcPts val="600"/>
              </a:spcAft>
              <a:buNone/>
            </a:pPr>
            <a:r>
              <a:rPr sz="900" b="1" i="0" u="none">
                <a:solidFill>
                  <a:schemeClr val="bg1">
                    <a:lumMod val="50000"/>
                  </a:schemeClr>
                </a:solidFill>
                <a:latin typeface="+mn-lt"/>
                <a:ea typeface="+mn-lt"/>
                <a:cs typeface="+mn-lt"/>
              </a:rPr>
              <a:t>Change the color of a shape </a:t>
            </a:r>
            <a:br/>
            <a:r>
              <a:rPr sz="900" b="1" i="0" u="none">
                <a:solidFill>
                  <a:schemeClr val="bg1">
                    <a:lumMod val="50000"/>
                  </a:schemeClr>
                </a:solidFill>
                <a:latin typeface="+mn-lt"/>
                <a:ea typeface="+mn-lt"/>
                <a:cs typeface="+mn-lt"/>
              </a:rPr>
              <a:t>or text</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Select the shape or text you want to assign a new color to. (To select multiple objects, press Ctrl and then click the shapes.) </a:t>
            </a:r>
          </a:p>
          <a:p>
            <a:pPr marL="228600" indent="-228600">
              <a:spcAft>
                <a:spcPts val="600"/>
              </a:spcAft>
              <a:buFont typeface="+mj-lt"/>
              <a:buAutoNum type="arabicPeriod"/>
            </a:pPr>
            <a:r>
              <a:rPr sz="900" b="0" i="0" u="none">
                <a:solidFill>
                  <a:schemeClr val="bg1">
                    <a:lumMod val="50000"/>
                  </a:schemeClr>
                </a:solidFill>
                <a:latin typeface="+mn-lt"/>
                <a:ea typeface="+mn-lt"/>
                <a:cs typeface="+mn-lt"/>
              </a:rPr>
              <a:t>On the Format or Shape Format tab, select Shape Fill (if you're coloring a shape) or Text Fill (if you're coloring text).</a:t>
            </a:r>
            <a:br/>
            <a:br/>
            <a:r>
              <a:rPr sz="900" b="0" i="0" u="none">
                <a:solidFill>
                  <a:schemeClr val="bg1">
                    <a:lumMod val="50000"/>
                  </a:schemeClr>
                </a:solidFill>
                <a:latin typeface="+mn-lt"/>
                <a:ea typeface="+mn-lt"/>
                <a:cs typeface="+mn-lt"/>
              </a:rPr>
              <a:t>The mouse pointer turns into an eyedropper tool</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Segoe UI"/>
                <a:ea typeface="Segoe UI"/>
                <a:cs typeface="Segoe UI"/>
              </a:rPr>
              <a:t>As you move your pointer around onscreen, a live preview of the color you're pointing at appears. Hover or pause on a color to see its RGB (Red Green Blue) color coordinates.</a:t>
            </a:r>
          </a:p>
          <a:p>
            <a:pPr marL="228600" marR="0" indent="-228600" algn="l" defTabSz="457200">
              <a:lnSpc>
                <a:spcPct val="100000"/>
              </a:lnSpc>
              <a:spcBef>
                <a:spcPts val="0"/>
              </a:spcBef>
              <a:spcAft>
                <a:spcPts val="600"/>
              </a:spcAft>
              <a:buClrTx/>
              <a:buSzTx/>
              <a:buFont typeface="+mj-lt"/>
              <a:buAutoNum type="arabicPeriod"/>
            </a:pPr>
            <a:r>
              <a:rPr sz="900" b="0" i="0" u="none">
                <a:solidFill>
                  <a:schemeClr val="bg1">
                    <a:lumMod val="50000"/>
                  </a:schemeClr>
                </a:solidFill>
                <a:latin typeface="+mn-lt"/>
                <a:ea typeface="+mn-lt"/>
                <a:cs typeface="+mn-lt"/>
              </a:rPr>
              <a:t>Using the eyedropper, click the color you want to match; it's immediately applied to the selected shape or object.</a:t>
            </a:r>
          </a:p>
          <a:p>
            <a:pPr marL="228600" indent="-228600">
              <a:spcAft>
                <a:spcPts val="600"/>
              </a:spcAft>
              <a:buFont typeface="+mj-lt"/>
              <a:buAutoNum type="arabicPeriod"/>
            </a:pPr>
            <a:endParaRPr sz="900" b="0" i="0" u="none">
              <a:solidFill>
                <a:schemeClr val="bg1">
                  <a:lumMod val="50000"/>
                </a:schemeClr>
              </a:solidFill>
              <a:latin typeface="+mn-lt"/>
              <a:ea typeface="+mn-lt"/>
              <a:cs typeface="+mn-lt"/>
            </a:endParaRPr>
          </a:p>
          <a:p>
            <a:pPr>
              <a:spcAft>
                <a:spcPts val="600"/>
              </a:spcAft>
              <a:buNone/>
            </a:pPr>
            <a:endParaRPr sz="900" b="0" i="0" u="none">
              <a:solidFill>
                <a:schemeClr val="bg1">
                  <a:lumMod val="50000"/>
                </a:schemeClr>
              </a:solidFill>
              <a:latin typeface="+mn-lt"/>
              <a:ea typeface="+mn-lt"/>
              <a:cs typeface="+mn-lt"/>
            </a:endParaRPr>
          </a:p>
        </p:txBody>
      </p:sp>
      <p:pic>
        <p:nvPicPr>
          <p:cNvPr id="59" name="Picture 18"/>
          <p:cNvPicPr>
            <a:picLocks noChangeAspect="1"/>
          </p:cNvPicPr>
          <p:nvPr/>
        </p:nvPicPr>
        <p:blipFill>
          <a:blip r:embed="rId40"/>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852ED137-9E88-4651-CDFB-5E7DF54C341F}"/>
              </a:ext>
            </a:extLst>
          </p:cNvPr>
          <p:cNvSpPr>
            <a:spLocks noGrp="1"/>
          </p:cNvSpPr>
          <p:nvPr/>
        </p:nvSpPr>
        <p:spPr>
          <a:xfrm>
            <a:off x="12485569" y="2162260"/>
            <a:ext cx="971741" cy="178053"/>
          </a:xfrm>
          <a:prstGeom prst="rect">
            <a:avLst/>
          </a:prstGeom>
        </p:spPr>
        <p:txBody>
          <a:bodyPr vert="horz" wrap="square" lIns="0" anchor="t">
            <a:noAutofit/>
          </a:bodyPr>
          <a:lstStyle/>
          <a:p>
            <a:pPr marL="0" marR="0" lvl="0" indent="0" algn="l" defTabSz="914400">
              <a:lnSpc>
                <a:spcPct val="100000"/>
              </a:lnSpc>
              <a:spcBef>
                <a:spcPts val="0"/>
              </a:spcBef>
              <a:spcAft>
                <a:spcPts val="0"/>
              </a:spcAft>
              <a:buClrTx/>
              <a:buSzTx/>
              <a:buFontTx/>
              <a:buNone/>
            </a:pPr>
            <a:r>
              <a:rPr sz="900" b="0" i="0" u="none" cap="none">
                <a:ln>
                  <a:noFill/>
                </a:ln>
                <a:solidFill>
                  <a:schemeClr val="bg1">
                    <a:lumMod val="50000"/>
                  </a:schemeClr>
                </a:solidFill>
              </a:rPr>
              <a:t>Neutrals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sldNum="0" hdr="0" dt="0"/>
  <p:txStyles>
    <p:titleStyle>
      <a:lvl1pPr algn="l" defTabSz="914400">
        <a:lnSpc>
          <a:spcPct val="75000"/>
        </a:lnSpc>
        <a:spcBef>
          <a:spcPct val="0"/>
        </a:spcBef>
        <a:buNone/>
        <a:defRPr sz="3400" b="0" kern="1200" cap="none" baseline="0">
          <a:solidFill>
            <a:schemeClr val="tx2"/>
          </a:solidFill>
          <a:latin typeface="+mj-lt"/>
          <a:ea typeface="+mj-lt"/>
          <a:cs typeface="+mj-lt"/>
        </a:defRPr>
      </a:lvl1pPr>
    </p:titleStyle>
    <p:bodyStyle>
      <a:lvl1pPr marL="182880" indent="-182880" algn="l" defTabSz="914400">
        <a:lnSpc>
          <a:spcPct val="100000"/>
        </a:lnSpc>
        <a:spcBef>
          <a:spcPts val="0"/>
        </a:spcBef>
        <a:spcAft>
          <a:spcPts val="900"/>
        </a:spcAft>
        <a:buClr>
          <a:schemeClr val="accent2"/>
        </a:buClr>
        <a:buSzPct val="100000"/>
        <a:buFont typeface="Arial"/>
        <a:buChar char="•"/>
        <a:defRPr sz="1800" kern="1200">
          <a:solidFill>
            <a:schemeClr val="tx1"/>
          </a:solidFill>
          <a:latin typeface="+mn-lt"/>
          <a:ea typeface="+mn-lt"/>
          <a:cs typeface="+mn-lt"/>
        </a:defRPr>
      </a:lvl1pPr>
      <a:lvl2pPr marL="365760" indent="-182880" algn="l" defTabSz="914400">
        <a:lnSpc>
          <a:spcPct val="100000"/>
        </a:lnSpc>
        <a:spcBef>
          <a:spcPts val="0"/>
        </a:spcBef>
        <a:spcAft>
          <a:spcPts val="900"/>
        </a:spcAft>
        <a:buClr>
          <a:schemeClr val="accent2"/>
        </a:buClr>
        <a:buSzPct val="100000"/>
        <a:buFont typeface="Arial"/>
        <a:buChar char="•"/>
        <a:defRPr sz="1600" b="0" kern="1200">
          <a:solidFill>
            <a:schemeClr val="tx1"/>
          </a:solidFill>
          <a:latin typeface="+mn-lt"/>
          <a:ea typeface="+mn-lt"/>
          <a:cs typeface="+mn-lt"/>
        </a:defRPr>
      </a:lvl2pPr>
      <a:lvl3pPr marL="548640" indent="-182880" algn="l" defTabSz="914400">
        <a:lnSpc>
          <a:spcPct val="100000"/>
        </a:lnSpc>
        <a:spcBef>
          <a:spcPts val="0"/>
        </a:spcBef>
        <a:spcAft>
          <a:spcPts val="900"/>
        </a:spcAft>
        <a:buClr>
          <a:schemeClr val="accent2"/>
        </a:buClr>
        <a:buSzPct val="100000"/>
        <a:buFont typeface="Arial"/>
        <a:buChar char="•"/>
        <a:defRPr sz="1400" kern="1200">
          <a:solidFill>
            <a:schemeClr val="tx1"/>
          </a:solidFill>
          <a:latin typeface="+mn-lt"/>
          <a:ea typeface="+mn-lt"/>
          <a:cs typeface="+mn-lt"/>
        </a:defRPr>
      </a:lvl3pPr>
      <a:lvl4pPr marL="731520" indent="-182880" algn="l" defTabSz="914400">
        <a:lnSpc>
          <a:spcPct val="100000"/>
        </a:lnSpc>
        <a:spcBef>
          <a:spcPts val="0"/>
        </a:spcBef>
        <a:spcAft>
          <a:spcPts val="900"/>
        </a:spcAft>
        <a:buClr>
          <a:schemeClr val="accent2"/>
        </a:buClr>
        <a:buSzPct val="100000"/>
        <a:buFont typeface="Arial"/>
        <a:buChar char="•"/>
        <a:defRPr sz="1200" kern="1200">
          <a:solidFill>
            <a:schemeClr val="tx1"/>
          </a:solidFill>
          <a:latin typeface="+mn-lt"/>
          <a:ea typeface="+mn-lt"/>
          <a:cs typeface="+mn-lt"/>
        </a:defRPr>
      </a:lvl4pPr>
      <a:lvl5pPr marL="914400" indent="-182880" algn="l" defTabSz="914400">
        <a:lnSpc>
          <a:spcPct val="100000"/>
        </a:lnSpc>
        <a:spcBef>
          <a:spcPts val="0"/>
        </a:spcBef>
        <a:spcAft>
          <a:spcPts val="900"/>
        </a:spcAft>
        <a:buClr>
          <a:schemeClr val="accent2"/>
        </a:buClr>
        <a:buSzPct val="100000"/>
        <a:buFont typeface="Arial"/>
        <a:buChar char="•"/>
        <a:defRPr sz="1100" kern="1200">
          <a:solidFill>
            <a:schemeClr val="tx1"/>
          </a:solidFill>
          <a:latin typeface="+mn-lt"/>
          <a:ea typeface="+mn-lt"/>
          <a:cs typeface="+mn-lt"/>
        </a:defRPr>
      </a:lvl5pPr>
      <a:lvl6pPr marL="1097280" indent="-182880" algn="l" defTabSz="914400">
        <a:lnSpc>
          <a:spcPct val="100000"/>
        </a:lnSpc>
        <a:spcBef>
          <a:spcPts val="0"/>
        </a:spcBef>
        <a:spcAft>
          <a:spcPts val="900"/>
        </a:spcAft>
        <a:buClr>
          <a:srgbClr val="F70656"/>
        </a:buClr>
        <a:buSzPct val="100000"/>
        <a:buFont typeface="Arial"/>
        <a:buChar char="•"/>
        <a:defRPr sz="1100" kern="1200">
          <a:solidFill>
            <a:schemeClr val="tx1"/>
          </a:solidFill>
          <a:latin typeface="+mn-lt"/>
          <a:ea typeface="+mn-lt"/>
          <a:cs typeface="+mn-lt"/>
        </a:defRPr>
      </a:lvl6pPr>
      <a:lvl7pPr marL="1280160" indent="-182880" algn="l" defTabSz="914400">
        <a:lnSpc>
          <a:spcPct val="100000"/>
        </a:lnSpc>
        <a:spcBef>
          <a:spcPts val="0"/>
        </a:spcBef>
        <a:spcAft>
          <a:spcPts val="900"/>
        </a:spcAft>
        <a:buClr>
          <a:srgbClr val="F70656"/>
        </a:buClr>
        <a:buSzPct val="100000"/>
        <a:buFont typeface="Arial"/>
        <a:buChar char="•"/>
        <a:defRPr sz="1100" kern="1200">
          <a:solidFill>
            <a:schemeClr val="tx1"/>
          </a:solidFill>
          <a:latin typeface="+mn-lt"/>
          <a:ea typeface="+mn-lt"/>
          <a:cs typeface="+mn-lt"/>
        </a:defRPr>
      </a:lvl7pPr>
      <a:lvl8pPr marL="1463040" indent="-182880" algn="l" defTabSz="914400">
        <a:lnSpc>
          <a:spcPct val="100000"/>
        </a:lnSpc>
        <a:spcBef>
          <a:spcPts val="0"/>
        </a:spcBef>
        <a:spcAft>
          <a:spcPts val="900"/>
        </a:spcAft>
        <a:buClr>
          <a:srgbClr val="F70656"/>
        </a:buClr>
        <a:buSzPct val="100000"/>
        <a:buFont typeface="Arial"/>
        <a:buChar char="•"/>
        <a:defRPr sz="11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3816" userDrawn="1">
          <p15:clr>
            <a:srgbClr val="F26B43"/>
          </p15:clr>
        </p15:guide>
        <p15:guide id="2" pos="7296" userDrawn="1">
          <p15:clr>
            <a:srgbClr val="F26B43"/>
          </p15:clr>
        </p15:guide>
        <p15:guide id="3" pos="384" userDrawn="1">
          <p15:clr>
            <a:srgbClr val="F26B43"/>
          </p15:clr>
        </p15:guide>
        <p15:guide id="4" orient="horz" pos="164" userDrawn="1">
          <p15:clr>
            <a:srgbClr val="F26B43"/>
          </p15:clr>
        </p15:guide>
        <p15:guide id="5" orient="horz" pos="709" userDrawn="1">
          <p15:clr>
            <a:srgbClr val="F26B43"/>
          </p15:clr>
        </p15:guide>
        <p15:guide id="6" pos="3840" userDrawn="1">
          <p15:clr>
            <a:srgbClr val="F26B43"/>
          </p15:clr>
        </p15:guide>
        <p15:guide id="7" orient="horz" pos="102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CC5843-9F74-4C08-A7FE-CED8BFCF2DFB}"/>
              </a:ext>
            </a:extLst>
          </p:cNvPr>
          <p:cNvSpPr>
            <a:spLocks noGrp="1"/>
          </p:cNvSpPr>
          <p:nvPr>
            <p:ph type="body" idx="16"/>
          </p:nvPr>
        </p:nvSpPr>
        <p:spPr/>
        <p:txBody>
          <a:bodyPr/>
          <a:lstStyle/>
          <a:p>
            <a:r>
              <a:t>How agents reach external systems — and where trust ends</a:t>
            </a:r>
          </a:p>
        </p:txBody>
      </p:sp>
      <p:sp>
        <p:nvSpPr>
          <p:cNvPr id="3" name="Text Placeholder 2">
            <a:extLst>
              <a:ext uri="{FF2B5EF4-FFF2-40B4-BE49-F238E27FC236}">
                <a16:creationId xmlns:a16="http://schemas.microsoft.com/office/drawing/2014/main" id="{00DDFB80-AADC-4946-8C99-429CCE005303}"/>
              </a:ext>
            </a:extLst>
          </p:cNvPr>
          <p:cNvSpPr>
            <a:spLocks noGrp="1"/>
          </p:cNvSpPr>
          <p:nvPr>
            <p:ph type="body" idx="12"/>
          </p:nvPr>
        </p:nvSpPr>
        <p:spPr/>
        <p:txBody>
          <a:bodyPr/>
          <a:lstStyle/>
          <a:p>
            <a:r>
              <a:t>MCP servers in the HVE workflow</a:t>
            </a:r>
          </a:p>
        </p:txBody>
      </p:sp>
      <p:sp>
        <p:nvSpPr>
          <p:cNvPr id="5" name="Text Placeholder 4">
            <a:extLst>
              <a:ext uri="{FF2B5EF4-FFF2-40B4-BE49-F238E27FC236}">
                <a16:creationId xmlns:a16="http://schemas.microsoft.com/office/drawing/2014/main" id="{73FE61C6-C767-43B1-BF4B-E1C65AC7936A}"/>
              </a:ext>
            </a:extLst>
          </p:cNvPr>
          <p:cNvSpPr>
            <a:spLocks noGrp="1"/>
          </p:cNvSpPr>
          <p:nvPr>
            <p:ph type="body" idx="20"/>
          </p:nvPr>
        </p:nvSpPr>
        <p:spPr/>
        <p:txBody>
          <a:bodyPr/>
          <a:lstStyle/>
          <a:p>
            <a:r>
              <a:t>August 2026</a:t>
            </a:r>
          </a:p>
        </p:txBody>
      </p:sp>
    </p:spTree>
    <p:extLst>
      <p:ext uri="{BB962C8B-B14F-4D97-AF65-F5344CB8AC3E}">
        <p14:creationId xmlns:p14="http://schemas.microsoft.com/office/powerpoint/2010/main" val="34456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C2356F-B374-47B7-B6FE-5F284E74F706}"/>
              </a:ext>
            </a:extLst>
          </p:cNvPr>
          <p:cNvSpPr>
            <a:spLocks noGrp="1"/>
          </p:cNvSpPr>
          <p:nvPr>
            <p:ph type="body" idx="13"/>
          </p:nvPr>
        </p:nvSpPr>
        <p:spPr/>
        <p:txBody>
          <a:bodyPr/>
          <a:lstStyle/>
          <a:p>
            <a:r>
              <a:t>WHY MCP EXISTS</a:t>
            </a:r>
          </a:p>
        </p:txBody>
      </p:sp>
      <p:sp>
        <p:nvSpPr>
          <p:cNvPr id="3" name="Title 2">
            <a:extLst>
              <a:ext uri="{FF2B5EF4-FFF2-40B4-BE49-F238E27FC236}">
                <a16:creationId xmlns:a16="http://schemas.microsoft.com/office/drawing/2014/main" id="{A2677729-0BFD-4563-BF42-AF60D9783487}"/>
              </a:ext>
            </a:extLst>
          </p:cNvPr>
          <p:cNvSpPr>
            <a:spLocks noGrp="1"/>
          </p:cNvSpPr>
          <p:nvPr>
            <p:ph type="title"/>
          </p:nvPr>
        </p:nvSpPr>
        <p:spPr/>
        <p:txBody>
          <a:bodyPr/>
          <a:lstStyle/>
          <a:p>
            <a:r>
              <a:t>Reasoning alone cannot retrieve a ticket</a:t>
            </a:r>
          </a:p>
        </p:txBody>
      </p:sp>
      <p:sp>
        <p:nvSpPr>
          <p:cNvPr id="4" name="Rounded Rectangle 3">
            <a:extLst>
              <a:ext uri="{FF2B5EF4-FFF2-40B4-BE49-F238E27FC236}">
                <a16:creationId xmlns:a16="http://schemas.microsoft.com/office/drawing/2014/main" id="{0712661C-7231-4E0C-B966-16BFD42DCECD}"/>
              </a:ext>
            </a:extLst>
          </p:cNvPr>
          <p:cNvSpPr>
            <a:spLocks noGrp="1"/>
          </p:cNvSpPr>
          <p:nvPr/>
        </p:nvSpPr>
        <p:spPr>
          <a:xfrm>
            <a:off x="612648" y="1627632"/>
            <a:ext cx="5212080" cy="228600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Oval 4">
            <a:extLst>
              <a:ext uri="{FF2B5EF4-FFF2-40B4-BE49-F238E27FC236}">
                <a16:creationId xmlns:a16="http://schemas.microsoft.com/office/drawing/2014/main" id="{AE7A11F1-2E0E-459E-A690-C95245E7EBDE}"/>
              </a:ext>
            </a:extLst>
          </p:cNvPr>
          <p:cNvSpPr>
            <a:spLocks noGrp="1"/>
          </p:cNvSpPr>
          <p:nvPr/>
        </p:nvSpPr>
        <p:spPr>
          <a:xfrm>
            <a:off x="5020056" y="1920240"/>
            <a:ext cx="512064" cy="512064"/>
          </a:xfrm>
          <a:prstGeom prst="ellipse">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6" name="Oval 5">
            <a:extLst>
              <a:ext uri="{FF2B5EF4-FFF2-40B4-BE49-F238E27FC236}">
                <a16:creationId xmlns:a16="http://schemas.microsoft.com/office/drawing/2014/main" id="{96DC3FA5-288F-4B52-8FB8-D97867BF5D73}"/>
              </a:ext>
            </a:extLst>
          </p:cNvPr>
          <p:cNvSpPr>
            <a:spLocks noGrp="1"/>
          </p:cNvSpPr>
          <p:nvPr/>
        </p:nvSpPr>
        <p:spPr>
          <a:xfrm>
            <a:off x="5212182" y="2053786"/>
            <a:ext cx="127811" cy="138462"/>
          </a:xfrm>
          <a:prstGeom prst="ellipse">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7" name="Rounded Rectangle 6">
            <a:extLst>
              <a:ext uri="{FF2B5EF4-FFF2-40B4-BE49-F238E27FC236}">
                <a16:creationId xmlns:a16="http://schemas.microsoft.com/office/drawing/2014/main" id="{8E277C58-32BD-4FF9-A50A-5E9B75BFDCCA}"/>
              </a:ext>
            </a:extLst>
          </p:cNvPr>
          <p:cNvSpPr>
            <a:spLocks noGrp="1"/>
          </p:cNvSpPr>
          <p:nvPr/>
        </p:nvSpPr>
        <p:spPr>
          <a:xfrm>
            <a:off x="5164253" y="2154970"/>
            <a:ext cx="223669" cy="149113"/>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8" name="Rounded Rectangle 7">
            <a:extLst>
              <a:ext uri="{FF2B5EF4-FFF2-40B4-BE49-F238E27FC236}">
                <a16:creationId xmlns:a16="http://schemas.microsoft.com/office/drawing/2014/main" id="{53349080-5674-4A49-A8C1-96B8894700C4}"/>
              </a:ext>
            </a:extLst>
          </p:cNvPr>
          <p:cNvSpPr>
            <a:spLocks noGrp="1"/>
          </p:cNvSpPr>
          <p:nvPr/>
        </p:nvSpPr>
        <p:spPr>
          <a:xfrm>
            <a:off x="6364224" y="1627632"/>
            <a:ext cx="5212080" cy="228600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9" name="Oval 8">
            <a:extLst>
              <a:ext uri="{FF2B5EF4-FFF2-40B4-BE49-F238E27FC236}">
                <a16:creationId xmlns:a16="http://schemas.microsoft.com/office/drawing/2014/main" id="{43CB429E-9B00-496F-8FD2-BD60B83F611F}"/>
              </a:ext>
            </a:extLst>
          </p:cNvPr>
          <p:cNvSpPr>
            <a:spLocks noGrp="1"/>
          </p:cNvSpPr>
          <p:nvPr/>
        </p:nvSpPr>
        <p:spPr>
          <a:xfrm>
            <a:off x="10771632" y="1920240"/>
            <a:ext cx="512064" cy="512064"/>
          </a:xfrm>
          <a:prstGeom prst="ellipse">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0" name="Rounded Rectangle 9">
            <a:extLst>
              <a:ext uri="{FF2B5EF4-FFF2-40B4-BE49-F238E27FC236}">
                <a16:creationId xmlns:a16="http://schemas.microsoft.com/office/drawing/2014/main" id="{123D201B-6CF4-44F7-BD24-4A7C316DE44F}"/>
              </a:ext>
            </a:extLst>
          </p:cNvPr>
          <p:cNvSpPr>
            <a:spLocks noGrp="1"/>
          </p:cNvSpPr>
          <p:nvPr/>
        </p:nvSpPr>
        <p:spPr>
          <a:xfrm rot="19320000">
            <a:off x="10894527" y="2138993"/>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1" name="Rounded Rectangle 10">
            <a:extLst>
              <a:ext uri="{FF2B5EF4-FFF2-40B4-BE49-F238E27FC236}">
                <a16:creationId xmlns:a16="http://schemas.microsoft.com/office/drawing/2014/main" id="{B091333F-173D-40ED-8088-9E3B7C3E9194}"/>
              </a:ext>
            </a:extLst>
          </p:cNvPr>
          <p:cNvSpPr>
            <a:spLocks noGrp="1"/>
          </p:cNvSpPr>
          <p:nvPr/>
        </p:nvSpPr>
        <p:spPr>
          <a:xfrm rot="19320000">
            <a:off x="11006362" y="2138993"/>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2" name="TextBox 11">
            <a:extLst>
              <a:ext uri="{FF2B5EF4-FFF2-40B4-BE49-F238E27FC236}">
                <a16:creationId xmlns:a16="http://schemas.microsoft.com/office/drawing/2014/main" id="{09366523-CCF0-42DC-9034-8E5D6FE503BB}"/>
              </a:ext>
            </a:extLst>
          </p:cNvPr>
          <p:cNvSpPr>
            <a:spLocks noGrp="1"/>
          </p:cNvSpPr>
          <p:nvPr/>
        </p:nvSpPr>
        <p:spPr>
          <a:xfrm>
            <a:off x="905256" y="1920240"/>
            <a:ext cx="3931920" cy="310896"/>
          </a:xfrm>
          <a:prstGeom prst="rect">
            <a:avLst/>
          </a:prstGeom>
          <a:noFill/>
        </p:spPr>
        <p:txBody>
          <a:bodyPr wrap="square" lIns="0" tIns="0" rIns="0" bIns="0" anchor="t">
            <a:spAutoFit/>
          </a:bodyPr>
          <a:lstStyle/>
          <a:p>
            <a:pPr algn="l">
              <a:buNone/>
            </a:pPr>
            <a:r>
              <a:rPr sz="1700" b="1" i="0">
                <a:solidFill>
                  <a:srgbClr val="F70656"/>
                </a:solidFill>
                <a:latin typeface="Calibri"/>
                <a:ea typeface="Calibri"/>
                <a:cs typeface="Calibri"/>
              </a:rPr>
              <a:t>WITHOUT EXTERNAL ACCESS</a:t>
            </a:r>
          </a:p>
        </p:txBody>
      </p:sp>
      <p:sp>
        <p:nvSpPr>
          <p:cNvPr id="13" name="Rectangle 12">
            <a:extLst>
              <a:ext uri="{FF2B5EF4-FFF2-40B4-BE49-F238E27FC236}">
                <a16:creationId xmlns:a16="http://schemas.microsoft.com/office/drawing/2014/main" id="{5993C77A-3247-4F0F-9D91-2060ACC41152}"/>
              </a:ext>
            </a:extLst>
          </p:cNvPr>
          <p:cNvSpPr>
            <a:spLocks noGrp="1"/>
          </p:cNvSpPr>
          <p:nvPr/>
        </p:nvSpPr>
        <p:spPr>
          <a:xfrm>
            <a:off x="905256" y="2304288"/>
            <a:ext cx="3931920" cy="32004"/>
          </a:xfrm>
          <a:prstGeom prst="rect">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4" name="TextBox 13">
            <a:extLst>
              <a:ext uri="{FF2B5EF4-FFF2-40B4-BE49-F238E27FC236}">
                <a16:creationId xmlns:a16="http://schemas.microsoft.com/office/drawing/2014/main" id="{88B8078B-4760-4A1C-8DAD-6C201A08CCB2}"/>
              </a:ext>
            </a:extLst>
          </p:cNvPr>
          <p:cNvSpPr>
            <a:spLocks noGrp="1"/>
          </p:cNvSpPr>
          <p:nvPr/>
        </p:nvSpPr>
        <p:spPr>
          <a:xfrm>
            <a:off x="905256" y="2523744"/>
            <a:ext cx="3931920" cy="1408176"/>
          </a:xfrm>
          <a:prstGeom prst="rect">
            <a:avLst/>
          </a:prstGeom>
          <a:noFill/>
        </p:spPr>
        <p:txBody>
          <a:bodyPr wrap="square" lIns="0" tIns="0" rIns="0" bIns="0">
            <a:spAutoFit/>
          </a:bodyPr>
          <a:lstStyle/>
          <a:p>
            <a:pPr>
              <a:spcAft>
                <a:spcPts val="1000"/>
              </a:spcAft>
              <a:buNone/>
            </a:pPr>
            <a:r>
              <a:rPr sz="1400">
                <a:solidFill>
                  <a:srgbClr val="000000"/>
                </a:solidFill>
                <a:latin typeface="Calibri"/>
                <a:ea typeface="Calibri"/>
                <a:cs typeface="Calibri"/>
              </a:rPr>
              <a:t>Ask: “What are the acceptance criteria on ADO#4953140?”</a:t>
            </a:r>
          </a:p>
          <a:p>
            <a:pPr>
              <a:spcAft>
                <a:spcPts val="1000"/>
              </a:spcAft>
              <a:buNone/>
            </a:pPr>
            <a:endParaRPr sz="1400">
              <a:solidFill>
                <a:srgbClr val="000000"/>
              </a:solidFill>
              <a:latin typeface="Calibri"/>
              <a:ea typeface="Calibri"/>
              <a:cs typeface="Calibri"/>
            </a:endParaRPr>
          </a:p>
          <a:p>
            <a:pPr>
              <a:spcAft>
                <a:spcPts val="1000"/>
              </a:spcAft>
              <a:buNone/>
            </a:pPr>
            <a:r>
              <a:rPr sz="1400">
                <a:solidFill>
                  <a:srgbClr val="000000"/>
                </a:solidFill>
                <a:latin typeface="Calibri"/>
                <a:ea typeface="Calibri"/>
                <a:cs typeface="Calibri"/>
              </a:rPr>
              <a:t>The model can reason about the question, but it cannot retrieve the ticket.</a:t>
            </a:r>
          </a:p>
        </p:txBody>
      </p:sp>
      <p:sp>
        <p:nvSpPr>
          <p:cNvPr id="15" name="TextBox 14">
            <a:extLst>
              <a:ext uri="{FF2B5EF4-FFF2-40B4-BE49-F238E27FC236}">
                <a16:creationId xmlns:a16="http://schemas.microsoft.com/office/drawing/2014/main" id="{07F091D5-C4F6-4D69-B703-3E7C9D779871}"/>
              </a:ext>
            </a:extLst>
          </p:cNvPr>
          <p:cNvSpPr>
            <a:spLocks noGrp="1"/>
          </p:cNvSpPr>
          <p:nvPr/>
        </p:nvSpPr>
        <p:spPr>
          <a:xfrm>
            <a:off x="6656832" y="1920240"/>
            <a:ext cx="3931920" cy="310896"/>
          </a:xfrm>
          <a:prstGeom prst="rect">
            <a:avLst/>
          </a:prstGeom>
          <a:noFill/>
        </p:spPr>
        <p:txBody>
          <a:bodyPr wrap="square" lIns="0" tIns="0" rIns="0" bIns="0" anchor="t">
            <a:spAutoFit/>
          </a:bodyPr>
          <a:lstStyle/>
          <a:p>
            <a:pPr algn="l">
              <a:buNone/>
            </a:pPr>
            <a:r>
              <a:rPr sz="1700" b="1" i="0">
                <a:solidFill>
                  <a:srgbClr val="00D787"/>
                </a:solidFill>
                <a:latin typeface="Calibri"/>
                <a:ea typeface="Calibri"/>
                <a:cs typeface="Calibri"/>
              </a:rPr>
              <a:t>WITH AN MCP TOOL</a:t>
            </a:r>
          </a:p>
        </p:txBody>
      </p:sp>
      <p:sp>
        <p:nvSpPr>
          <p:cNvPr id="16" name="Rectangle 15">
            <a:extLst>
              <a:ext uri="{FF2B5EF4-FFF2-40B4-BE49-F238E27FC236}">
                <a16:creationId xmlns:a16="http://schemas.microsoft.com/office/drawing/2014/main" id="{1AAD492A-F903-416A-9A77-B811364504A7}"/>
              </a:ext>
            </a:extLst>
          </p:cNvPr>
          <p:cNvSpPr>
            <a:spLocks noGrp="1"/>
          </p:cNvSpPr>
          <p:nvPr/>
        </p:nvSpPr>
        <p:spPr>
          <a:xfrm>
            <a:off x="6656832" y="2304288"/>
            <a:ext cx="3931920" cy="32004"/>
          </a:xfrm>
          <a:prstGeom prst="rect">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7" name="TextBox 16">
            <a:extLst>
              <a:ext uri="{FF2B5EF4-FFF2-40B4-BE49-F238E27FC236}">
                <a16:creationId xmlns:a16="http://schemas.microsoft.com/office/drawing/2014/main" id="{03657244-0958-4FCC-B0A4-BD85CA55B9BB}"/>
              </a:ext>
            </a:extLst>
          </p:cNvPr>
          <p:cNvSpPr>
            <a:spLocks noGrp="1"/>
          </p:cNvSpPr>
          <p:nvPr/>
        </p:nvSpPr>
        <p:spPr>
          <a:xfrm>
            <a:off x="6656832" y="2523744"/>
            <a:ext cx="3931920" cy="1408176"/>
          </a:xfrm>
          <a:prstGeom prst="rect">
            <a:avLst/>
          </a:prstGeom>
          <a:noFill/>
        </p:spPr>
        <p:txBody>
          <a:bodyPr wrap="square" lIns="0" tIns="0" rIns="0" bIns="0">
            <a:spAutoFit/>
          </a:bodyPr>
          <a:lstStyle/>
          <a:p>
            <a:pPr>
              <a:spcAft>
                <a:spcPts val="1000"/>
              </a:spcAft>
              <a:buNone/>
            </a:pPr>
            <a:r>
              <a:rPr sz="1400">
                <a:solidFill>
                  <a:srgbClr val="000000"/>
                </a:solidFill>
                <a:latin typeface="Calibri"/>
                <a:ea typeface="Calibri"/>
                <a:cs typeface="Calibri"/>
              </a:rPr>
              <a:t>The host connects to an ADO MCP server. The agent calls a declared tool and receives structured work-item data.</a:t>
            </a:r>
          </a:p>
        </p:txBody>
      </p:sp>
      <p:sp>
        <p:nvSpPr>
          <p:cNvPr id="18" name="Rounded Rectangle 17">
            <a:extLst>
              <a:ext uri="{FF2B5EF4-FFF2-40B4-BE49-F238E27FC236}">
                <a16:creationId xmlns:a16="http://schemas.microsoft.com/office/drawing/2014/main" id="{65F30A44-3192-410C-8F44-C1EBEF54DA91}"/>
              </a:ext>
            </a:extLst>
          </p:cNvPr>
          <p:cNvSpPr>
            <a:spLocks noGrp="1"/>
          </p:cNvSpPr>
          <p:nvPr/>
        </p:nvSpPr>
        <p:spPr>
          <a:xfrm>
            <a:off x="612648" y="4389120"/>
            <a:ext cx="10972800" cy="1143000"/>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9" name="Oval 18">
            <a:extLst>
              <a:ext uri="{FF2B5EF4-FFF2-40B4-BE49-F238E27FC236}">
                <a16:creationId xmlns:a16="http://schemas.microsoft.com/office/drawing/2014/main" id="{191AA63A-1A7F-460A-9680-8A96D973DFC6}"/>
              </a:ext>
            </a:extLst>
          </p:cNvPr>
          <p:cNvSpPr>
            <a:spLocks noGrp="1"/>
          </p:cNvSpPr>
          <p:nvPr/>
        </p:nvSpPr>
        <p:spPr>
          <a:xfrm>
            <a:off x="905256" y="4777740"/>
            <a:ext cx="365760" cy="365760"/>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0" name="Rounded Rectangle 19">
            <a:extLst>
              <a:ext uri="{FF2B5EF4-FFF2-40B4-BE49-F238E27FC236}">
                <a16:creationId xmlns:a16="http://schemas.microsoft.com/office/drawing/2014/main" id="{D50D2652-2BDB-4A15-8CEF-1A5A7768FB03}"/>
              </a:ext>
            </a:extLst>
          </p:cNvPr>
          <p:cNvSpPr>
            <a:spLocks noGrp="1"/>
          </p:cNvSpPr>
          <p:nvPr/>
        </p:nvSpPr>
        <p:spPr>
          <a:xfrm rot="19320000">
            <a:off x="993038" y="4933992"/>
            <a:ext cx="110313" cy="57058"/>
          </a:xfrm>
          <a:prstGeom prst="roundRect">
            <a:avLst/>
          </a:prstGeom>
          <a:noFill/>
          <a:ln w="19019">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1" name="Rounded Rectangle 20">
            <a:extLst>
              <a:ext uri="{FF2B5EF4-FFF2-40B4-BE49-F238E27FC236}">
                <a16:creationId xmlns:a16="http://schemas.microsoft.com/office/drawing/2014/main" id="{81F8B855-7D89-4C1C-B86D-9C117DF151DE}"/>
              </a:ext>
            </a:extLst>
          </p:cNvPr>
          <p:cNvSpPr>
            <a:spLocks noGrp="1"/>
          </p:cNvSpPr>
          <p:nvPr/>
        </p:nvSpPr>
        <p:spPr>
          <a:xfrm rot="19320000">
            <a:off x="1072920" y="4933992"/>
            <a:ext cx="110313" cy="57058"/>
          </a:xfrm>
          <a:prstGeom prst="roundRect">
            <a:avLst/>
          </a:prstGeom>
          <a:noFill/>
          <a:ln w="19019">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2" name="TextBox 21">
            <a:extLst>
              <a:ext uri="{FF2B5EF4-FFF2-40B4-BE49-F238E27FC236}">
                <a16:creationId xmlns:a16="http://schemas.microsoft.com/office/drawing/2014/main" id="{E6830464-59DE-4CF0-B283-D79835C413FA}"/>
              </a:ext>
            </a:extLst>
          </p:cNvPr>
          <p:cNvSpPr>
            <a:spLocks noGrp="1"/>
          </p:cNvSpPr>
          <p:nvPr/>
        </p:nvSpPr>
        <p:spPr>
          <a:xfrm>
            <a:off x="1527048" y="4576190"/>
            <a:ext cx="2011680" cy="237744"/>
          </a:xfrm>
          <a:prstGeom prst="rect">
            <a:avLst/>
          </a:prstGeom>
          <a:noFill/>
        </p:spPr>
        <p:txBody>
          <a:bodyPr wrap="square" lIns="0" tIns="0" rIns="0" bIns="0" anchor="t">
            <a:spAutoFit/>
          </a:bodyPr>
          <a:lstStyle/>
          <a:p>
            <a:pPr algn="l">
              <a:buNone/>
            </a:pPr>
            <a:r>
              <a:rPr sz="1200" b="1" i="0">
                <a:solidFill>
                  <a:srgbClr val="4D69E0"/>
                </a:solidFill>
                <a:latin typeface="Calibri"/>
                <a:ea typeface="Calibri"/>
                <a:cs typeface="Calibri"/>
              </a:rPr>
              <a:t>TAKEAWAY</a:t>
            </a:r>
          </a:p>
        </p:txBody>
      </p:sp>
      <p:sp>
        <p:nvSpPr>
          <p:cNvPr id="23" name="TextBox 22">
            <a:extLst>
              <a:ext uri="{FF2B5EF4-FFF2-40B4-BE49-F238E27FC236}">
                <a16:creationId xmlns:a16="http://schemas.microsoft.com/office/drawing/2014/main" id="{CF3AFD1C-3734-407B-85FF-AFC0646395BF}"/>
              </a:ext>
            </a:extLst>
          </p:cNvPr>
          <p:cNvSpPr>
            <a:spLocks noGrp="1"/>
          </p:cNvSpPr>
          <p:nvPr/>
        </p:nvSpPr>
        <p:spPr>
          <a:xfrm>
            <a:off x="1527048" y="4868798"/>
            <a:ext cx="9601200" cy="476250"/>
          </a:xfrm>
          <a:prstGeom prst="rect">
            <a:avLst/>
          </a:prstGeom>
          <a:noFill/>
        </p:spPr>
        <p:txBody>
          <a:bodyPr wrap="square" lIns="0" tIns="0" rIns="0" bIns="0" anchor="t">
            <a:spAutoFit/>
          </a:bodyPr>
          <a:lstStyle/>
          <a:p>
            <a:pPr algn="l">
              <a:buNone/>
            </a:pPr>
            <a:r>
              <a:rPr sz="1500" b="0" i="0">
                <a:solidFill>
                  <a:srgbClr val="000000"/>
                </a:solidFill>
                <a:latin typeface="Calibri"/>
                <a:ea typeface="Calibri"/>
                <a:cs typeface="Calibri"/>
              </a:rPr>
              <a:t>MCP does not add intelligence. It adds a consistent path to context and actions.</a:t>
            </a:r>
          </a:p>
        </p:txBody>
      </p:sp>
    </p:spTree>
    <p:extLst>
      <p:ext uri="{BB962C8B-B14F-4D97-AF65-F5344CB8AC3E}">
        <p14:creationId xmlns:p14="http://schemas.microsoft.com/office/powerpoint/2010/main" val="1165110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7642-CFAB-4B19-AF24-7C5DD7091096}"/>
              </a:ext>
            </a:extLst>
          </p:cNvPr>
          <p:cNvSpPr>
            <a:spLocks noGrp="1"/>
          </p:cNvSpPr>
          <p:nvPr>
            <p:ph type="title"/>
          </p:nvPr>
        </p:nvSpPr>
        <p:spPr/>
        <p:txBody>
          <a:bodyPr/>
          <a:lstStyle/>
          <a:p>
            <a:r>
              <a:t>Each MCP server gets a dedicated client</a:t>
            </a:r>
          </a:p>
        </p:txBody>
      </p:sp>
      <p:sp>
        <p:nvSpPr>
          <p:cNvPr id="3" name="TextBox 2">
            <a:extLst>
              <a:ext uri="{FF2B5EF4-FFF2-40B4-BE49-F238E27FC236}">
                <a16:creationId xmlns:a16="http://schemas.microsoft.com/office/drawing/2014/main" id="{ACE9ED20-1027-4897-A5EB-606022E63C8E}"/>
              </a:ext>
            </a:extLst>
          </p:cNvPr>
          <p:cNvSpPr>
            <a:spLocks noGrp="1"/>
          </p:cNvSpPr>
          <p:nvPr/>
        </p:nvSpPr>
        <p:spPr>
          <a:xfrm>
            <a:off x="612648" y="1133856"/>
            <a:ext cx="10972800" cy="320040"/>
          </a:xfrm>
          <a:prstGeom prst="rect">
            <a:avLst/>
          </a:prstGeom>
          <a:noFill/>
        </p:spPr>
        <p:txBody>
          <a:bodyPr wrap="square" lIns="0" tIns="0" rIns="0" bIns="0" anchor="t">
            <a:spAutoFit/>
          </a:bodyPr>
          <a:lstStyle/>
          <a:p>
            <a:pPr algn="l">
              <a:buNone/>
            </a:pPr>
            <a:r>
              <a:rPr sz="1500" b="0" i="0">
                <a:solidFill>
                  <a:srgbClr val="6B04A8"/>
                </a:solidFill>
                <a:latin typeface="Calibri"/>
                <a:ea typeface="Calibri"/>
                <a:cs typeface="Calibri"/>
              </a:rPr>
              <a:t>Host application → MCP client → MCP server → external system</a:t>
            </a:r>
          </a:p>
        </p:txBody>
      </p:sp>
      <p:sp>
        <p:nvSpPr>
          <p:cNvPr id="4" name="Rounded Rectangle 3">
            <a:extLst>
              <a:ext uri="{FF2B5EF4-FFF2-40B4-BE49-F238E27FC236}">
                <a16:creationId xmlns:a16="http://schemas.microsoft.com/office/drawing/2014/main" id="{866727B6-35CD-480B-B667-500E8373920E}"/>
              </a:ext>
            </a:extLst>
          </p:cNvPr>
          <p:cNvSpPr>
            <a:spLocks noGrp="1"/>
          </p:cNvSpPr>
          <p:nvPr/>
        </p:nvSpPr>
        <p:spPr>
          <a:xfrm>
            <a:off x="612648" y="2103120"/>
            <a:ext cx="3246120" cy="201168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Oval 4">
            <a:extLst>
              <a:ext uri="{FF2B5EF4-FFF2-40B4-BE49-F238E27FC236}">
                <a16:creationId xmlns:a16="http://schemas.microsoft.com/office/drawing/2014/main" id="{11B6C81C-7707-49B6-87BB-7540AA9A1F3E}"/>
              </a:ext>
            </a:extLst>
          </p:cNvPr>
          <p:cNvSpPr>
            <a:spLocks noGrp="1"/>
          </p:cNvSpPr>
          <p:nvPr/>
        </p:nvSpPr>
        <p:spPr>
          <a:xfrm>
            <a:off x="868680" y="2359152"/>
            <a:ext cx="512064" cy="512064"/>
          </a:xfrm>
          <a:prstGeom prst="ellipse">
            <a:avLst/>
          </a:prstGeom>
          <a:solidFill>
            <a:srgbClr val="C530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6" name="Rounded Rectangle 5">
            <a:extLst>
              <a:ext uri="{FF2B5EF4-FFF2-40B4-BE49-F238E27FC236}">
                <a16:creationId xmlns:a16="http://schemas.microsoft.com/office/drawing/2014/main" id="{4C5F1BE7-D2DE-41F3-8096-79F534757F97}"/>
              </a:ext>
            </a:extLst>
          </p:cNvPr>
          <p:cNvSpPr>
            <a:spLocks noGrp="1"/>
          </p:cNvSpPr>
          <p:nvPr/>
        </p:nvSpPr>
        <p:spPr>
          <a:xfrm>
            <a:off x="996900" y="2487372"/>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7" name="Rounded Rectangle 6">
            <a:extLst>
              <a:ext uri="{FF2B5EF4-FFF2-40B4-BE49-F238E27FC236}">
                <a16:creationId xmlns:a16="http://schemas.microsoft.com/office/drawing/2014/main" id="{48AFDFF8-81E0-4349-9A0C-E76106D63A4C}"/>
              </a:ext>
            </a:extLst>
          </p:cNvPr>
          <p:cNvSpPr>
            <a:spLocks noGrp="1"/>
          </p:cNvSpPr>
          <p:nvPr/>
        </p:nvSpPr>
        <p:spPr>
          <a:xfrm>
            <a:off x="1135362" y="2487372"/>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8" name="Rounded Rectangle 7">
            <a:extLst>
              <a:ext uri="{FF2B5EF4-FFF2-40B4-BE49-F238E27FC236}">
                <a16:creationId xmlns:a16="http://schemas.microsoft.com/office/drawing/2014/main" id="{6D1643B7-6765-45BB-B291-1DDBC9588B93}"/>
              </a:ext>
            </a:extLst>
          </p:cNvPr>
          <p:cNvSpPr>
            <a:spLocks noGrp="1"/>
          </p:cNvSpPr>
          <p:nvPr/>
        </p:nvSpPr>
        <p:spPr>
          <a:xfrm>
            <a:off x="996900" y="2625834"/>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9" name="Rounded Rectangle 8">
            <a:extLst>
              <a:ext uri="{FF2B5EF4-FFF2-40B4-BE49-F238E27FC236}">
                <a16:creationId xmlns:a16="http://schemas.microsoft.com/office/drawing/2014/main" id="{2653FC05-0F3C-4EB4-ABEB-D2B85F47C6B1}"/>
              </a:ext>
            </a:extLst>
          </p:cNvPr>
          <p:cNvSpPr>
            <a:spLocks noGrp="1"/>
          </p:cNvSpPr>
          <p:nvPr/>
        </p:nvSpPr>
        <p:spPr>
          <a:xfrm>
            <a:off x="1135362" y="2625834"/>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0" name="TextBox 9">
            <a:extLst>
              <a:ext uri="{FF2B5EF4-FFF2-40B4-BE49-F238E27FC236}">
                <a16:creationId xmlns:a16="http://schemas.microsoft.com/office/drawing/2014/main" id="{E1C70E58-87C7-4E9B-9831-1E28D39555B2}"/>
              </a:ext>
            </a:extLst>
          </p:cNvPr>
          <p:cNvSpPr>
            <a:spLocks noGrp="1"/>
          </p:cNvSpPr>
          <p:nvPr/>
        </p:nvSpPr>
        <p:spPr>
          <a:xfrm>
            <a:off x="868680" y="2999232"/>
            <a:ext cx="2734056" cy="274320"/>
          </a:xfrm>
          <a:prstGeom prst="rect">
            <a:avLst/>
          </a:prstGeom>
          <a:noFill/>
        </p:spPr>
        <p:txBody>
          <a:bodyPr wrap="square" lIns="0" tIns="0" rIns="0" bIns="0" anchor="t">
            <a:spAutoFit/>
          </a:bodyPr>
          <a:lstStyle/>
          <a:p>
            <a:pPr algn="l">
              <a:buNone/>
            </a:pPr>
            <a:r>
              <a:rPr sz="1500" b="1" i="0">
                <a:solidFill>
                  <a:srgbClr val="C530FF"/>
                </a:solidFill>
                <a:latin typeface="Calibri"/>
                <a:ea typeface="Calibri"/>
                <a:cs typeface="Calibri"/>
              </a:rPr>
              <a:t>HOST APPLICATION</a:t>
            </a:r>
          </a:p>
        </p:txBody>
      </p:sp>
      <p:sp>
        <p:nvSpPr>
          <p:cNvPr id="11" name="TextBox 10">
            <a:extLst>
              <a:ext uri="{FF2B5EF4-FFF2-40B4-BE49-F238E27FC236}">
                <a16:creationId xmlns:a16="http://schemas.microsoft.com/office/drawing/2014/main" id="{C932D4BF-F765-4785-8F79-6B7EF1EB958C}"/>
              </a:ext>
            </a:extLst>
          </p:cNvPr>
          <p:cNvSpPr>
            <a:spLocks noGrp="1"/>
          </p:cNvSpPr>
          <p:nvPr/>
        </p:nvSpPr>
        <p:spPr>
          <a:xfrm>
            <a:off x="868680" y="3328415"/>
            <a:ext cx="2734056" cy="59436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Coordinates the agent and model. Example: GitHub Copilot in VS Code.</a:t>
            </a:r>
          </a:p>
        </p:txBody>
      </p:sp>
      <p:sp>
        <p:nvSpPr>
          <p:cNvPr id="12" name="Rounded Rectangle 11">
            <a:extLst>
              <a:ext uri="{FF2B5EF4-FFF2-40B4-BE49-F238E27FC236}">
                <a16:creationId xmlns:a16="http://schemas.microsoft.com/office/drawing/2014/main" id="{0A0C0A21-78C2-4225-AE3A-F2F76417E104}"/>
              </a:ext>
            </a:extLst>
          </p:cNvPr>
          <p:cNvSpPr>
            <a:spLocks noGrp="1"/>
          </p:cNvSpPr>
          <p:nvPr/>
        </p:nvSpPr>
        <p:spPr>
          <a:xfrm>
            <a:off x="4462272" y="1691640"/>
            <a:ext cx="3273552" cy="2834640"/>
          </a:xfrm>
          <a:prstGeom prst="roundRect">
            <a:avLst/>
          </a:prstGeom>
          <a:gradFill rotWithShape="1">
            <a:gsLst>
              <a:gs pos="0">
                <a:srgbClr val="FFFFFF"/>
              </a:gs>
              <a:gs pos="100000">
                <a:srgbClr val="F2F5F7"/>
              </a:gs>
            </a:gsLst>
            <a:lin ang="6600000" scaled="0"/>
          </a:gra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3" name="Oval 12">
            <a:extLst>
              <a:ext uri="{FF2B5EF4-FFF2-40B4-BE49-F238E27FC236}">
                <a16:creationId xmlns:a16="http://schemas.microsoft.com/office/drawing/2014/main" id="{3F134041-D999-43E6-8C80-5EDDF4E1AD1B}"/>
              </a:ext>
            </a:extLst>
          </p:cNvPr>
          <p:cNvSpPr>
            <a:spLocks noGrp="1"/>
          </p:cNvSpPr>
          <p:nvPr/>
        </p:nvSpPr>
        <p:spPr>
          <a:xfrm>
            <a:off x="4718304" y="1947672"/>
            <a:ext cx="512064" cy="512064"/>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4" name="Rounded Rectangle 13">
            <a:extLst>
              <a:ext uri="{FF2B5EF4-FFF2-40B4-BE49-F238E27FC236}">
                <a16:creationId xmlns:a16="http://schemas.microsoft.com/office/drawing/2014/main" id="{2F4A8265-70AC-4C27-8810-597197E3ECD4}"/>
              </a:ext>
            </a:extLst>
          </p:cNvPr>
          <p:cNvSpPr>
            <a:spLocks noGrp="1"/>
          </p:cNvSpPr>
          <p:nvPr/>
        </p:nvSpPr>
        <p:spPr>
          <a:xfrm rot="19320000">
            <a:off x="4841199" y="2166425"/>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5" name="Rounded Rectangle 14">
            <a:extLst>
              <a:ext uri="{FF2B5EF4-FFF2-40B4-BE49-F238E27FC236}">
                <a16:creationId xmlns:a16="http://schemas.microsoft.com/office/drawing/2014/main" id="{9616A27E-3B4A-432D-9692-5E23F034BF40}"/>
              </a:ext>
            </a:extLst>
          </p:cNvPr>
          <p:cNvSpPr>
            <a:spLocks noGrp="1"/>
          </p:cNvSpPr>
          <p:nvPr/>
        </p:nvSpPr>
        <p:spPr>
          <a:xfrm rot="19320000">
            <a:off x="4953034" y="2166425"/>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6" name="TextBox 15">
            <a:extLst>
              <a:ext uri="{FF2B5EF4-FFF2-40B4-BE49-F238E27FC236}">
                <a16:creationId xmlns:a16="http://schemas.microsoft.com/office/drawing/2014/main" id="{29A7CDD2-0D06-478D-AA7D-0A26388DF74F}"/>
              </a:ext>
            </a:extLst>
          </p:cNvPr>
          <p:cNvSpPr>
            <a:spLocks noGrp="1"/>
          </p:cNvSpPr>
          <p:nvPr/>
        </p:nvSpPr>
        <p:spPr>
          <a:xfrm>
            <a:off x="4718304" y="2587752"/>
            <a:ext cx="2761488" cy="274320"/>
          </a:xfrm>
          <a:prstGeom prst="rect">
            <a:avLst/>
          </a:prstGeom>
          <a:noFill/>
        </p:spPr>
        <p:txBody>
          <a:bodyPr wrap="square" lIns="0" tIns="0" rIns="0" bIns="0" anchor="t">
            <a:spAutoFit/>
          </a:bodyPr>
          <a:lstStyle/>
          <a:p>
            <a:pPr algn="l">
              <a:buNone/>
            </a:pPr>
            <a:r>
              <a:rPr sz="1500" b="1" i="0">
                <a:solidFill>
                  <a:srgbClr val="4D69E0"/>
                </a:solidFill>
                <a:latin typeface="Calibri"/>
                <a:ea typeface="Calibri"/>
                <a:cs typeface="Calibri"/>
              </a:rPr>
              <a:t>MCP CONNECTION</a:t>
            </a:r>
          </a:p>
        </p:txBody>
      </p:sp>
      <p:sp>
        <p:nvSpPr>
          <p:cNvPr id="17" name="Rounded Rectangle 16">
            <a:extLst>
              <a:ext uri="{FF2B5EF4-FFF2-40B4-BE49-F238E27FC236}">
                <a16:creationId xmlns:a16="http://schemas.microsoft.com/office/drawing/2014/main" id="{C1BC3EF8-ED48-4765-BB53-8F263CD7DB2D}"/>
              </a:ext>
            </a:extLst>
          </p:cNvPr>
          <p:cNvSpPr>
            <a:spLocks noGrp="1"/>
          </p:cNvSpPr>
          <p:nvPr/>
        </p:nvSpPr>
        <p:spPr>
          <a:xfrm>
            <a:off x="8339327" y="2103120"/>
            <a:ext cx="3246120" cy="201168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8" name="Oval 17">
            <a:extLst>
              <a:ext uri="{FF2B5EF4-FFF2-40B4-BE49-F238E27FC236}">
                <a16:creationId xmlns:a16="http://schemas.microsoft.com/office/drawing/2014/main" id="{80B567AD-7078-4466-A1F3-16FF0F9A083C}"/>
              </a:ext>
            </a:extLst>
          </p:cNvPr>
          <p:cNvSpPr>
            <a:spLocks noGrp="1"/>
          </p:cNvSpPr>
          <p:nvPr/>
        </p:nvSpPr>
        <p:spPr>
          <a:xfrm>
            <a:off x="8595359" y="2359152"/>
            <a:ext cx="512064" cy="512064"/>
          </a:xfrm>
          <a:prstGeom prst="ellipse">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9" name="Can 18">
            <a:extLst>
              <a:ext uri="{FF2B5EF4-FFF2-40B4-BE49-F238E27FC236}">
                <a16:creationId xmlns:a16="http://schemas.microsoft.com/office/drawing/2014/main" id="{794F631D-4544-4BA1-9955-E75487F72AEE}"/>
              </a:ext>
            </a:extLst>
          </p:cNvPr>
          <p:cNvSpPr>
            <a:spLocks noGrp="1"/>
          </p:cNvSpPr>
          <p:nvPr/>
        </p:nvSpPr>
        <p:spPr>
          <a:xfrm>
            <a:off x="8750208" y="2490035"/>
            <a:ext cx="202367" cy="250296"/>
          </a:xfrm>
          <a:prstGeom prst="can">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0" name="TextBox 19">
            <a:extLst>
              <a:ext uri="{FF2B5EF4-FFF2-40B4-BE49-F238E27FC236}">
                <a16:creationId xmlns:a16="http://schemas.microsoft.com/office/drawing/2014/main" id="{CBDF9131-37A6-4338-98AA-E309BFA85F51}"/>
              </a:ext>
            </a:extLst>
          </p:cNvPr>
          <p:cNvSpPr>
            <a:spLocks noGrp="1"/>
          </p:cNvSpPr>
          <p:nvPr/>
        </p:nvSpPr>
        <p:spPr>
          <a:xfrm>
            <a:off x="8595359" y="2999232"/>
            <a:ext cx="2734056" cy="274320"/>
          </a:xfrm>
          <a:prstGeom prst="rect">
            <a:avLst/>
          </a:prstGeom>
          <a:noFill/>
        </p:spPr>
        <p:txBody>
          <a:bodyPr wrap="square" lIns="0" tIns="0" rIns="0" bIns="0" anchor="t">
            <a:spAutoFit/>
          </a:bodyPr>
          <a:lstStyle/>
          <a:p>
            <a:pPr algn="l">
              <a:buNone/>
            </a:pPr>
            <a:r>
              <a:rPr sz="1500" b="1" i="0">
                <a:solidFill>
                  <a:srgbClr val="00D787"/>
                </a:solidFill>
                <a:latin typeface="Calibri"/>
                <a:ea typeface="Calibri"/>
                <a:cs typeface="Calibri"/>
              </a:rPr>
              <a:t>EXTERNAL SYSTEM</a:t>
            </a:r>
          </a:p>
        </p:txBody>
      </p:sp>
      <p:sp>
        <p:nvSpPr>
          <p:cNvPr id="21" name="TextBox 20">
            <a:extLst>
              <a:ext uri="{FF2B5EF4-FFF2-40B4-BE49-F238E27FC236}">
                <a16:creationId xmlns:a16="http://schemas.microsoft.com/office/drawing/2014/main" id="{EE6C4CB6-1C2D-4362-A4F7-DE3C98D8EB4A}"/>
              </a:ext>
            </a:extLst>
          </p:cNvPr>
          <p:cNvSpPr>
            <a:spLocks noGrp="1"/>
          </p:cNvSpPr>
          <p:nvPr/>
        </p:nvSpPr>
        <p:spPr>
          <a:xfrm>
            <a:off x="8595359" y="3328415"/>
            <a:ext cx="2734056" cy="59436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Azure DevOps, a database or an internal service. It never talks to the model directly.</a:t>
            </a:r>
          </a:p>
        </p:txBody>
      </p:sp>
      <p:sp>
        <p:nvSpPr>
          <p:cNvPr id="22" name="TextBox 21">
            <a:extLst>
              <a:ext uri="{FF2B5EF4-FFF2-40B4-BE49-F238E27FC236}">
                <a16:creationId xmlns:a16="http://schemas.microsoft.com/office/drawing/2014/main" id="{EF28F7CD-B6DA-41BF-BDE2-E0532BEC9957}"/>
              </a:ext>
            </a:extLst>
          </p:cNvPr>
          <p:cNvSpPr>
            <a:spLocks noGrp="1"/>
          </p:cNvSpPr>
          <p:nvPr/>
        </p:nvSpPr>
        <p:spPr>
          <a:xfrm>
            <a:off x="4718304" y="2898648"/>
            <a:ext cx="2761488" cy="39624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Example: VS Code MCP client ↔ Azure DevOps MCP server</a:t>
            </a:r>
          </a:p>
        </p:txBody>
      </p:sp>
      <p:sp>
        <p:nvSpPr>
          <p:cNvPr id="23" name="Oval 22">
            <a:extLst>
              <a:ext uri="{FF2B5EF4-FFF2-40B4-BE49-F238E27FC236}">
                <a16:creationId xmlns:a16="http://schemas.microsoft.com/office/drawing/2014/main" id="{63BCD98B-CE25-48BA-88B2-ABE7D82E7E75}"/>
              </a:ext>
            </a:extLst>
          </p:cNvPr>
          <p:cNvSpPr>
            <a:spLocks noGrp="1"/>
          </p:cNvSpPr>
          <p:nvPr/>
        </p:nvSpPr>
        <p:spPr>
          <a:xfrm>
            <a:off x="4736592" y="3383280"/>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4" name="TextBox 23">
            <a:extLst>
              <a:ext uri="{FF2B5EF4-FFF2-40B4-BE49-F238E27FC236}">
                <a16:creationId xmlns:a16="http://schemas.microsoft.com/office/drawing/2014/main" id="{70FF4BE6-235F-4595-94BC-F2CE1CCD7C71}"/>
              </a:ext>
            </a:extLst>
          </p:cNvPr>
          <p:cNvSpPr>
            <a:spLocks noGrp="1"/>
          </p:cNvSpPr>
          <p:nvPr/>
        </p:nvSpPr>
        <p:spPr>
          <a:xfrm>
            <a:off x="4992624" y="3300984"/>
            <a:ext cx="2468880" cy="396240"/>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CLIENT — exchanges protocol messages</a:t>
            </a:r>
          </a:p>
        </p:txBody>
      </p:sp>
      <p:sp>
        <p:nvSpPr>
          <p:cNvPr id="25" name="Oval 24">
            <a:extLst>
              <a:ext uri="{FF2B5EF4-FFF2-40B4-BE49-F238E27FC236}">
                <a16:creationId xmlns:a16="http://schemas.microsoft.com/office/drawing/2014/main" id="{CCB60775-A5ED-497E-AD0B-D36B0364F190}"/>
              </a:ext>
            </a:extLst>
          </p:cNvPr>
          <p:cNvSpPr>
            <a:spLocks noGrp="1"/>
          </p:cNvSpPr>
          <p:nvPr/>
        </p:nvSpPr>
        <p:spPr>
          <a:xfrm>
            <a:off x="4736592" y="3712464"/>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6" name="TextBox 25">
            <a:extLst>
              <a:ext uri="{FF2B5EF4-FFF2-40B4-BE49-F238E27FC236}">
                <a16:creationId xmlns:a16="http://schemas.microsoft.com/office/drawing/2014/main" id="{3091F34B-6317-46F6-9328-CB0CEA7B8728}"/>
              </a:ext>
            </a:extLst>
          </p:cNvPr>
          <p:cNvSpPr>
            <a:spLocks noGrp="1"/>
          </p:cNvSpPr>
          <p:nvPr/>
        </p:nvSpPr>
        <p:spPr>
          <a:xfrm>
            <a:off x="4992624" y="3630168"/>
            <a:ext cx="2468880" cy="396240"/>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SERVER — advertises and runs capabilities</a:t>
            </a:r>
          </a:p>
        </p:txBody>
      </p:sp>
      <p:sp>
        <p:nvSpPr>
          <p:cNvPr id="27" name="Oval 26">
            <a:extLst>
              <a:ext uri="{FF2B5EF4-FFF2-40B4-BE49-F238E27FC236}">
                <a16:creationId xmlns:a16="http://schemas.microsoft.com/office/drawing/2014/main" id="{4EF9ACDA-371F-47E9-94F9-800E9E30B502}"/>
              </a:ext>
            </a:extLst>
          </p:cNvPr>
          <p:cNvSpPr>
            <a:spLocks noGrp="1"/>
          </p:cNvSpPr>
          <p:nvPr/>
        </p:nvSpPr>
        <p:spPr>
          <a:xfrm>
            <a:off x="4736592" y="4041648"/>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8" name="TextBox 27">
            <a:extLst>
              <a:ext uri="{FF2B5EF4-FFF2-40B4-BE49-F238E27FC236}">
                <a16:creationId xmlns:a16="http://schemas.microsoft.com/office/drawing/2014/main" id="{4207E7D4-F229-427A-BCE7-45EA3AAA803A}"/>
              </a:ext>
            </a:extLst>
          </p:cNvPr>
          <p:cNvSpPr>
            <a:spLocks noGrp="1"/>
          </p:cNvSpPr>
          <p:nvPr/>
        </p:nvSpPr>
        <p:spPr>
          <a:xfrm>
            <a:off x="4992624" y="3959352"/>
            <a:ext cx="2468880" cy="396240"/>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RESULT — returns structured content</a:t>
            </a:r>
          </a:p>
        </p:txBody>
      </p:sp>
      <p:sp>
        <p:nvSpPr>
          <p:cNvPr id="29" name="Right Arrow 28">
            <a:extLst>
              <a:ext uri="{FF2B5EF4-FFF2-40B4-BE49-F238E27FC236}">
                <a16:creationId xmlns:a16="http://schemas.microsoft.com/office/drawing/2014/main" id="{B9BE075D-7701-4C44-9431-9C162F31AC59}"/>
              </a:ext>
            </a:extLst>
          </p:cNvPr>
          <p:cNvSpPr>
            <a:spLocks noGrp="1"/>
          </p:cNvSpPr>
          <p:nvPr/>
        </p:nvSpPr>
        <p:spPr>
          <a:xfrm>
            <a:off x="3968496" y="2971800"/>
            <a:ext cx="384048" cy="274320"/>
          </a:xfrm>
          <a:prstGeom prst="rightArrow">
            <a:avLst/>
          </a:prstGeom>
          <a:solidFill>
            <a:srgbClr val="A6A6A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0" name="Right Arrow 29">
            <a:extLst>
              <a:ext uri="{FF2B5EF4-FFF2-40B4-BE49-F238E27FC236}">
                <a16:creationId xmlns:a16="http://schemas.microsoft.com/office/drawing/2014/main" id="{3E8D0F22-6236-454A-B321-33D947B5A191}"/>
              </a:ext>
            </a:extLst>
          </p:cNvPr>
          <p:cNvSpPr>
            <a:spLocks noGrp="1"/>
          </p:cNvSpPr>
          <p:nvPr/>
        </p:nvSpPr>
        <p:spPr>
          <a:xfrm>
            <a:off x="7845552" y="2971800"/>
            <a:ext cx="384048" cy="274320"/>
          </a:xfrm>
          <a:prstGeom prst="rightArrow">
            <a:avLst/>
          </a:prstGeom>
          <a:solidFill>
            <a:srgbClr val="A6A6A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1" name="Rounded Rectangle 30">
            <a:extLst>
              <a:ext uri="{FF2B5EF4-FFF2-40B4-BE49-F238E27FC236}">
                <a16:creationId xmlns:a16="http://schemas.microsoft.com/office/drawing/2014/main" id="{E19E3C06-3956-4670-B0E5-CE3E78A2DAAA}"/>
              </a:ext>
            </a:extLst>
          </p:cNvPr>
          <p:cNvSpPr>
            <a:spLocks noGrp="1"/>
          </p:cNvSpPr>
          <p:nvPr/>
        </p:nvSpPr>
        <p:spPr>
          <a:xfrm>
            <a:off x="612648" y="4846320"/>
            <a:ext cx="10972800" cy="1051560"/>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2" name="Oval 31">
            <a:extLst>
              <a:ext uri="{FF2B5EF4-FFF2-40B4-BE49-F238E27FC236}">
                <a16:creationId xmlns:a16="http://schemas.microsoft.com/office/drawing/2014/main" id="{8B96A7C8-847A-4C0E-94C2-EFDEBBB7F18D}"/>
              </a:ext>
            </a:extLst>
          </p:cNvPr>
          <p:cNvSpPr>
            <a:spLocks noGrp="1"/>
          </p:cNvSpPr>
          <p:nvPr/>
        </p:nvSpPr>
        <p:spPr>
          <a:xfrm>
            <a:off x="905256" y="5189220"/>
            <a:ext cx="365760" cy="365760"/>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3" name="Oval 32">
            <a:extLst>
              <a:ext uri="{FF2B5EF4-FFF2-40B4-BE49-F238E27FC236}">
                <a16:creationId xmlns:a16="http://schemas.microsoft.com/office/drawing/2014/main" id="{50D13077-CAB1-44C1-83E4-C2CEB7BE18EE}"/>
              </a:ext>
            </a:extLst>
          </p:cNvPr>
          <p:cNvSpPr>
            <a:spLocks noGrp="1"/>
          </p:cNvSpPr>
          <p:nvPr/>
        </p:nvSpPr>
        <p:spPr>
          <a:xfrm>
            <a:off x="1034881" y="5280806"/>
            <a:ext cx="106509" cy="114117"/>
          </a:xfrm>
          <a:prstGeom prst="ellipse">
            <a:avLst/>
          </a:prstGeom>
          <a:noFill/>
          <a:ln w="19019">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4" name="Rectangle 33">
            <a:extLst>
              <a:ext uri="{FF2B5EF4-FFF2-40B4-BE49-F238E27FC236}">
                <a16:creationId xmlns:a16="http://schemas.microsoft.com/office/drawing/2014/main" id="{DF90EBEB-1C00-4D9C-A303-A3C73A320661}"/>
              </a:ext>
            </a:extLst>
          </p:cNvPr>
          <p:cNvSpPr>
            <a:spLocks noGrp="1"/>
          </p:cNvSpPr>
          <p:nvPr/>
        </p:nvSpPr>
        <p:spPr>
          <a:xfrm>
            <a:off x="1061508" y="5398727"/>
            <a:ext cx="53254" cy="190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5" name="Rectangle 34">
            <a:extLst>
              <a:ext uri="{FF2B5EF4-FFF2-40B4-BE49-F238E27FC236}">
                <a16:creationId xmlns:a16="http://schemas.microsoft.com/office/drawing/2014/main" id="{25ED3B56-01E2-4BFF-A6A3-B2713D414533}"/>
              </a:ext>
            </a:extLst>
          </p:cNvPr>
          <p:cNvSpPr>
            <a:spLocks noGrp="1"/>
          </p:cNvSpPr>
          <p:nvPr/>
        </p:nvSpPr>
        <p:spPr>
          <a:xfrm>
            <a:off x="1067214" y="5429158"/>
            <a:ext cx="41842" cy="190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6" name="TextBox 35">
            <a:extLst>
              <a:ext uri="{FF2B5EF4-FFF2-40B4-BE49-F238E27FC236}">
                <a16:creationId xmlns:a16="http://schemas.microsoft.com/office/drawing/2014/main" id="{7DCB746E-4577-4A2A-AB40-8414F1BC45D7}"/>
              </a:ext>
            </a:extLst>
          </p:cNvPr>
          <p:cNvSpPr>
            <a:spLocks noGrp="1"/>
          </p:cNvSpPr>
          <p:nvPr/>
        </p:nvSpPr>
        <p:spPr>
          <a:xfrm>
            <a:off x="1527048" y="4987671"/>
            <a:ext cx="2011680" cy="237744"/>
          </a:xfrm>
          <a:prstGeom prst="rect">
            <a:avLst/>
          </a:prstGeom>
          <a:noFill/>
        </p:spPr>
        <p:txBody>
          <a:bodyPr wrap="square" lIns="0" tIns="0" rIns="0" bIns="0" anchor="t">
            <a:spAutoFit/>
          </a:bodyPr>
          <a:lstStyle/>
          <a:p>
            <a:pPr algn="l">
              <a:buNone/>
            </a:pPr>
            <a:r>
              <a:rPr sz="1200" b="1" i="0">
                <a:solidFill>
                  <a:srgbClr val="4D69E0"/>
                </a:solidFill>
                <a:latin typeface="Calibri"/>
                <a:ea typeface="Calibri"/>
                <a:cs typeface="Calibri"/>
              </a:rPr>
              <a:t>KEY POINT</a:t>
            </a:r>
          </a:p>
        </p:txBody>
      </p:sp>
      <p:sp>
        <p:nvSpPr>
          <p:cNvPr id="37" name="TextBox 36">
            <a:extLst>
              <a:ext uri="{FF2B5EF4-FFF2-40B4-BE49-F238E27FC236}">
                <a16:creationId xmlns:a16="http://schemas.microsoft.com/office/drawing/2014/main" id="{82945D69-16E7-4D36-883D-998A93EAEE8E}"/>
              </a:ext>
            </a:extLst>
          </p:cNvPr>
          <p:cNvSpPr>
            <a:spLocks noGrp="1"/>
          </p:cNvSpPr>
          <p:nvPr/>
        </p:nvSpPr>
        <p:spPr>
          <a:xfrm>
            <a:off x="1527048" y="5280278"/>
            <a:ext cx="9601200" cy="476250"/>
          </a:xfrm>
          <a:prstGeom prst="rect">
            <a:avLst/>
          </a:prstGeom>
          <a:noFill/>
        </p:spPr>
        <p:txBody>
          <a:bodyPr wrap="square" lIns="0" tIns="0" rIns="0" bIns="0" anchor="t">
            <a:spAutoFit/>
          </a:bodyPr>
          <a:lstStyle/>
          <a:p>
            <a:pPr algn="l">
              <a:buNone/>
            </a:pPr>
            <a:r>
              <a:rPr sz="1500" b="0" i="0">
                <a:solidFill>
                  <a:srgbClr val="000000"/>
                </a:solidFill>
                <a:latin typeface="Calibri"/>
                <a:ea typeface="Calibri"/>
                <a:cs typeface="Calibri"/>
              </a:rPr>
              <a:t>The server can run locally or remotely. Client and server describe protocol roles, not deployment locations.</a:t>
            </a:r>
          </a:p>
        </p:txBody>
      </p:sp>
    </p:spTree>
    <p:extLst>
      <p:ext uri="{BB962C8B-B14F-4D97-AF65-F5344CB8AC3E}">
        <p14:creationId xmlns:p14="http://schemas.microsoft.com/office/powerpoint/2010/main" val="1638599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7642-CFAB-4B19-AF24-7C5DD7091096}"/>
              </a:ext>
            </a:extLst>
          </p:cNvPr>
          <p:cNvSpPr>
            <a:spLocks noGrp="1"/>
          </p:cNvSpPr>
          <p:nvPr>
            <p:ph type="title"/>
          </p:nvPr>
        </p:nvSpPr>
        <p:spPr/>
        <p:txBody>
          <a:bodyPr/>
          <a:lstStyle/>
          <a:p>
            <a:r>
              <a:t>Servers expose tools, resources and prompts</a:t>
            </a:r>
          </a:p>
        </p:txBody>
      </p:sp>
      <p:sp>
        <p:nvSpPr>
          <p:cNvPr id="3" name="TextBox 2">
            <a:extLst>
              <a:ext uri="{FF2B5EF4-FFF2-40B4-BE49-F238E27FC236}">
                <a16:creationId xmlns:a16="http://schemas.microsoft.com/office/drawing/2014/main" id="{ACE9ED20-1027-4897-A5EB-606022E63C8E}"/>
              </a:ext>
            </a:extLst>
          </p:cNvPr>
          <p:cNvSpPr>
            <a:spLocks noGrp="1"/>
          </p:cNvSpPr>
          <p:nvPr/>
        </p:nvSpPr>
        <p:spPr>
          <a:xfrm>
            <a:off x="612648" y="1133856"/>
            <a:ext cx="10972800" cy="320040"/>
          </a:xfrm>
          <a:prstGeom prst="rect">
            <a:avLst/>
          </a:prstGeom>
          <a:noFill/>
        </p:spPr>
        <p:txBody>
          <a:bodyPr wrap="square" lIns="0" tIns="0" rIns="0" bIns="0" anchor="t">
            <a:spAutoFit/>
          </a:bodyPr>
          <a:lstStyle/>
          <a:p>
            <a:pPr algn="l">
              <a:buNone/>
            </a:pPr>
            <a:r>
              <a:rPr sz="1500" b="0" i="0">
                <a:solidFill>
                  <a:srgbClr val="6B04A8"/>
                </a:solidFill>
                <a:latin typeface="Calibri"/>
                <a:ea typeface="Calibri"/>
                <a:cs typeface="Calibri"/>
              </a:rPr>
              <a:t>Three primitives; three different kinds of interaction</a:t>
            </a:r>
          </a:p>
        </p:txBody>
      </p:sp>
      <p:sp>
        <p:nvSpPr>
          <p:cNvPr id="4" name="Rounded Rectangle 3">
            <a:extLst>
              <a:ext uri="{FF2B5EF4-FFF2-40B4-BE49-F238E27FC236}">
                <a16:creationId xmlns:a16="http://schemas.microsoft.com/office/drawing/2014/main" id="{866727B6-35CD-480B-B667-500E8373920E}"/>
              </a:ext>
            </a:extLst>
          </p:cNvPr>
          <p:cNvSpPr>
            <a:spLocks noGrp="1"/>
          </p:cNvSpPr>
          <p:nvPr/>
        </p:nvSpPr>
        <p:spPr>
          <a:xfrm>
            <a:off x="612648" y="2103120"/>
            <a:ext cx="3246120" cy="201168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Oval 4">
            <a:extLst>
              <a:ext uri="{FF2B5EF4-FFF2-40B4-BE49-F238E27FC236}">
                <a16:creationId xmlns:a16="http://schemas.microsoft.com/office/drawing/2014/main" id="{11B6C81C-7707-49B6-87BB-7540AA9A1F3E}"/>
              </a:ext>
            </a:extLst>
          </p:cNvPr>
          <p:cNvSpPr>
            <a:spLocks noGrp="1"/>
          </p:cNvSpPr>
          <p:nvPr/>
        </p:nvSpPr>
        <p:spPr>
          <a:xfrm>
            <a:off x="868680" y="2359152"/>
            <a:ext cx="512064" cy="512064"/>
          </a:xfrm>
          <a:prstGeom prst="ellipse">
            <a:avLst/>
          </a:prstGeom>
          <a:solidFill>
            <a:srgbClr val="C530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6" name="Rounded Rectangle 5">
            <a:extLst>
              <a:ext uri="{FF2B5EF4-FFF2-40B4-BE49-F238E27FC236}">
                <a16:creationId xmlns:a16="http://schemas.microsoft.com/office/drawing/2014/main" id="{4C5F1BE7-D2DE-41F3-8096-79F534757F97}"/>
              </a:ext>
            </a:extLst>
          </p:cNvPr>
          <p:cNvSpPr>
            <a:spLocks noGrp="1"/>
          </p:cNvSpPr>
          <p:nvPr/>
        </p:nvSpPr>
        <p:spPr>
          <a:xfrm>
            <a:off x="996900" y="2487372"/>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7" name="Rounded Rectangle 6">
            <a:extLst>
              <a:ext uri="{FF2B5EF4-FFF2-40B4-BE49-F238E27FC236}">
                <a16:creationId xmlns:a16="http://schemas.microsoft.com/office/drawing/2014/main" id="{48AFDFF8-81E0-4349-9A0C-E76106D63A4C}"/>
              </a:ext>
            </a:extLst>
          </p:cNvPr>
          <p:cNvSpPr>
            <a:spLocks noGrp="1"/>
          </p:cNvSpPr>
          <p:nvPr/>
        </p:nvSpPr>
        <p:spPr>
          <a:xfrm>
            <a:off x="1135362" y="2487372"/>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8" name="Rounded Rectangle 7">
            <a:extLst>
              <a:ext uri="{FF2B5EF4-FFF2-40B4-BE49-F238E27FC236}">
                <a16:creationId xmlns:a16="http://schemas.microsoft.com/office/drawing/2014/main" id="{6D1643B7-6765-45BB-B291-1DDBC9588B93}"/>
              </a:ext>
            </a:extLst>
          </p:cNvPr>
          <p:cNvSpPr>
            <a:spLocks noGrp="1"/>
          </p:cNvSpPr>
          <p:nvPr/>
        </p:nvSpPr>
        <p:spPr>
          <a:xfrm>
            <a:off x="996900" y="2625834"/>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9" name="Rounded Rectangle 8">
            <a:extLst>
              <a:ext uri="{FF2B5EF4-FFF2-40B4-BE49-F238E27FC236}">
                <a16:creationId xmlns:a16="http://schemas.microsoft.com/office/drawing/2014/main" id="{2653FC05-0F3C-4EB4-ABEB-D2B85F47C6B1}"/>
              </a:ext>
            </a:extLst>
          </p:cNvPr>
          <p:cNvSpPr>
            <a:spLocks noGrp="1"/>
          </p:cNvSpPr>
          <p:nvPr/>
        </p:nvSpPr>
        <p:spPr>
          <a:xfrm>
            <a:off x="1135362" y="2625834"/>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0" name="TextBox 9">
            <a:extLst>
              <a:ext uri="{FF2B5EF4-FFF2-40B4-BE49-F238E27FC236}">
                <a16:creationId xmlns:a16="http://schemas.microsoft.com/office/drawing/2014/main" id="{E1C70E58-87C7-4E9B-9831-1E28D39555B2}"/>
              </a:ext>
            </a:extLst>
          </p:cNvPr>
          <p:cNvSpPr>
            <a:spLocks noGrp="1"/>
          </p:cNvSpPr>
          <p:nvPr/>
        </p:nvSpPr>
        <p:spPr>
          <a:xfrm>
            <a:off x="868680" y="2999232"/>
            <a:ext cx="2734056" cy="274320"/>
          </a:xfrm>
          <a:prstGeom prst="rect">
            <a:avLst/>
          </a:prstGeom>
          <a:noFill/>
        </p:spPr>
        <p:txBody>
          <a:bodyPr wrap="square" lIns="0" tIns="0" rIns="0" bIns="0" anchor="t">
            <a:spAutoFit/>
          </a:bodyPr>
          <a:lstStyle/>
          <a:p>
            <a:pPr algn="l">
              <a:buNone/>
            </a:pPr>
            <a:r>
              <a:rPr sz="1500" b="1" i="0">
                <a:solidFill>
                  <a:srgbClr val="C530FF"/>
                </a:solidFill>
                <a:latin typeface="Calibri"/>
                <a:ea typeface="Calibri"/>
                <a:cs typeface="Calibri"/>
              </a:rPr>
              <a:t>TOOLS</a:t>
            </a:r>
          </a:p>
        </p:txBody>
      </p:sp>
      <p:sp>
        <p:nvSpPr>
          <p:cNvPr id="11" name="TextBox 10">
            <a:extLst>
              <a:ext uri="{FF2B5EF4-FFF2-40B4-BE49-F238E27FC236}">
                <a16:creationId xmlns:a16="http://schemas.microsoft.com/office/drawing/2014/main" id="{C932D4BF-F765-4785-8F79-6B7EF1EB958C}"/>
              </a:ext>
            </a:extLst>
          </p:cNvPr>
          <p:cNvSpPr>
            <a:spLocks noGrp="1"/>
          </p:cNvSpPr>
          <p:nvPr/>
        </p:nvSpPr>
        <p:spPr>
          <a:xfrm>
            <a:off x="868680" y="3328415"/>
            <a:ext cx="2734056" cy="59436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Model-controlled functions that perform an action — such as reading or updating a work item.</a:t>
            </a:r>
          </a:p>
        </p:txBody>
      </p:sp>
      <p:sp>
        <p:nvSpPr>
          <p:cNvPr id="12" name="Rounded Rectangle 11">
            <a:extLst>
              <a:ext uri="{FF2B5EF4-FFF2-40B4-BE49-F238E27FC236}">
                <a16:creationId xmlns:a16="http://schemas.microsoft.com/office/drawing/2014/main" id="{0A0C0A21-78C2-4225-AE3A-F2F76417E104}"/>
              </a:ext>
            </a:extLst>
          </p:cNvPr>
          <p:cNvSpPr>
            <a:spLocks noGrp="1"/>
          </p:cNvSpPr>
          <p:nvPr/>
        </p:nvSpPr>
        <p:spPr>
          <a:xfrm>
            <a:off x="4462272" y="1691640"/>
            <a:ext cx="3273552" cy="2834640"/>
          </a:xfrm>
          <a:prstGeom prst="roundRect">
            <a:avLst/>
          </a:prstGeom>
          <a:gradFill rotWithShape="1">
            <a:gsLst>
              <a:gs pos="0">
                <a:srgbClr val="FFFFFF"/>
              </a:gs>
              <a:gs pos="100000">
                <a:srgbClr val="F2F5F7"/>
              </a:gs>
            </a:gsLst>
            <a:lin ang="6600000" scaled="0"/>
          </a:gra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3" name="Oval 12">
            <a:extLst>
              <a:ext uri="{FF2B5EF4-FFF2-40B4-BE49-F238E27FC236}">
                <a16:creationId xmlns:a16="http://schemas.microsoft.com/office/drawing/2014/main" id="{3F134041-D999-43E6-8C80-5EDDF4E1AD1B}"/>
              </a:ext>
            </a:extLst>
          </p:cNvPr>
          <p:cNvSpPr>
            <a:spLocks noGrp="1"/>
          </p:cNvSpPr>
          <p:nvPr/>
        </p:nvSpPr>
        <p:spPr>
          <a:xfrm>
            <a:off x="4718304" y="1947672"/>
            <a:ext cx="512064" cy="512064"/>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4" name="Rounded Rectangle 13">
            <a:extLst>
              <a:ext uri="{FF2B5EF4-FFF2-40B4-BE49-F238E27FC236}">
                <a16:creationId xmlns:a16="http://schemas.microsoft.com/office/drawing/2014/main" id="{2F4A8265-70AC-4C27-8810-597197E3ECD4}"/>
              </a:ext>
            </a:extLst>
          </p:cNvPr>
          <p:cNvSpPr>
            <a:spLocks noGrp="1"/>
          </p:cNvSpPr>
          <p:nvPr/>
        </p:nvSpPr>
        <p:spPr>
          <a:xfrm rot="19320000">
            <a:off x="4841199" y="2166425"/>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5" name="Rounded Rectangle 14">
            <a:extLst>
              <a:ext uri="{FF2B5EF4-FFF2-40B4-BE49-F238E27FC236}">
                <a16:creationId xmlns:a16="http://schemas.microsoft.com/office/drawing/2014/main" id="{9616A27E-3B4A-432D-9692-5E23F034BF40}"/>
              </a:ext>
            </a:extLst>
          </p:cNvPr>
          <p:cNvSpPr>
            <a:spLocks noGrp="1"/>
          </p:cNvSpPr>
          <p:nvPr/>
        </p:nvSpPr>
        <p:spPr>
          <a:xfrm rot="19320000">
            <a:off x="4953034" y="2166425"/>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6" name="TextBox 15">
            <a:extLst>
              <a:ext uri="{FF2B5EF4-FFF2-40B4-BE49-F238E27FC236}">
                <a16:creationId xmlns:a16="http://schemas.microsoft.com/office/drawing/2014/main" id="{29A7CDD2-0D06-478D-AA7D-0A26388DF74F}"/>
              </a:ext>
            </a:extLst>
          </p:cNvPr>
          <p:cNvSpPr>
            <a:spLocks noGrp="1"/>
          </p:cNvSpPr>
          <p:nvPr/>
        </p:nvSpPr>
        <p:spPr>
          <a:xfrm>
            <a:off x="4718304" y="2587752"/>
            <a:ext cx="2761488" cy="274320"/>
          </a:xfrm>
          <a:prstGeom prst="rect">
            <a:avLst/>
          </a:prstGeom>
          <a:noFill/>
        </p:spPr>
        <p:txBody>
          <a:bodyPr wrap="square" lIns="0" tIns="0" rIns="0" bIns="0" anchor="t">
            <a:spAutoFit/>
          </a:bodyPr>
          <a:lstStyle/>
          <a:p>
            <a:pPr algn="l">
              <a:buNone/>
            </a:pPr>
            <a:r>
              <a:rPr sz="1500" b="1" i="0">
                <a:solidFill>
                  <a:srgbClr val="4D69E0"/>
                </a:solidFill>
                <a:latin typeface="Calibri"/>
                <a:ea typeface="Calibri"/>
                <a:cs typeface="Calibri"/>
              </a:rPr>
              <a:t>RESOURCES</a:t>
            </a:r>
          </a:p>
        </p:txBody>
      </p:sp>
      <p:sp>
        <p:nvSpPr>
          <p:cNvPr id="17" name="Rounded Rectangle 16">
            <a:extLst>
              <a:ext uri="{FF2B5EF4-FFF2-40B4-BE49-F238E27FC236}">
                <a16:creationId xmlns:a16="http://schemas.microsoft.com/office/drawing/2014/main" id="{C1BC3EF8-ED48-4765-BB53-8F263CD7DB2D}"/>
              </a:ext>
            </a:extLst>
          </p:cNvPr>
          <p:cNvSpPr>
            <a:spLocks noGrp="1"/>
          </p:cNvSpPr>
          <p:nvPr/>
        </p:nvSpPr>
        <p:spPr>
          <a:xfrm>
            <a:off x="8339327" y="2103120"/>
            <a:ext cx="3246120" cy="201168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8" name="Oval 17">
            <a:extLst>
              <a:ext uri="{FF2B5EF4-FFF2-40B4-BE49-F238E27FC236}">
                <a16:creationId xmlns:a16="http://schemas.microsoft.com/office/drawing/2014/main" id="{80B567AD-7078-4466-A1F3-16FF0F9A083C}"/>
              </a:ext>
            </a:extLst>
          </p:cNvPr>
          <p:cNvSpPr>
            <a:spLocks noGrp="1"/>
          </p:cNvSpPr>
          <p:nvPr/>
        </p:nvSpPr>
        <p:spPr>
          <a:xfrm>
            <a:off x="8595359" y="2359152"/>
            <a:ext cx="512064" cy="512064"/>
          </a:xfrm>
          <a:prstGeom prst="ellipse">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9" name="Can 18">
            <a:extLst>
              <a:ext uri="{FF2B5EF4-FFF2-40B4-BE49-F238E27FC236}">
                <a16:creationId xmlns:a16="http://schemas.microsoft.com/office/drawing/2014/main" id="{794F631D-4544-4BA1-9955-E75487F72AEE}"/>
              </a:ext>
            </a:extLst>
          </p:cNvPr>
          <p:cNvSpPr>
            <a:spLocks noGrp="1"/>
          </p:cNvSpPr>
          <p:nvPr/>
        </p:nvSpPr>
        <p:spPr>
          <a:xfrm>
            <a:off x="8750208" y="2490035"/>
            <a:ext cx="202367" cy="250296"/>
          </a:xfrm>
          <a:prstGeom prst="can">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0" name="TextBox 19">
            <a:extLst>
              <a:ext uri="{FF2B5EF4-FFF2-40B4-BE49-F238E27FC236}">
                <a16:creationId xmlns:a16="http://schemas.microsoft.com/office/drawing/2014/main" id="{CBDF9131-37A6-4338-98AA-E309BFA85F51}"/>
              </a:ext>
            </a:extLst>
          </p:cNvPr>
          <p:cNvSpPr>
            <a:spLocks noGrp="1"/>
          </p:cNvSpPr>
          <p:nvPr/>
        </p:nvSpPr>
        <p:spPr>
          <a:xfrm>
            <a:off x="8595359" y="2999232"/>
            <a:ext cx="2734056" cy="274320"/>
          </a:xfrm>
          <a:prstGeom prst="rect">
            <a:avLst/>
          </a:prstGeom>
          <a:noFill/>
        </p:spPr>
        <p:txBody>
          <a:bodyPr wrap="square" lIns="0" tIns="0" rIns="0" bIns="0" anchor="t">
            <a:spAutoFit/>
          </a:bodyPr>
          <a:lstStyle/>
          <a:p>
            <a:pPr algn="l">
              <a:buNone/>
            </a:pPr>
            <a:r>
              <a:rPr sz="1500" b="1" i="0">
                <a:solidFill>
                  <a:srgbClr val="00D787"/>
                </a:solidFill>
                <a:latin typeface="Calibri"/>
                <a:ea typeface="Calibri"/>
                <a:cs typeface="Calibri"/>
              </a:rPr>
              <a:t>PROMPTS</a:t>
            </a:r>
          </a:p>
        </p:txBody>
      </p:sp>
      <p:sp>
        <p:nvSpPr>
          <p:cNvPr id="21" name="TextBox 20">
            <a:extLst>
              <a:ext uri="{FF2B5EF4-FFF2-40B4-BE49-F238E27FC236}">
                <a16:creationId xmlns:a16="http://schemas.microsoft.com/office/drawing/2014/main" id="{EE6C4CB6-1C2D-4362-A4F7-DE3C98D8EB4A}"/>
              </a:ext>
            </a:extLst>
          </p:cNvPr>
          <p:cNvSpPr>
            <a:spLocks noGrp="1"/>
          </p:cNvSpPr>
          <p:nvPr/>
        </p:nvSpPr>
        <p:spPr>
          <a:xfrm>
            <a:off x="8595359" y="3328415"/>
            <a:ext cx="2734056" cy="59436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User-controlled reusable templates that frame a task or interaction for the model.</a:t>
            </a:r>
          </a:p>
        </p:txBody>
      </p:sp>
      <p:sp>
        <p:nvSpPr>
          <p:cNvPr id="22" name="TextBox 21">
            <a:extLst>
              <a:ext uri="{FF2B5EF4-FFF2-40B4-BE49-F238E27FC236}">
                <a16:creationId xmlns:a16="http://schemas.microsoft.com/office/drawing/2014/main" id="{EF28F7CD-B6DA-41BF-BDE2-E0532BEC9957}"/>
              </a:ext>
            </a:extLst>
          </p:cNvPr>
          <p:cNvSpPr>
            <a:spLocks noGrp="1"/>
          </p:cNvSpPr>
          <p:nvPr/>
        </p:nvSpPr>
        <p:spPr>
          <a:xfrm>
            <a:off x="4718304" y="2898648"/>
            <a:ext cx="2761488" cy="39624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Application-controlled context identified by a URI:</a:t>
            </a:r>
          </a:p>
        </p:txBody>
      </p:sp>
      <p:sp>
        <p:nvSpPr>
          <p:cNvPr id="23" name="Oval 22">
            <a:extLst>
              <a:ext uri="{FF2B5EF4-FFF2-40B4-BE49-F238E27FC236}">
                <a16:creationId xmlns:a16="http://schemas.microsoft.com/office/drawing/2014/main" id="{63BCD98B-CE25-48BA-88B2-ABE7D82E7E75}"/>
              </a:ext>
            </a:extLst>
          </p:cNvPr>
          <p:cNvSpPr>
            <a:spLocks noGrp="1"/>
          </p:cNvSpPr>
          <p:nvPr/>
        </p:nvSpPr>
        <p:spPr>
          <a:xfrm>
            <a:off x="4736592" y="3383280"/>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4" name="TextBox 23">
            <a:extLst>
              <a:ext uri="{FF2B5EF4-FFF2-40B4-BE49-F238E27FC236}">
                <a16:creationId xmlns:a16="http://schemas.microsoft.com/office/drawing/2014/main" id="{70FF4BE6-235F-4595-94BC-F2CE1CCD7C71}"/>
              </a:ext>
            </a:extLst>
          </p:cNvPr>
          <p:cNvSpPr>
            <a:spLocks noGrp="1"/>
          </p:cNvSpPr>
          <p:nvPr/>
        </p:nvSpPr>
        <p:spPr>
          <a:xfrm>
            <a:off x="4992624" y="3300984"/>
            <a:ext cx="2468880" cy="292608"/>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IDENTIFY — address stable context</a:t>
            </a:r>
          </a:p>
        </p:txBody>
      </p:sp>
      <p:sp>
        <p:nvSpPr>
          <p:cNvPr id="25" name="Oval 24">
            <a:extLst>
              <a:ext uri="{FF2B5EF4-FFF2-40B4-BE49-F238E27FC236}">
                <a16:creationId xmlns:a16="http://schemas.microsoft.com/office/drawing/2014/main" id="{CCB60775-A5ED-497E-AD0B-D36B0364F190}"/>
              </a:ext>
            </a:extLst>
          </p:cNvPr>
          <p:cNvSpPr>
            <a:spLocks noGrp="1"/>
          </p:cNvSpPr>
          <p:nvPr/>
        </p:nvSpPr>
        <p:spPr>
          <a:xfrm>
            <a:off x="4736592" y="3712464"/>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6" name="TextBox 25">
            <a:extLst>
              <a:ext uri="{FF2B5EF4-FFF2-40B4-BE49-F238E27FC236}">
                <a16:creationId xmlns:a16="http://schemas.microsoft.com/office/drawing/2014/main" id="{3091F34B-6317-46F6-9328-CB0CEA7B8728}"/>
              </a:ext>
            </a:extLst>
          </p:cNvPr>
          <p:cNvSpPr>
            <a:spLocks noGrp="1"/>
          </p:cNvSpPr>
          <p:nvPr/>
        </p:nvSpPr>
        <p:spPr>
          <a:xfrm>
            <a:off x="4992624" y="3630168"/>
            <a:ext cx="2468880" cy="292608"/>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READ — retrieve current content</a:t>
            </a:r>
          </a:p>
        </p:txBody>
      </p:sp>
      <p:sp>
        <p:nvSpPr>
          <p:cNvPr id="27" name="Oval 26">
            <a:extLst>
              <a:ext uri="{FF2B5EF4-FFF2-40B4-BE49-F238E27FC236}">
                <a16:creationId xmlns:a16="http://schemas.microsoft.com/office/drawing/2014/main" id="{4EF9ACDA-371F-47E9-94F9-800E9E30B502}"/>
              </a:ext>
            </a:extLst>
          </p:cNvPr>
          <p:cNvSpPr>
            <a:spLocks noGrp="1"/>
          </p:cNvSpPr>
          <p:nvPr/>
        </p:nvSpPr>
        <p:spPr>
          <a:xfrm>
            <a:off x="4736592" y="4041648"/>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8" name="TextBox 27">
            <a:extLst>
              <a:ext uri="{FF2B5EF4-FFF2-40B4-BE49-F238E27FC236}">
                <a16:creationId xmlns:a16="http://schemas.microsoft.com/office/drawing/2014/main" id="{4207E7D4-F229-427A-BCE7-45EA3AAA803A}"/>
              </a:ext>
            </a:extLst>
          </p:cNvPr>
          <p:cNvSpPr>
            <a:spLocks noGrp="1"/>
          </p:cNvSpPr>
          <p:nvPr/>
        </p:nvSpPr>
        <p:spPr>
          <a:xfrm>
            <a:off x="4992624" y="3959352"/>
            <a:ext cx="2468880" cy="396240"/>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SUBSCRIBE — watch when supported</a:t>
            </a:r>
          </a:p>
        </p:txBody>
      </p:sp>
      <p:sp>
        <p:nvSpPr>
          <p:cNvPr id="31" name="Rounded Rectangle 30">
            <a:extLst>
              <a:ext uri="{FF2B5EF4-FFF2-40B4-BE49-F238E27FC236}">
                <a16:creationId xmlns:a16="http://schemas.microsoft.com/office/drawing/2014/main" id="{E19E3C06-3956-4670-B0E5-CE3E78A2DAAA}"/>
              </a:ext>
            </a:extLst>
          </p:cNvPr>
          <p:cNvSpPr>
            <a:spLocks noGrp="1"/>
          </p:cNvSpPr>
          <p:nvPr/>
        </p:nvSpPr>
        <p:spPr>
          <a:xfrm>
            <a:off x="612648" y="4846320"/>
            <a:ext cx="10972800" cy="1051560"/>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2" name="Oval 31">
            <a:extLst>
              <a:ext uri="{FF2B5EF4-FFF2-40B4-BE49-F238E27FC236}">
                <a16:creationId xmlns:a16="http://schemas.microsoft.com/office/drawing/2014/main" id="{8B96A7C8-847A-4C0E-94C2-EFDEBBB7F18D}"/>
              </a:ext>
            </a:extLst>
          </p:cNvPr>
          <p:cNvSpPr>
            <a:spLocks noGrp="1"/>
          </p:cNvSpPr>
          <p:nvPr/>
        </p:nvSpPr>
        <p:spPr>
          <a:xfrm>
            <a:off x="905256" y="5189220"/>
            <a:ext cx="365760" cy="365760"/>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3" name="Oval 32">
            <a:extLst>
              <a:ext uri="{FF2B5EF4-FFF2-40B4-BE49-F238E27FC236}">
                <a16:creationId xmlns:a16="http://schemas.microsoft.com/office/drawing/2014/main" id="{50D13077-CAB1-44C1-83E4-C2CEB7BE18EE}"/>
              </a:ext>
            </a:extLst>
          </p:cNvPr>
          <p:cNvSpPr>
            <a:spLocks noGrp="1"/>
          </p:cNvSpPr>
          <p:nvPr/>
        </p:nvSpPr>
        <p:spPr>
          <a:xfrm>
            <a:off x="1034881" y="5280806"/>
            <a:ext cx="106509" cy="114117"/>
          </a:xfrm>
          <a:prstGeom prst="ellipse">
            <a:avLst/>
          </a:prstGeom>
          <a:noFill/>
          <a:ln w="19019">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4" name="Rectangle 33">
            <a:extLst>
              <a:ext uri="{FF2B5EF4-FFF2-40B4-BE49-F238E27FC236}">
                <a16:creationId xmlns:a16="http://schemas.microsoft.com/office/drawing/2014/main" id="{DF90EBEB-1C00-4D9C-A303-A3C73A320661}"/>
              </a:ext>
            </a:extLst>
          </p:cNvPr>
          <p:cNvSpPr>
            <a:spLocks noGrp="1"/>
          </p:cNvSpPr>
          <p:nvPr/>
        </p:nvSpPr>
        <p:spPr>
          <a:xfrm>
            <a:off x="1061508" y="5398727"/>
            <a:ext cx="53254" cy="190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5" name="Rectangle 34">
            <a:extLst>
              <a:ext uri="{FF2B5EF4-FFF2-40B4-BE49-F238E27FC236}">
                <a16:creationId xmlns:a16="http://schemas.microsoft.com/office/drawing/2014/main" id="{25ED3B56-01E2-4BFF-A6A3-B2713D414533}"/>
              </a:ext>
            </a:extLst>
          </p:cNvPr>
          <p:cNvSpPr>
            <a:spLocks noGrp="1"/>
          </p:cNvSpPr>
          <p:nvPr/>
        </p:nvSpPr>
        <p:spPr>
          <a:xfrm>
            <a:off x="1067214" y="5429158"/>
            <a:ext cx="41842" cy="190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6" name="TextBox 35">
            <a:extLst>
              <a:ext uri="{FF2B5EF4-FFF2-40B4-BE49-F238E27FC236}">
                <a16:creationId xmlns:a16="http://schemas.microsoft.com/office/drawing/2014/main" id="{7DCB746E-4577-4A2A-AB40-8414F1BC45D7}"/>
              </a:ext>
            </a:extLst>
          </p:cNvPr>
          <p:cNvSpPr>
            <a:spLocks noGrp="1"/>
          </p:cNvSpPr>
          <p:nvPr/>
        </p:nvSpPr>
        <p:spPr>
          <a:xfrm>
            <a:off x="1527048" y="4987671"/>
            <a:ext cx="2011680" cy="237744"/>
          </a:xfrm>
          <a:prstGeom prst="rect">
            <a:avLst/>
          </a:prstGeom>
          <a:noFill/>
        </p:spPr>
        <p:txBody>
          <a:bodyPr wrap="square" lIns="0" tIns="0" rIns="0" bIns="0" anchor="t">
            <a:spAutoFit/>
          </a:bodyPr>
          <a:lstStyle/>
          <a:p>
            <a:pPr algn="l">
              <a:buNone/>
            </a:pPr>
            <a:r>
              <a:rPr sz="1200" b="1" i="0">
                <a:solidFill>
                  <a:srgbClr val="4D69E0"/>
                </a:solidFill>
                <a:latin typeface="Calibri"/>
                <a:ea typeface="Calibri"/>
                <a:cs typeface="Calibri"/>
              </a:rPr>
              <a:t>TODAY'S FOCUS</a:t>
            </a:r>
          </a:p>
        </p:txBody>
      </p:sp>
      <p:sp>
        <p:nvSpPr>
          <p:cNvPr id="37" name="TextBox 36">
            <a:extLst>
              <a:ext uri="{FF2B5EF4-FFF2-40B4-BE49-F238E27FC236}">
                <a16:creationId xmlns:a16="http://schemas.microsoft.com/office/drawing/2014/main" id="{82945D69-16E7-4D36-883D-998A93EAEE8E}"/>
              </a:ext>
            </a:extLst>
          </p:cNvPr>
          <p:cNvSpPr>
            <a:spLocks noGrp="1"/>
          </p:cNvSpPr>
          <p:nvPr/>
        </p:nvSpPr>
        <p:spPr>
          <a:xfrm>
            <a:off x="1527048" y="5280278"/>
            <a:ext cx="9601200" cy="476250"/>
          </a:xfrm>
          <a:prstGeom prst="rect">
            <a:avLst/>
          </a:prstGeom>
          <a:noFill/>
        </p:spPr>
        <p:txBody>
          <a:bodyPr wrap="square" lIns="0" tIns="0" rIns="0" bIns="0" anchor="t">
            <a:spAutoFit/>
          </a:bodyPr>
          <a:lstStyle/>
          <a:p>
            <a:pPr algn="l">
              <a:buNone/>
            </a:pPr>
            <a:r>
              <a:rPr sz="1500" b="0" i="0">
                <a:solidFill>
                  <a:srgbClr val="000000"/>
                </a:solidFill>
                <a:latin typeface="Calibri"/>
                <a:ea typeface="Calibri"/>
                <a:cs typeface="Calibri"/>
              </a:rPr>
              <a:t>HVE workflows primarily use tools when they need to read from or write to Azure DevOps.</a:t>
            </a:r>
          </a:p>
        </p:txBody>
      </p:sp>
    </p:spTree>
    <p:extLst>
      <p:ext uri="{BB962C8B-B14F-4D97-AF65-F5344CB8AC3E}">
        <p14:creationId xmlns:p14="http://schemas.microsoft.com/office/powerpoint/2010/main" val="1638599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F026EA-99E7-438A-A57C-D0CBEE8FA433}"/>
              </a:ext>
            </a:extLst>
          </p:cNvPr>
          <p:cNvSpPr>
            <a:spLocks noGrp="1"/>
          </p:cNvSpPr>
          <p:nvPr>
            <p:ph type="body" idx="13"/>
          </p:nvPr>
        </p:nvSpPr>
        <p:spPr/>
        <p:txBody>
          <a:bodyPr/>
          <a:lstStyle/>
          <a:p>
            <a:r>
              <a:t>One workflow; four distinct responsibilities</a:t>
            </a:r>
          </a:p>
        </p:txBody>
      </p:sp>
      <p:sp>
        <p:nvSpPr>
          <p:cNvPr id="3" name="Title 2">
            <a:extLst>
              <a:ext uri="{FF2B5EF4-FFF2-40B4-BE49-F238E27FC236}">
                <a16:creationId xmlns:a16="http://schemas.microsoft.com/office/drawing/2014/main" id="{745B726F-6190-4EF0-A801-16F3B4D12E1A}"/>
              </a:ext>
            </a:extLst>
          </p:cNvPr>
          <p:cNvSpPr>
            <a:spLocks noGrp="1"/>
          </p:cNvSpPr>
          <p:nvPr>
            <p:ph type="title"/>
          </p:nvPr>
        </p:nvSpPr>
        <p:spPr/>
        <p:txBody>
          <a:bodyPr/>
          <a:lstStyle/>
          <a:p>
            <a:r>
              <a:t>Agent, skill and MCP have different jobs</a:t>
            </a:r>
          </a:p>
        </p:txBody>
      </p:sp>
      <p:sp>
        <p:nvSpPr>
          <p:cNvPr id="4" name="Rounded Rectangle 3">
            <a:extLst>
              <a:ext uri="{FF2B5EF4-FFF2-40B4-BE49-F238E27FC236}">
                <a16:creationId xmlns:a16="http://schemas.microsoft.com/office/drawing/2014/main" id="{AE0949C1-5119-49C7-9381-83CC670C704A}"/>
              </a:ext>
            </a:extLst>
          </p:cNvPr>
          <p:cNvSpPr>
            <a:spLocks noGrp="1"/>
          </p:cNvSpPr>
          <p:nvPr/>
        </p:nvSpPr>
        <p:spPr>
          <a:xfrm>
            <a:off x="612648" y="1627632"/>
            <a:ext cx="10972800" cy="1874519"/>
          </a:xfrm>
          <a:prstGeom prst="roundRect">
            <a:avLst/>
          </a:prstGeom>
          <a:solidFill>
            <a:srgbClr val="3D1152"/>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TextBox 4">
            <a:extLst>
              <a:ext uri="{FF2B5EF4-FFF2-40B4-BE49-F238E27FC236}">
                <a16:creationId xmlns:a16="http://schemas.microsoft.com/office/drawing/2014/main" id="{5DAE675B-25E0-4EAC-B59E-B1F35E7EA987}"/>
              </a:ext>
            </a:extLst>
          </p:cNvPr>
          <p:cNvSpPr>
            <a:spLocks noGrp="1"/>
          </p:cNvSpPr>
          <p:nvPr/>
        </p:nvSpPr>
        <p:spPr>
          <a:xfrm>
            <a:off x="905256" y="1828800"/>
            <a:ext cx="7406640" cy="246888"/>
          </a:xfrm>
          <a:prstGeom prst="rect">
            <a:avLst/>
          </a:prstGeom>
          <a:noFill/>
        </p:spPr>
        <p:txBody>
          <a:bodyPr wrap="square" lIns="0" tIns="0" rIns="0" bIns="0" anchor="t">
            <a:spAutoFit/>
          </a:bodyPr>
          <a:lstStyle/>
          <a:p>
            <a:pPr algn="l">
              <a:buNone/>
            </a:pPr>
            <a:r>
              <a:rPr sz="1200" b="0" i="0">
                <a:solidFill>
                  <a:srgbClr val="A99BB8"/>
                </a:solidFill>
                <a:latin typeface="Calibri"/>
                <a:ea typeface="Calibri"/>
                <a:cs typeface="Calibri"/>
              </a:rPr>
              <a:t>EXAMPLE WORKFLOW — ADO TICKET INGEST</a:t>
            </a:r>
          </a:p>
        </p:txBody>
      </p:sp>
      <p:sp>
        <p:nvSpPr>
          <p:cNvPr id="6" name="TextBox 5">
            <a:extLst>
              <a:ext uri="{FF2B5EF4-FFF2-40B4-BE49-F238E27FC236}">
                <a16:creationId xmlns:a16="http://schemas.microsoft.com/office/drawing/2014/main" id="{C12E5794-AFA5-48E3-926D-533F238AEA03}"/>
              </a:ext>
            </a:extLst>
          </p:cNvPr>
          <p:cNvSpPr>
            <a:spLocks noGrp="1"/>
          </p:cNvSpPr>
          <p:nvPr/>
        </p:nvSpPr>
        <p:spPr>
          <a:xfrm>
            <a:off x="905256" y="2075688"/>
            <a:ext cx="7406640" cy="246888"/>
          </a:xfrm>
          <a:prstGeom prst="rect">
            <a:avLst/>
          </a:prstGeom>
          <a:noFill/>
        </p:spPr>
        <p:txBody>
          <a:bodyPr wrap="square" lIns="0" tIns="0" rIns="0" bIns="0" anchor="t">
            <a:spAutoFit/>
          </a:bodyPr>
          <a:lstStyle/>
          <a:p>
            <a:pPr algn="l">
              <a:buNone/>
            </a:pPr>
            <a:r>
              <a:rPr sz="1200" b="0" i="0">
                <a:solidFill>
                  <a:srgbClr val="00D787"/>
                </a:solidFill>
                <a:latin typeface="Calibri"/>
                <a:ea typeface="Calibri"/>
                <a:cs typeface="Calibri"/>
              </a:rPr>
              <a:t>  “Retrieve ADO#4953140 and its full child hierarchy.”</a:t>
            </a:r>
          </a:p>
        </p:txBody>
      </p:sp>
      <p:sp>
        <p:nvSpPr>
          <p:cNvPr id="7" name="TextBox 6">
            <a:extLst>
              <a:ext uri="{FF2B5EF4-FFF2-40B4-BE49-F238E27FC236}">
                <a16:creationId xmlns:a16="http://schemas.microsoft.com/office/drawing/2014/main" id="{15B57BC1-7FEC-4EB4-AF48-69BC0CFF6A58}"/>
              </a:ext>
            </a:extLst>
          </p:cNvPr>
          <p:cNvSpPr>
            <a:spLocks noGrp="1"/>
          </p:cNvSpPr>
          <p:nvPr/>
        </p:nvSpPr>
        <p:spPr>
          <a:xfrm>
            <a:off x="905256" y="2322576"/>
            <a:ext cx="7406640" cy="246888"/>
          </a:xfrm>
          <a:prstGeom prst="rect">
            <a:avLst/>
          </a:prstGeom>
          <a:noFill/>
        </p:spPr>
        <p:txBody>
          <a:bodyPr wrap="square" lIns="0" tIns="0" rIns="0" bIns="0" anchor="t">
            <a:spAutoFit/>
          </a:bodyPr>
          <a:lstStyle/>
          <a:p>
            <a:pPr algn="l">
              <a:buNone/>
            </a:pPr>
            <a:r>
              <a:rPr sz="1200" b="0" i="0">
                <a:solidFill>
                  <a:srgbClr val="00D787"/>
                </a:solidFill>
                <a:latin typeface="Calibri"/>
                <a:ea typeface="Calibri"/>
                <a:cs typeface="Calibri"/>
              </a:rPr>
              <a:t>  AGENT  — selects the ADO ingest workflow and allowed tools</a:t>
            </a:r>
          </a:p>
        </p:txBody>
      </p:sp>
      <p:sp>
        <p:nvSpPr>
          <p:cNvPr id="8" name="TextBox 7">
            <a:extLst>
              <a:ext uri="{FF2B5EF4-FFF2-40B4-BE49-F238E27FC236}">
                <a16:creationId xmlns:a16="http://schemas.microsoft.com/office/drawing/2014/main" id="{F803AA0B-A38E-4B8F-97E2-88FA605B9478}"/>
              </a:ext>
            </a:extLst>
          </p:cNvPr>
          <p:cNvSpPr>
            <a:spLocks noGrp="1"/>
          </p:cNvSpPr>
          <p:nvPr/>
        </p:nvSpPr>
        <p:spPr>
          <a:xfrm>
            <a:off x="905256" y="2569464"/>
            <a:ext cx="7406640" cy="246888"/>
          </a:xfrm>
          <a:prstGeom prst="rect">
            <a:avLst/>
          </a:prstGeom>
          <a:noFill/>
        </p:spPr>
        <p:txBody>
          <a:bodyPr wrap="square" lIns="0" tIns="0" rIns="0" bIns="0" anchor="t">
            <a:spAutoFit/>
          </a:bodyPr>
          <a:lstStyle/>
          <a:p>
            <a:pPr algn="l">
              <a:buNone/>
            </a:pPr>
            <a:r>
              <a:rPr sz="1200" b="0" i="0">
                <a:solidFill>
                  <a:srgbClr val="F70656"/>
                </a:solidFill>
                <a:latin typeface="Calibri"/>
                <a:ea typeface="Calibri"/>
                <a:cs typeface="Calibri"/>
              </a:rPr>
              <a:t>  SKILL  — guides hierarchy traversal and SpecKit mapping</a:t>
            </a:r>
          </a:p>
        </p:txBody>
      </p:sp>
      <p:sp>
        <p:nvSpPr>
          <p:cNvPr id="9" name="TextBox 8">
            <a:extLst>
              <a:ext uri="{FF2B5EF4-FFF2-40B4-BE49-F238E27FC236}">
                <a16:creationId xmlns:a16="http://schemas.microsoft.com/office/drawing/2014/main" id="{E118611B-9F14-425D-B449-7153520D1799}"/>
              </a:ext>
            </a:extLst>
          </p:cNvPr>
          <p:cNvSpPr>
            <a:spLocks noGrp="1"/>
          </p:cNvSpPr>
          <p:nvPr/>
        </p:nvSpPr>
        <p:spPr>
          <a:xfrm>
            <a:off x="905256" y="2816352"/>
            <a:ext cx="7406640" cy="246888"/>
          </a:xfrm>
          <a:prstGeom prst="rect">
            <a:avLst/>
          </a:prstGeom>
          <a:noFill/>
        </p:spPr>
        <p:txBody>
          <a:bodyPr wrap="square" lIns="0" tIns="0" rIns="0" bIns="0" anchor="t">
            <a:spAutoFit/>
          </a:bodyPr>
          <a:lstStyle/>
          <a:p>
            <a:pPr algn="l">
              <a:buNone/>
            </a:pPr>
            <a:r>
              <a:rPr sz="1200" b="0" i="0">
                <a:solidFill>
                  <a:srgbClr val="F70656"/>
                </a:solidFill>
                <a:latin typeface="Calibri"/>
                <a:ea typeface="Calibri"/>
                <a:cs typeface="Calibri"/>
              </a:rPr>
              <a:t>  ADO MCP  — retrieves the root item and each linked child</a:t>
            </a:r>
          </a:p>
        </p:txBody>
      </p:sp>
      <p:sp>
        <p:nvSpPr>
          <p:cNvPr id="10" name="Rectangle 9">
            <a:extLst>
              <a:ext uri="{FF2B5EF4-FFF2-40B4-BE49-F238E27FC236}">
                <a16:creationId xmlns:a16="http://schemas.microsoft.com/office/drawing/2014/main" id="{C1D1C916-7172-426C-943A-D5CC3B66450E}"/>
              </a:ext>
            </a:extLst>
          </p:cNvPr>
          <p:cNvSpPr>
            <a:spLocks noGrp="1"/>
          </p:cNvSpPr>
          <p:nvPr/>
        </p:nvSpPr>
        <p:spPr>
          <a:xfrm>
            <a:off x="5532120" y="2093976"/>
            <a:ext cx="45720" cy="457200"/>
          </a:xfrm>
          <a:prstGeom prst="rect">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1" name="TextBox 10">
            <a:extLst>
              <a:ext uri="{FF2B5EF4-FFF2-40B4-BE49-F238E27FC236}">
                <a16:creationId xmlns:a16="http://schemas.microsoft.com/office/drawing/2014/main" id="{39F3B2FA-6AC0-428A-87A4-777A1CB5C96F}"/>
              </a:ext>
            </a:extLst>
          </p:cNvPr>
          <p:cNvSpPr>
            <a:spLocks noGrp="1"/>
          </p:cNvSpPr>
          <p:nvPr/>
        </p:nvSpPr>
        <p:spPr>
          <a:xfrm>
            <a:off x="5687568" y="2093976"/>
            <a:ext cx="1463040" cy="457200"/>
          </a:xfrm>
          <a:prstGeom prst="rect">
            <a:avLst/>
          </a:prstGeom>
          <a:noFill/>
        </p:spPr>
        <p:txBody>
          <a:bodyPr wrap="square" lIns="0" tIns="0" rIns="0" bIns="0" anchor="ctr">
            <a:spAutoFit/>
          </a:bodyPr>
          <a:lstStyle/>
          <a:p>
            <a:pPr algn="l">
              <a:buNone/>
            </a:pPr>
            <a:r>
              <a:rPr sz="1000" b="0" i="0">
                <a:solidFill>
                  <a:srgbClr val="00D787"/>
                </a:solidFill>
                <a:latin typeface="Calibri"/>
                <a:ea typeface="Calibri"/>
                <a:cs typeface="Calibri"/>
              </a:rPr>
              <a:t>ORCHESTRATES</a:t>
            </a:r>
          </a:p>
        </p:txBody>
      </p:sp>
      <p:sp>
        <p:nvSpPr>
          <p:cNvPr id="12" name="Rectangle 11">
            <a:extLst>
              <a:ext uri="{FF2B5EF4-FFF2-40B4-BE49-F238E27FC236}">
                <a16:creationId xmlns:a16="http://schemas.microsoft.com/office/drawing/2014/main" id="{A259ED97-1D37-4947-B1F3-6BA8D38A4F04}"/>
              </a:ext>
            </a:extLst>
          </p:cNvPr>
          <p:cNvSpPr>
            <a:spLocks noGrp="1"/>
          </p:cNvSpPr>
          <p:nvPr/>
        </p:nvSpPr>
        <p:spPr>
          <a:xfrm>
            <a:off x="5532120" y="2587752"/>
            <a:ext cx="45720" cy="457200"/>
          </a:xfrm>
          <a:prstGeom prst="rect">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3" name="TextBox 12">
            <a:extLst>
              <a:ext uri="{FF2B5EF4-FFF2-40B4-BE49-F238E27FC236}">
                <a16:creationId xmlns:a16="http://schemas.microsoft.com/office/drawing/2014/main" id="{FF7119B6-A53A-42CA-B985-44A59FE7F7C1}"/>
              </a:ext>
            </a:extLst>
          </p:cNvPr>
          <p:cNvSpPr>
            <a:spLocks noGrp="1"/>
          </p:cNvSpPr>
          <p:nvPr/>
        </p:nvSpPr>
        <p:spPr>
          <a:xfrm>
            <a:off x="5687568" y="2587752"/>
            <a:ext cx="1463040" cy="457200"/>
          </a:xfrm>
          <a:prstGeom prst="rect">
            <a:avLst/>
          </a:prstGeom>
          <a:noFill/>
        </p:spPr>
        <p:txBody>
          <a:bodyPr wrap="square" lIns="0" tIns="0" rIns="0" bIns="0" anchor="ctr">
            <a:spAutoFit/>
          </a:bodyPr>
          <a:lstStyle/>
          <a:p>
            <a:pPr algn="l">
              <a:buNone/>
            </a:pPr>
            <a:r>
              <a:rPr sz="1000" b="0" i="0">
                <a:solidFill>
                  <a:srgbClr val="F70656"/>
                </a:solidFill>
                <a:latin typeface="Calibri"/>
                <a:ea typeface="Calibri"/>
                <a:cs typeface="Calibri"/>
              </a:rPr>
              <a:t>CONNECTS</a:t>
            </a:r>
          </a:p>
        </p:txBody>
      </p:sp>
      <p:sp>
        <p:nvSpPr>
          <p:cNvPr id="14" name="Rectangle 13">
            <a:extLst>
              <a:ext uri="{FF2B5EF4-FFF2-40B4-BE49-F238E27FC236}">
                <a16:creationId xmlns:a16="http://schemas.microsoft.com/office/drawing/2014/main" id="{E8F4A78A-6FEF-4E4B-AABD-E93A09F4D052}"/>
              </a:ext>
            </a:extLst>
          </p:cNvPr>
          <p:cNvSpPr>
            <a:spLocks noGrp="1"/>
          </p:cNvSpPr>
          <p:nvPr/>
        </p:nvSpPr>
        <p:spPr>
          <a:xfrm>
            <a:off x="905256" y="3127248"/>
            <a:ext cx="10387584" cy="10972"/>
          </a:xfrm>
          <a:prstGeom prst="rect">
            <a:avLst/>
          </a:prstGeom>
          <a:solidFill>
            <a:srgbClr val="4E1A68"/>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5" name="TextBox 14">
            <a:extLst>
              <a:ext uri="{FF2B5EF4-FFF2-40B4-BE49-F238E27FC236}">
                <a16:creationId xmlns:a16="http://schemas.microsoft.com/office/drawing/2014/main" id="{A9C3478F-ED72-489B-B0A4-6044AEB8BDFE}"/>
              </a:ext>
            </a:extLst>
          </p:cNvPr>
          <p:cNvSpPr>
            <a:spLocks noGrp="1"/>
          </p:cNvSpPr>
          <p:nvPr/>
        </p:nvSpPr>
        <p:spPr>
          <a:xfrm>
            <a:off x="905256" y="3200400"/>
            <a:ext cx="10387584" cy="256032"/>
          </a:xfrm>
          <a:prstGeom prst="rect">
            <a:avLst/>
          </a:prstGeom>
          <a:noFill/>
        </p:spPr>
        <p:txBody>
          <a:bodyPr wrap="square" lIns="0" tIns="0" rIns="0" bIns="0" anchor="ctr">
            <a:spAutoFit/>
          </a:bodyPr>
          <a:lstStyle/>
          <a:p>
            <a:pPr algn="l">
              <a:buNone/>
            </a:pPr>
            <a:r>
              <a:rPr sz="1500" b="1" i="0">
                <a:solidFill>
                  <a:srgbClr val="FFFFFF"/>
                </a:solidFill>
                <a:latin typeface="Calibri"/>
                <a:ea typeface="Calibri"/>
                <a:cs typeface="Calibri"/>
              </a:rPr>
              <a:t>The host grants access · the agent chooses · the skill guides · MCP executes</a:t>
            </a:r>
          </a:p>
        </p:txBody>
      </p:sp>
      <p:sp>
        <p:nvSpPr>
          <p:cNvPr id="16" name="TextBox 15">
            <a:extLst>
              <a:ext uri="{FF2B5EF4-FFF2-40B4-BE49-F238E27FC236}">
                <a16:creationId xmlns:a16="http://schemas.microsoft.com/office/drawing/2014/main" id="{A70D3CD9-9443-4A56-9AEA-68F341562790}"/>
              </a:ext>
            </a:extLst>
          </p:cNvPr>
          <p:cNvSpPr>
            <a:spLocks noGrp="1"/>
          </p:cNvSpPr>
          <p:nvPr/>
        </p:nvSpPr>
        <p:spPr>
          <a:xfrm>
            <a:off x="612648" y="3822191"/>
            <a:ext cx="2571750" cy="685800"/>
          </a:xfrm>
          <a:prstGeom prst="rect">
            <a:avLst/>
          </a:prstGeom>
          <a:noFill/>
        </p:spPr>
        <p:txBody>
          <a:bodyPr wrap="square" lIns="0" tIns="0" rIns="0" bIns="0" anchor="t">
            <a:spAutoFit/>
          </a:bodyPr>
          <a:lstStyle/>
          <a:p>
            <a:pPr algn="l">
              <a:buNone/>
            </a:pPr>
            <a:r>
              <a:rPr sz="4000" b="1" i="0">
                <a:solidFill>
                  <a:srgbClr val="C530FF"/>
                </a:solidFill>
                <a:latin typeface="Calibri Light"/>
                <a:ea typeface="Calibri Light"/>
                <a:cs typeface="Calibri Light"/>
              </a:rPr>
              <a:t>01</a:t>
            </a:r>
          </a:p>
        </p:txBody>
      </p:sp>
      <p:sp>
        <p:nvSpPr>
          <p:cNvPr id="17" name="Rectangle 16">
            <a:extLst>
              <a:ext uri="{FF2B5EF4-FFF2-40B4-BE49-F238E27FC236}">
                <a16:creationId xmlns:a16="http://schemas.microsoft.com/office/drawing/2014/main" id="{CA955CD2-5A38-439A-B315-507CC513E8EE}"/>
              </a:ext>
            </a:extLst>
          </p:cNvPr>
          <p:cNvSpPr>
            <a:spLocks noGrp="1"/>
          </p:cNvSpPr>
          <p:nvPr/>
        </p:nvSpPr>
        <p:spPr>
          <a:xfrm>
            <a:off x="612648" y="4608576"/>
            <a:ext cx="2571750" cy="32004"/>
          </a:xfrm>
          <a:prstGeom prst="rect">
            <a:avLst/>
          </a:prstGeom>
          <a:solidFill>
            <a:srgbClr val="C530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8" name="TextBox 17">
            <a:extLst>
              <a:ext uri="{FF2B5EF4-FFF2-40B4-BE49-F238E27FC236}">
                <a16:creationId xmlns:a16="http://schemas.microsoft.com/office/drawing/2014/main" id="{EC5E075F-77B2-4CCF-91AE-A52DCE9DF5E9}"/>
              </a:ext>
            </a:extLst>
          </p:cNvPr>
          <p:cNvSpPr>
            <a:spLocks noGrp="1"/>
          </p:cNvSpPr>
          <p:nvPr/>
        </p:nvSpPr>
        <p:spPr>
          <a:xfrm>
            <a:off x="612648" y="4773168"/>
            <a:ext cx="2571750" cy="347472"/>
          </a:xfrm>
          <a:prstGeom prst="rect">
            <a:avLst/>
          </a:prstGeom>
          <a:noFill/>
        </p:spPr>
        <p:txBody>
          <a:bodyPr wrap="square" lIns="0" tIns="0" rIns="0" bIns="0" anchor="t">
            <a:spAutoFit/>
          </a:bodyPr>
          <a:lstStyle/>
          <a:p>
            <a:pPr algn="l">
              <a:buNone/>
            </a:pPr>
            <a:r>
              <a:rPr sz="1700" b="1" i="0">
                <a:solidFill>
                  <a:srgbClr val="000000"/>
                </a:solidFill>
                <a:latin typeface="Calibri"/>
                <a:ea typeface="Calibri"/>
                <a:cs typeface="Calibri"/>
              </a:rPr>
              <a:t>You ask</a:t>
            </a:r>
          </a:p>
        </p:txBody>
      </p:sp>
      <p:sp>
        <p:nvSpPr>
          <p:cNvPr id="19" name="TextBox 18">
            <a:extLst>
              <a:ext uri="{FF2B5EF4-FFF2-40B4-BE49-F238E27FC236}">
                <a16:creationId xmlns:a16="http://schemas.microsoft.com/office/drawing/2014/main" id="{AE0EC91F-BDB4-4A34-AF1D-A6F1657A4496}"/>
              </a:ext>
            </a:extLst>
          </p:cNvPr>
          <p:cNvSpPr>
            <a:spLocks noGrp="1"/>
          </p:cNvSpPr>
          <p:nvPr/>
        </p:nvSpPr>
        <p:spPr>
          <a:xfrm>
            <a:off x="612648" y="5157216"/>
            <a:ext cx="2571750" cy="868680"/>
          </a:xfrm>
          <a:prstGeom prst="rect">
            <a:avLst/>
          </a:prstGeom>
          <a:noFill/>
        </p:spPr>
        <p:txBody>
          <a:bodyPr wrap="square" lIns="0" tIns="0" rIns="0" bIns="0" anchor="t">
            <a:spAutoFit/>
          </a:bodyPr>
          <a:lstStyle/>
          <a:p>
            <a:pPr algn="l">
              <a:buNone/>
            </a:pPr>
            <a:r>
              <a:rPr sz="1300" b="0" i="0">
                <a:solidFill>
                  <a:srgbClr val="595959"/>
                </a:solidFill>
                <a:latin typeface="Calibri"/>
                <a:ea typeface="Calibri"/>
                <a:cs typeface="Calibri"/>
              </a:rPr>
              <a:t>Provide an ADO ID or work-item URL.</a:t>
            </a:r>
          </a:p>
        </p:txBody>
      </p:sp>
      <p:sp>
        <p:nvSpPr>
          <p:cNvPr id="20" name="TextBox 19">
            <a:extLst>
              <a:ext uri="{FF2B5EF4-FFF2-40B4-BE49-F238E27FC236}">
                <a16:creationId xmlns:a16="http://schemas.microsoft.com/office/drawing/2014/main" id="{153E242A-BB8A-4FA1-A987-B3B83E348E72}"/>
              </a:ext>
            </a:extLst>
          </p:cNvPr>
          <p:cNvSpPr>
            <a:spLocks noGrp="1"/>
          </p:cNvSpPr>
          <p:nvPr/>
        </p:nvSpPr>
        <p:spPr>
          <a:xfrm>
            <a:off x="3412998" y="3822191"/>
            <a:ext cx="2571750" cy="685800"/>
          </a:xfrm>
          <a:prstGeom prst="rect">
            <a:avLst/>
          </a:prstGeom>
          <a:noFill/>
        </p:spPr>
        <p:txBody>
          <a:bodyPr wrap="square" lIns="0" tIns="0" rIns="0" bIns="0" anchor="t">
            <a:spAutoFit/>
          </a:bodyPr>
          <a:lstStyle/>
          <a:p>
            <a:pPr algn="l">
              <a:buNone/>
            </a:pPr>
            <a:r>
              <a:rPr sz="4000" b="1" i="0">
                <a:solidFill>
                  <a:srgbClr val="00D787"/>
                </a:solidFill>
                <a:latin typeface="Calibri Light"/>
                <a:ea typeface="Calibri Light"/>
                <a:cs typeface="Calibri Light"/>
              </a:rPr>
              <a:t>02</a:t>
            </a:r>
          </a:p>
        </p:txBody>
      </p:sp>
      <p:sp>
        <p:nvSpPr>
          <p:cNvPr id="21" name="Rectangle 20">
            <a:extLst>
              <a:ext uri="{FF2B5EF4-FFF2-40B4-BE49-F238E27FC236}">
                <a16:creationId xmlns:a16="http://schemas.microsoft.com/office/drawing/2014/main" id="{129D22BD-F310-4CF5-8BB8-B108EB9CC1B6}"/>
              </a:ext>
            </a:extLst>
          </p:cNvPr>
          <p:cNvSpPr>
            <a:spLocks noGrp="1"/>
          </p:cNvSpPr>
          <p:nvPr/>
        </p:nvSpPr>
        <p:spPr>
          <a:xfrm>
            <a:off x="3412998" y="4608576"/>
            <a:ext cx="2571750" cy="32004"/>
          </a:xfrm>
          <a:prstGeom prst="rect">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2" name="TextBox 21">
            <a:extLst>
              <a:ext uri="{FF2B5EF4-FFF2-40B4-BE49-F238E27FC236}">
                <a16:creationId xmlns:a16="http://schemas.microsoft.com/office/drawing/2014/main" id="{4A62B28E-6EEA-4151-8A53-695F0066E0CE}"/>
              </a:ext>
            </a:extLst>
          </p:cNvPr>
          <p:cNvSpPr>
            <a:spLocks noGrp="1"/>
          </p:cNvSpPr>
          <p:nvPr/>
        </p:nvSpPr>
        <p:spPr>
          <a:xfrm>
            <a:off x="3412998" y="4773168"/>
            <a:ext cx="2571750" cy="347472"/>
          </a:xfrm>
          <a:prstGeom prst="rect">
            <a:avLst/>
          </a:prstGeom>
          <a:noFill/>
        </p:spPr>
        <p:txBody>
          <a:bodyPr wrap="square" lIns="0" tIns="0" rIns="0" bIns="0" anchor="t">
            <a:spAutoFit/>
          </a:bodyPr>
          <a:lstStyle/>
          <a:p>
            <a:pPr algn="l">
              <a:buNone/>
            </a:pPr>
            <a:r>
              <a:rPr sz="1700" b="1" i="0">
                <a:solidFill>
                  <a:srgbClr val="000000"/>
                </a:solidFill>
                <a:latin typeface="Calibri"/>
                <a:ea typeface="Calibri"/>
                <a:cs typeface="Calibri"/>
              </a:rPr>
              <a:t>Agent chooses</a:t>
            </a:r>
          </a:p>
        </p:txBody>
      </p:sp>
      <p:sp>
        <p:nvSpPr>
          <p:cNvPr id="23" name="TextBox 22">
            <a:extLst>
              <a:ext uri="{FF2B5EF4-FFF2-40B4-BE49-F238E27FC236}">
                <a16:creationId xmlns:a16="http://schemas.microsoft.com/office/drawing/2014/main" id="{5A8CE8FD-77E1-48B7-B45E-BF6B08DB01FB}"/>
              </a:ext>
            </a:extLst>
          </p:cNvPr>
          <p:cNvSpPr>
            <a:spLocks noGrp="1"/>
          </p:cNvSpPr>
          <p:nvPr/>
        </p:nvSpPr>
        <p:spPr>
          <a:xfrm>
            <a:off x="3412998" y="5157216"/>
            <a:ext cx="2571750" cy="868680"/>
          </a:xfrm>
          <a:prstGeom prst="rect">
            <a:avLst/>
          </a:prstGeom>
          <a:noFill/>
        </p:spPr>
        <p:txBody>
          <a:bodyPr wrap="square" lIns="0" tIns="0" rIns="0" bIns="0" anchor="t">
            <a:spAutoFit/>
          </a:bodyPr>
          <a:lstStyle/>
          <a:p>
            <a:pPr algn="l">
              <a:buNone/>
            </a:pPr>
            <a:r>
              <a:rPr sz="1300" b="0" i="0">
                <a:solidFill>
                  <a:srgbClr val="595959"/>
                </a:solidFill>
                <a:latin typeface="Calibri"/>
                <a:ea typeface="Calibri"/>
                <a:cs typeface="Calibri"/>
              </a:rPr>
              <a:t>Select ADO ticket ingest and approved tools.</a:t>
            </a:r>
          </a:p>
        </p:txBody>
      </p:sp>
      <p:sp>
        <p:nvSpPr>
          <p:cNvPr id="24" name="TextBox 23">
            <a:extLst>
              <a:ext uri="{FF2B5EF4-FFF2-40B4-BE49-F238E27FC236}">
                <a16:creationId xmlns:a16="http://schemas.microsoft.com/office/drawing/2014/main" id="{DF1ADD4D-5BA6-4845-A288-91D065C8AB47}"/>
              </a:ext>
            </a:extLst>
          </p:cNvPr>
          <p:cNvSpPr>
            <a:spLocks noGrp="1"/>
          </p:cNvSpPr>
          <p:nvPr/>
        </p:nvSpPr>
        <p:spPr>
          <a:xfrm>
            <a:off x="6213348" y="3822191"/>
            <a:ext cx="2571750" cy="685800"/>
          </a:xfrm>
          <a:prstGeom prst="rect">
            <a:avLst/>
          </a:prstGeom>
          <a:noFill/>
        </p:spPr>
        <p:txBody>
          <a:bodyPr wrap="square" lIns="0" tIns="0" rIns="0" bIns="0" anchor="t">
            <a:spAutoFit/>
          </a:bodyPr>
          <a:lstStyle/>
          <a:p>
            <a:pPr algn="l">
              <a:buNone/>
            </a:pPr>
            <a:r>
              <a:rPr sz="4000" b="1" i="0">
                <a:solidFill>
                  <a:srgbClr val="00D787"/>
                </a:solidFill>
                <a:latin typeface="Calibri Light"/>
                <a:ea typeface="Calibri Light"/>
                <a:cs typeface="Calibri Light"/>
              </a:rPr>
              <a:t>03</a:t>
            </a:r>
          </a:p>
        </p:txBody>
      </p:sp>
      <p:sp>
        <p:nvSpPr>
          <p:cNvPr id="25" name="Rectangle 24">
            <a:extLst>
              <a:ext uri="{FF2B5EF4-FFF2-40B4-BE49-F238E27FC236}">
                <a16:creationId xmlns:a16="http://schemas.microsoft.com/office/drawing/2014/main" id="{9DC4C552-4D25-470F-9A0B-D4A10ABE774E}"/>
              </a:ext>
            </a:extLst>
          </p:cNvPr>
          <p:cNvSpPr>
            <a:spLocks noGrp="1"/>
          </p:cNvSpPr>
          <p:nvPr/>
        </p:nvSpPr>
        <p:spPr>
          <a:xfrm>
            <a:off x="6213348" y="4608576"/>
            <a:ext cx="2571750" cy="32004"/>
          </a:xfrm>
          <a:prstGeom prst="rect">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6" name="TextBox 25">
            <a:extLst>
              <a:ext uri="{FF2B5EF4-FFF2-40B4-BE49-F238E27FC236}">
                <a16:creationId xmlns:a16="http://schemas.microsoft.com/office/drawing/2014/main" id="{31716321-DE45-4C69-95AA-95FEE1D272A7}"/>
              </a:ext>
            </a:extLst>
          </p:cNvPr>
          <p:cNvSpPr>
            <a:spLocks noGrp="1"/>
          </p:cNvSpPr>
          <p:nvPr/>
        </p:nvSpPr>
        <p:spPr>
          <a:xfrm>
            <a:off x="6213348" y="4773168"/>
            <a:ext cx="2571750" cy="347472"/>
          </a:xfrm>
          <a:prstGeom prst="rect">
            <a:avLst/>
          </a:prstGeom>
          <a:noFill/>
        </p:spPr>
        <p:txBody>
          <a:bodyPr wrap="square" lIns="0" tIns="0" rIns="0" bIns="0" anchor="t">
            <a:spAutoFit/>
          </a:bodyPr>
          <a:lstStyle/>
          <a:p>
            <a:pPr algn="l">
              <a:buNone/>
            </a:pPr>
            <a:r>
              <a:rPr sz="1700" b="1" i="0">
                <a:solidFill>
                  <a:srgbClr val="000000"/>
                </a:solidFill>
                <a:latin typeface="Calibri"/>
                <a:ea typeface="Calibri"/>
                <a:cs typeface="Calibri"/>
              </a:rPr>
              <a:t>Skill guides</a:t>
            </a:r>
          </a:p>
        </p:txBody>
      </p:sp>
      <p:sp>
        <p:nvSpPr>
          <p:cNvPr id="27" name="TextBox 26">
            <a:extLst>
              <a:ext uri="{FF2B5EF4-FFF2-40B4-BE49-F238E27FC236}">
                <a16:creationId xmlns:a16="http://schemas.microsoft.com/office/drawing/2014/main" id="{B069C511-2018-4876-8494-914CBFEED211}"/>
              </a:ext>
            </a:extLst>
          </p:cNvPr>
          <p:cNvSpPr>
            <a:spLocks noGrp="1"/>
          </p:cNvSpPr>
          <p:nvPr/>
        </p:nvSpPr>
        <p:spPr>
          <a:xfrm>
            <a:off x="6213348" y="5157216"/>
            <a:ext cx="2571750" cy="868680"/>
          </a:xfrm>
          <a:prstGeom prst="rect">
            <a:avLst/>
          </a:prstGeom>
          <a:noFill/>
        </p:spPr>
        <p:txBody>
          <a:bodyPr wrap="square" lIns="0" tIns="0" rIns="0" bIns="0" anchor="t">
            <a:spAutoFit/>
          </a:bodyPr>
          <a:lstStyle/>
          <a:p>
            <a:pPr algn="l">
              <a:buNone/>
            </a:pPr>
            <a:r>
              <a:rPr sz="1300" b="0" i="0">
                <a:solidFill>
                  <a:srgbClr val="595959"/>
                </a:solidFill>
                <a:latin typeface="Calibri"/>
                <a:ea typeface="Calibri"/>
                <a:cs typeface="Calibri"/>
              </a:rPr>
              <a:t>Follow child links and preserve source fields.</a:t>
            </a:r>
          </a:p>
        </p:txBody>
      </p:sp>
      <p:sp>
        <p:nvSpPr>
          <p:cNvPr id="28" name="TextBox 27">
            <a:extLst>
              <a:ext uri="{FF2B5EF4-FFF2-40B4-BE49-F238E27FC236}">
                <a16:creationId xmlns:a16="http://schemas.microsoft.com/office/drawing/2014/main" id="{62E92613-A4FC-4B26-8B57-05B3FEF2E79B}"/>
              </a:ext>
            </a:extLst>
          </p:cNvPr>
          <p:cNvSpPr>
            <a:spLocks noGrp="1"/>
          </p:cNvSpPr>
          <p:nvPr/>
        </p:nvSpPr>
        <p:spPr>
          <a:xfrm>
            <a:off x="9013698" y="3822191"/>
            <a:ext cx="2571750" cy="685800"/>
          </a:xfrm>
          <a:prstGeom prst="rect">
            <a:avLst/>
          </a:prstGeom>
          <a:noFill/>
        </p:spPr>
        <p:txBody>
          <a:bodyPr wrap="square" lIns="0" tIns="0" rIns="0" bIns="0" anchor="t">
            <a:spAutoFit/>
          </a:bodyPr>
          <a:lstStyle/>
          <a:p>
            <a:pPr algn="l">
              <a:buNone/>
            </a:pPr>
            <a:r>
              <a:rPr sz="4000" b="1" i="0">
                <a:solidFill>
                  <a:srgbClr val="F70656"/>
                </a:solidFill>
                <a:latin typeface="Calibri Light"/>
                <a:ea typeface="Calibri Light"/>
                <a:cs typeface="Calibri Light"/>
              </a:rPr>
              <a:t>04</a:t>
            </a:r>
          </a:p>
        </p:txBody>
      </p:sp>
      <p:sp>
        <p:nvSpPr>
          <p:cNvPr id="29" name="Rectangle 28">
            <a:extLst>
              <a:ext uri="{FF2B5EF4-FFF2-40B4-BE49-F238E27FC236}">
                <a16:creationId xmlns:a16="http://schemas.microsoft.com/office/drawing/2014/main" id="{AF255FF7-46BA-454D-B4D7-36B0773CAA8B}"/>
              </a:ext>
            </a:extLst>
          </p:cNvPr>
          <p:cNvSpPr>
            <a:spLocks noGrp="1"/>
          </p:cNvSpPr>
          <p:nvPr/>
        </p:nvSpPr>
        <p:spPr>
          <a:xfrm>
            <a:off x="9013698" y="4608576"/>
            <a:ext cx="2571750" cy="32004"/>
          </a:xfrm>
          <a:prstGeom prst="rect">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0" name="TextBox 29">
            <a:extLst>
              <a:ext uri="{FF2B5EF4-FFF2-40B4-BE49-F238E27FC236}">
                <a16:creationId xmlns:a16="http://schemas.microsoft.com/office/drawing/2014/main" id="{958FA88F-F548-485C-BFE9-512835619621}"/>
              </a:ext>
            </a:extLst>
          </p:cNvPr>
          <p:cNvSpPr>
            <a:spLocks noGrp="1"/>
          </p:cNvSpPr>
          <p:nvPr/>
        </p:nvSpPr>
        <p:spPr>
          <a:xfrm>
            <a:off x="9013698" y="4773168"/>
            <a:ext cx="2571750" cy="347472"/>
          </a:xfrm>
          <a:prstGeom prst="rect">
            <a:avLst/>
          </a:prstGeom>
          <a:noFill/>
        </p:spPr>
        <p:txBody>
          <a:bodyPr wrap="square" lIns="0" tIns="0" rIns="0" bIns="0" anchor="t">
            <a:spAutoFit/>
          </a:bodyPr>
          <a:lstStyle/>
          <a:p>
            <a:pPr algn="l">
              <a:buNone/>
            </a:pPr>
            <a:r>
              <a:rPr sz="1700" b="1" i="0">
                <a:solidFill>
                  <a:srgbClr val="000000"/>
                </a:solidFill>
                <a:latin typeface="Calibri"/>
                <a:ea typeface="Calibri"/>
                <a:cs typeface="Calibri"/>
              </a:rPr>
              <a:t>ADO MCP executes</a:t>
            </a:r>
          </a:p>
        </p:txBody>
      </p:sp>
      <p:sp>
        <p:nvSpPr>
          <p:cNvPr id="31" name="TextBox 30">
            <a:extLst>
              <a:ext uri="{FF2B5EF4-FFF2-40B4-BE49-F238E27FC236}">
                <a16:creationId xmlns:a16="http://schemas.microsoft.com/office/drawing/2014/main" id="{BD29F605-6342-49E1-8BEB-C6166C6152CB}"/>
              </a:ext>
            </a:extLst>
          </p:cNvPr>
          <p:cNvSpPr>
            <a:spLocks noGrp="1"/>
          </p:cNvSpPr>
          <p:nvPr/>
        </p:nvSpPr>
        <p:spPr>
          <a:xfrm>
            <a:off x="9013698" y="5157216"/>
            <a:ext cx="2571750" cy="868680"/>
          </a:xfrm>
          <a:prstGeom prst="rect">
            <a:avLst/>
          </a:prstGeom>
          <a:noFill/>
        </p:spPr>
        <p:txBody>
          <a:bodyPr wrap="square" lIns="0" tIns="0" rIns="0" bIns="0" anchor="t">
            <a:spAutoFit/>
          </a:bodyPr>
          <a:lstStyle/>
          <a:p>
            <a:pPr algn="l">
              <a:buNone/>
            </a:pPr>
            <a:r>
              <a:rPr sz="1300" b="0" i="0">
                <a:solidFill>
                  <a:srgbClr val="595959"/>
                </a:solidFill>
                <a:latin typeface="Calibri"/>
                <a:ea typeface="Calibri"/>
                <a:cs typeface="Calibri"/>
              </a:rPr>
              <a:t>Call get_work_item and return structured data.</a:t>
            </a:r>
          </a:p>
        </p:txBody>
      </p:sp>
    </p:spTree>
    <p:extLst>
      <p:ext uri="{BB962C8B-B14F-4D97-AF65-F5344CB8AC3E}">
        <p14:creationId xmlns:p14="http://schemas.microsoft.com/office/powerpoint/2010/main" val="1815011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C2356F-B374-47B7-B6FE-5F284E74F706}"/>
              </a:ext>
            </a:extLst>
          </p:cNvPr>
          <p:cNvSpPr>
            <a:spLocks noGrp="1"/>
          </p:cNvSpPr>
          <p:nvPr>
            <p:ph type="body" idx="13"/>
          </p:nvPr>
        </p:nvSpPr>
        <p:spPr/>
        <p:txBody>
          <a:bodyPr/>
          <a:lstStyle/>
          <a:p>
            <a:r>
              <a:t>REPOSITORY EXAMPLE — speckit.ado-ingest.agent.md</a:t>
            </a:r>
          </a:p>
        </p:txBody>
      </p:sp>
      <p:sp>
        <p:nvSpPr>
          <p:cNvPr id="3" name="Title 2">
            <a:extLst>
              <a:ext uri="{FF2B5EF4-FFF2-40B4-BE49-F238E27FC236}">
                <a16:creationId xmlns:a16="http://schemas.microsoft.com/office/drawing/2014/main" id="{A2677729-0BFD-4563-BF42-AF60D9783487}"/>
              </a:ext>
            </a:extLst>
          </p:cNvPr>
          <p:cNvSpPr>
            <a:spLocks noGrp="1"/>
          </p:cNvSpPr>
          <p:nvPr>
            <p:ph type="title"/>
          </p:nvPr>
        </p:nvSpPr>
        <p:spPr/>
        <p:txBody>
          <a:bodyPr/>
          <a:lstStyle/>
          <a:p>
            <a:r>
              <a:t>ADO MCP turns a ticket into usable context</a:t>
            </a:r>
          </a:p>
        </p:txBody>
      </p:sp>
      <p:sp>
        <p:nvSpPr>
          <p:cNvPr id="4" name="Rounded Rectangle 3">
            <a:extLst>
              <a:ext uri="{FF2B5EF4-FFF2-40B4-BE49-F238E27FC236}">
                <a16:creationId xmlns:a16="http://schemas.microsoft.com/office/drawing/2014/main" id="{0712661C-7231-4E0C-B966-16BFD42DCECD}"/>
              </a:ext>
            </a:extLst>
          </p:cNvPr>
          <p:cNvSpPr>
            <a:spLocks noGrp="1"/>
          </p:cNvSpPr>
          <p:nvPr/>
        </p:nvSpPr>
        <p:spPr>
          <a:xfrm>
            <a:off x="612648" y="1627632"/>
            <a:ext cx="5212080" cy="228600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Oval 4">
            <a:extLst>
              <a:ext uri="{FF2B5EF4-FFF2-40B4-BE49-F238E27FC236}">
                <a16:creationId xmlns:a16="http://schemas.microsoft.com/office/drawing/2014/main" id="{AE7A11F1-2E0E-459E-A690-C95245E7EBDE}"/>
              </a:ext>
            </a:extLst>
          </p:cNvPr>
          <p:cNvSpPr>
            <a:spLocks noGrp="1"/>
          </p:cNvSpPr>
          <p:nvPr/>
        </p:nvSpPr>
        <p:spPr>
          <a:xfrm>
            <a:off x="5020056" y="1920240"/>
            <a:ext cx="512064" cy="512064"/>
          </a:xfrm>
          <a:prstGeom prst="ellipse">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6" name="Oval 5">
            <a:extLst>
              <a:ext uri="{FF2B5EF4-FFF2-40B4-BE49-F238E27FC236}">
                <a16:creationId xmlns:a16="http://schemas.microsoft.com/office/drawing/2014/main" id="{96DC3FA5-288F-4B52-8FB8-D97867BF5D73}"/>
              </a:ext>
            </a:extLst>
          </p:cNvPr>
          <p:cNvSpPr>
            <a:spLocks noGrp="1"/>
          </p:cNvSpPr>
          <p:nvPr/>
        </p:nvSpPr>
        <p:spPr>
          <a:xfrm>
            <a:off x="5212182" y="2053786"/>
            <a:ext cx="127811" cy="138462"/>
          </a:xfrm>
          <a:prstGeom prst="ellipse">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7" name="Rounded Rectangle 6">
            <a:extLst>
              <a:ext uri="{FF2B5EF4-FFF2-40B4-BE49-F238E27FC236}">
                <a16:creationId xmlns:a16="http://schemas.microsoft.com/office/drawing/2014/main" id="{8E277C58-32BD-4FF9-A50A-5E9B75BFDCCA}"/>
              </a:ext>
            </a:extLst>
          </p:cNvPr>
          <p:cNvSpPr>
            <a:spLocks noGrp="1"/>
          </p:cNvSpPr>
          <p:nvPr/>
        </p:nvSpPr>
        <p:spPr>
          <a:xfrm>
            <a:off x="5164253" y="2154970"/>
            <a:ext cx="223669" cy="149113"/>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8" name="Rounded Rectangle 7">
            <a:extLst>
              <a:ext uri="{FF2B5EF4-FFF2-40B4-BE49-F238E27FC236}">
                <a16:creationId xmlns:a16="http://schemas.microsoft.com/office/drawing/2014/main" id="{53349080-5674-4A49-A8C1-96B8894700C4}"/>
              </a:ext>
            </a:extLst>
          </p:cNvPr>
          <p:cNvSpPr>
            <a:spLocks noGrp="1"/>
          </p:cNvSpPr>
          <p:nvPr/>
        </p:nvSpPr>
        <p:spPr>
          <a:xfrm>
            <a:off x="6364224" y="1627632"/>
            <a:ext cx="5212080" cy="228600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9" name="Oval 8">
            <a:extLst>
              <a:ext uri="{FF2B5EF4-FFF2-40B4-BE49-F238E27FC236}">
                <a16:creationId xmlns:a16="http://schemas.microsoft.com/office/drawing/2014/main" id="{43CB429E-9B00-496F-8FD2-BD60B83F611F}"/>
              </a:ext>
            </a:extLst>
          </p:cNvPr>
          <p:cNvSpPr>
            <a:spLocks noGrp="1"/>
          </p:cNvSpPr>
          <p:nvPr/>
        </p:nvSpPr>
        <p:spPr>
          <a:xfrm>
            <a:off x="10771632" y="1920240"/>
            <a:ext cx="512064" cy="512064"/>
          </a:xfrm>
          <a:prstGeom prst="ellipse">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0" name="Rounded Rectangle 9">
            <a:extLst>
              <a:ext uri="{FF2B5EF4-FFF2-40B4-BE49-F238E27FC236}">
                <a16:creationId xmlns:a16="http://schemas.microsoft.com/office/drawing/2014/main" id="{123D201B-6CF4-44F7-BD24-4A7C316DE44F}"/>
              </a:ext>
            </a:extLst>
          </p:cNvPr>
          <p:cNvSpPr>
            <a:spLocks noGrp="1"/>
          </p:cNvSpPr>
          <p:nvPr/>
        </p:nvSpPr>
        <p:spPr>
          <a:xfrm rot="19320000">
            <a:off x="10894527" y="2138993"/>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1" name="Rounded Rectangle 10">
            <a:extLst>
              <a:ext uri="{FF2B5EF4-FFF2-40B4-BE49-F238E27FC236}">
                <a16:creationId xmlns:a16="http://schemas.microsoft.com/office/drawing/2014/main" id="{B091333F-173D-40ED-8088-9E3B7C3E9194}"/>
              </a:ext>
            </a:extLst>
          </p:cNvPr>
          <p:cNvSpPr>
            <a:spLocks noGrp="1"/>
          </p:cNvSpPr>
          <p:nvPr/>
        </p:nvSpPr>
        <p:spPr>
          <a:xfrm rot="19320000">
            <a:off x="11006362" y="2138993"/>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2" name="TextBox 11">
            <a:extLst>
              <a:ext uri="{FF2B5EF4-FFF2-40B4-BE49-F238E27FC236}">
                <a16:creationId xmlns:a16="http://schemas.microsoft.com/office/drawing/2014/main" id="{09366523-CCF0-42DC-9034-8E5D6FE503BB}"/>
              </a:ext>
            </a:extLst>
          </p:cNvPr>
          <p:cNvSpPr>
            <a:spLocks noGrp="1"/>
          </p:cNvSpPr>
          <p:nvPr/>
        </p:nvSpPr>
        <p:spPr>
          <a:xfrm>
            <a:off x="905256" y="1920240"/>
            <a:ext cx="3931920" cy="310896"/>
          </a:xfrm>
          <a:prstGeom prst="rect">
            <a:avLst/>
          </a:prstGeom>
          <a:noFill/>
        </p:spPr>
        <p:txBody>
          <a:bodyPr wrap="square" lIns="0" tIns="0" rIns="0" bIns="0" anchor="t">
            <a:spAutoFit/>
          </a:bodyPr>
          <a:lstStyle/>
          <a:p>
            <a:pPr algn="l">
              <a:buNone/>
            </a:pPr>
            <a:r>
              <a:rPr sz="1700" b="1" i="0">
                <a:solidFill>
                  <a:srgbClr val="F70656"/>
                </a:solidFill>
                <a:latin typeface="Calibri"/>
                <a:ea typeface="Calibri"/>
                <a:cs typeface="Calibri"/>
              </a:rPr>
              <a:t>WORK-ITEM REQUEST</a:t>
            </a:r>
          </a:p>
        </p:txBody>
      </p:sp>
      <p:sp>
        <p:nvSpPr>
          <p:cNvPr id="13" name="Rectangle 12">
            <a:extLst>
              <a:ext uri="{FF2B5EF4-FFF2-40B4-BE49-F238E27FC236}">
                <a16:creationId xmlns:a16="http://schemas.microsoft.com/office/drawing/2014/main" id="{5993C77A-3247-4F0F-9D91-2060ACC41152}"/>
              </a:ext>
            </a:extLst>
          </p:cNvPr>
          <p:cNvSpPr>
            <a:spLocks noGrp="1"/>
          </p:cNvSpPr>
          <p:nvPr/>
        </p:nvSpPr>
        <p:spPr>
          <a:xfrm>
            <a:off x="905256" y="2304288"/>
            <a:ext cx="3931920" cy="32004"/>
          </a:xfrm>
          <a:prstGeom prst="rect">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4" name="TextBox 13">
            <a:extLst>
              <a:ext uri="{FF2B5EF4-FFF2-40B4-BE49-F238E27FC236}">
                <a16:creationId xmlns:a16="http://schemas.microsoft.com/office/drawing/2014/main" id="{88B8078B-4760-4A1C-8DAD-6C201A08CCB2}"/>
              </a:ext>
            </a:extLst>
          </p:cNvPr>
          <p:cNvSpPr>
            <a:spLocks noGrp="1"/>
          </p:cNvSpPr>
          <p:nvPr/>
        </p:nvSpPr>
        <p:spPr>
          <a:xfrm>
            <a:off x="905256" y="2523744"/>
            <a:ext cx="3931920" cy="1408176"/>
          </a:xfrm>
          <a:prstGeom prst="rect">
            <a:avLst/>
          </a:prstGeom>
          <a:noFill/>
        </p:spPr>
        <p:txBody>
          <a:bodyPr wrap="square" lIns="0" tIns="0" rIns="0" bIns="0">
            <a:spAutoFit/>
          </a:bodyPr>
          <a:lstStyle/>
          <a:p>
            <a:pPr>
              <a:spcAft>
                <a:spcPts val="1000"/>
              </a:spcAft>
              <a:buNone/>
            </a:pPr>
            <a:r>
              <a:rPr sz="1400">
                <a:solidFill>
                  <a:srgbClr val="000000"/>
                </a:solidFill>
                <a:latin typeface="Calibri"/>
                <a:ea typeface="Calibri"/>
                <a:cs typeface="Calibri"/>
              </a:rPr>
              <a:t>Retrieve the root item with all fields.</a:t>
            </a:r>
          </a:p>
          <a:p>
            <a:pPr>
              <a:spcAft>
                <a:spcPts val="1000"/>
              </a:spcAft>
              <a:buNone/>
            </a:pPr>
            <a:endParaRPr sz="1400">
              <a:solidFill>
                <a:srgbClr val="000000"/>
              </a:solidFill>
              <a:latin typeface="Calibri"/>
              <a:ea typeface="Calibri"/>
              <a:cs typeface="Calibri"/>
            </a:endParaRPr>
          </a:p>
          <a:p>
            <a:pPr>
              <a:spcAft>
                <a:spcPts val="1000"/>
              </a:spcAft>
              <a:buNone/>
            </a:pPr>
            <a:r>
              <a:rPr sz="1400">
                <a:solidFill>
                  <a:srgbClr val="000000"/>
                </a:solidFill>
                <a:latin typeface="Calibri"/>
                <a:ea typeface="Calibri"/>
                <a:cs typeface="Calibri"/>
              </a:rPr>
              <a:t>Follow Hierarchy-Forward links and retrieve every child item.</a:t>
            </a:r>
          </a:p>
        </p:txBody>
      </p:sp>
      <p:sp>
        <p:nvSpPr>
          <p:cNvPr id="15" name="TextBox 14">
            <a:extLst>
              <a:ext uri="{FF2B5EF4-FFF2-40B4-BE49-F238E27FC236}">
                <a16:creationId xmlns:a16="http://schemas.microsoft.com/office/drawing/2014/main" id="{07F091D5-C4F6-4D69-B703-3E7C9D779871}"/>
              </a:ext>
            </a:extLst>
          </p:cNvPr>
          <p:cNvSpPr>
            <a:spLocks noGrp="1"/>
          </p:cNvSpPr>
          <p:nvPr/>
        </p:nvSpPr>
        <p:spPr>
          <a:xfrm>
            <a:off x="6656832" y="1920240"/>
            <a:ext cx="3931920" cy="310896"/>
          </a:xfrm>
          <a:prstGeom prst="rect">
            <a:avLst/>
          </a:prstGeom>
          <a:noFill/>
        </p:spPr>
        <p:txBody>
          <a:bodyPr wrap="square" lIns="0" tIns="0" rIns="0" bIns="0" anchor="t">
            <a:spAutoFit/>
          </a:bodyPr>
          <a:lstStyle/>
          <a:p>
            <a:pPr algn="l">
              <a:buNone/>
            </a:pPr>
            <a:r>
              <a:rPr sz="1700" b="1" i="0">
                <a:solidFill>
                  <a:srgbClr val="00D787"/>
                </a:solidFill>
                <a:latin typeface="Calibri"/>
                <a:ea typeface="Calibri"/>
                <a:cs typeface="Calibri"/>
              </a:rPr>
              <a:t>STRUCTURED RESULT</a:t>
            </a:r>
          </a:p>
        </p:txBody>
      </p:sp>
      <p:sp>
        <p:nvSpPr>
          <p:cNvPr id="16" name="Rectangle 15">
            <a:extLst>
              <a:ext uri="{FF2B5EF4-FFF2-40B4-BE49-F238E27FC236}">
                <a16:creationId xmlns:a16="http://schemas.microsoft.com/office/drawing/2014/main" id="{1AAD492A-F903-416A-9A77-B811364504A7}"/>
              </a:ext>
            </a:extLst>
          </p:cNvPr>
          <p:cNvSpPr>
            <a:spLocks noGrp="1"/>
          </p:cNvSpPr>
          <p:nvPr/>
        </p:nvSpPr>
        <p:spPr>
          <a:xfrm>
            <a:off x="6656832" y="2304288"/>
            <a:ext cx="3931920" cy="32004"/>
          </a:xfrm>
          <a:prstGeom prst="rect">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7" name="TextBox 16">
            <a:extLst>
              <a:ext uri="{FF2B5EF4-FFF2-40B4-BE49-F238E27FC236}">
                <a16:creationId xmlns:a16="http://schemas.microsoft.com/office/drawing/2014/main" id="{03657244-0958-4FCC-B0A4-BD85CA55B9BB}"/>
              </a:ext>
            </a:extLst>
          </p:cNvPr>
          <p:cNvSpPr>
            <a:spLocks noGrp="1"/>
          </p:cNvSpPr>
          <p:nvPr/>
        </p:nvSpPr>
        <p:spPr>
          <a:xfrm>
            <a:off x="6656832" y="2523744"/>
            <a:ext cx="3931920" cy="1408176"/>
          </a:xfrm>
          <a:prstGeom prst="rect">
            <a:avLst/>
          </a:prstGeom>
          <a:noFill/>
        </p:spPr>
        <p:txBody>
          <a:bodyPr wrap="square" lIns="0" tIns="0" rIns="0" bIns="0">
            <a:spAutoFit/>
          </a:bodyPr>
          <a:lstStyle/>
          <a:p>
            <a:pPr>
              <a:spcAft>
                <a:spcPts val="1000"/>
              </a:spcAft>
              <a:buNone/>
            </a:pPr>
            <a:r>
              <a:rPr sz="1400">
                <a:solidFill>
                  <a:srgbClr val="000000"/>
                </a:solidFill>
                <a:latin typeface="Calibri"/>
                <a:ea typeface="Calibri"/>
                <a:cs typeface="Calibri"/>
              </a:rPr>
              <a:t>Title, description and acceptance criteria; child links and hierarchy; complete work-item data for mapping.</a:t>
            </a:r>
          </a:p>
        </p:txBody>
      </p:sp>
      <p:sp>
        <p:nvSpPr>
          <p:cNvPr id="18" name="Rounded Rectangle 17">
            <a:extLst>
              <a:ext uri="{FF2B5EF4-FFF2-40B4-BE49-F238E27FC236}">
                <a16:creationId xmlns:a16="http://schemas.microsoft.com/office/drawing/2014/main" id="{65F30A44-3192-410C-8F44-C1EBEF54DA91}"/>
              </a:ext>
            </a:extLst>
          </p:cNvPr>
          <p:cNvSpPr>
            <a:spLocks noGrp="1"/>
          </p:cNvSpPr>
          <p:nvPr/>
        </p:nvSpPr>
        <p:spPr>
          <a:xfrm>
            <a:off x="612648" y="4389120"/>
            <a:ext cx="10972800" cy="1143000"/>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9" name="Oval 18">
            <a:extLst>
              <a:ext uri="{FF2B5EF4-FFF2-40B4-BE49-F238E27FC236}">
                <a16:creationId xmlns:a16="http://schemas.microsoft.com/office/drawing/2014/main" id="{191AA63A-1A7F-460A-9680-8A96D973DFC6}"/>
              </a:ext>
            </a:extLst>
          </p:cNvPr>
          <p:cNvSpPr>
            <a:spLocks noGrp="1"/>
          </p:cNvSpPr>
          <p:nvPr/>
        </p:nvSpPr>
        <p:spPr>
          <a:xfrm>
            <a:off x="905256" y="4777740"/>
            <a:ext cx="365760" cy="365760"/>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0" name="Rounded Rectangle 19">
            <a:extLst>
              <a:ext uri="{FF2B5EF4-FFF2-40B4-BE49-F238E27FC236}">
                <a16:creationId xmlns:a16="http://schemas.microsoft.com/office/drawing/2014/main" id="{D50D2652-2BDB-4A15-8CEF-1A5A7768FB03}"/>
              </a:ext>
            </a:extLst>
          </p:cNvPr>
          <p:cNvSpPr>
            <a:spLocks noGrp="1"/>
          </p:cNvSpPr>
          <p:nvPr/>
        </p:nvSpPr>
        <p:spPr>
          <a:xfrm rot="19320000">
            <a:off x="993038" y="4933992"/>
            <a:ext cx="110313" cy="57058"/>
          </a:xfrm>
          <a:prstGeom prst="roundRect">
            <a:avLst/>
          </a:prstGeom>
          <a:noFill/>
          <a:ln w="19019">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1" name="Rounded Rectangle 20">
            <a:extLst>
              <a:ext uri="{FF2B5EF4-FFF2-40B4-BE49-F238E27FC236}">
                <a16:creationId xmlns:a16="http://schemas.microsoft.com/office/drawing/2014/main" id="{81F8B855-7D89-4C1C-B86D-9C117DF151DE}"/>
              </a:ext>
            </a:extLst>
          </p:cNvPr>
          <p:cNvSpPr>
            <a:spLocks noGrp="1"/>
          </p:cNvSpPr>
          <p:nvPr/>
        </p:nvSpPr>
        <p:spPr>
          <a:xfrm rot="19320000">
            <a:off x="1072920" y="4933992"/>
            <a:ext cx="110313" cy="57058"/>
          </a:xfrm>
          <a:prstGeom prst="roundRect">
            <a:avLst/>
          </a:prstGeom>
          <a:noFill/>
          <a:ln w="19019">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2" name="TextBox 21">
            <a:extLst>
              <a:ext uri="{FF2B5EF4-FFF2-40B4-BE49-F238E27FC236}">
                <a16:creationId xmlns:a16="http://schemas.microsoft.com/office/drawing/2014/main" id="{E6830464-59DE-4CF0-B283-D79835C413FA}"/>
              </a:ext>
            </a:extLst>
          </p:cNvPr>
          <p:cNvSpPr>
            <a:spLocks noGrp="1"/>
          </p:cNvSpPr>
          <p:nvPr/>
        </p:nvSpPr>
        <p:spPr>
          <a:xfrm>
            <a:off x="1527048" y="4576190"/>
            <a:ext cx="2011680" cy="237744"/>
          </a:xfrm>
          <a:prstGeom prst="rect">
            <a:avLst/>
          </a:prstGeom>
          <a:noFill/>
        </p:spPr>
        <p:txBody>
          <a:bodyPr wrap="square" lIns="0" tIns="0" rIns="0" bIns="0" anchor="t">
            <a:spAutoFit/>
          </a:bodyPr>
          <a:lstStyle/>
          <a:p>
            <a:pPr algn="l">
              <a:buNone/>
            </a:pPr>
            <a:r>
              <a:rPr sz="1200" b="1" i="0">
                <a:solidFill>
                  <a:srgbClr val="4D69E0"/>
                </a:solidFill>
                <a:latin typeface="Calibri"/>
                <a:ea typeface="Calibri"/>
                <a:cs typeface="Calibri"/>
              </a:rPr>
              <a:t>DIVISION OF LABOR</a:t>
            </a:r>
          </a:p>
        </p:txBody>
      </p:sp>
      <p:sp>
        <p:nvSpPr>
          <p:cNvPr id="23" name="TextBox 22">
            <a:extLst>
              <a:ext uri="{FF2B5EF4-FFF2-40B4-BE49-F238E27FC236}">
                <a16:creationId xmlns:a16="http://schemas.microsoft.com/office/drawing/2014/main" id="{CF3AFD1C-3734-407B-85FF-AFC0646395BF}"/>
              </a:ext>
            </a:extLst>
          </p:cNvPr>
          <p:cNvSpPr>
            <a:spLocks noGrp="1"/>
          </p:cNvSpPr>
          <p:nvPr/>
        </p:nvSpPr>
        <p:spPr>
          <a:xfrm>
            <a:off x="1527048" y="4868798"/>
            <a:ext cx="9601200" cy="476250"/>
          </a:xfrm>
          <a:prstGeom prst="rect">
            <a:avLst/>
          </a:prstGeom>
          <a:noFill/>
        </p:spPr>
        <p:txBody>
          <a:bodyPr wrap="square" lIns="0" tIns="0" rIns="0" bIns="0" anchor="t">
            <a:spAutoFit/>
          </a:bodyPr>
          <a:lstStyle/>
          <a:p>
            <a:pPr algn="l">
              <a:buNone/>
            </a:pPr>
            <a:r>
              <a:rPr sz="1500" b="0" i="0">
                <a:solidFill>
                  <a:srgbClr val="000000"/>
                </a:solidFill>
                <a:latin typeface="Calibri"/>
                <a:ea typeface="Calibri"/>
                <a:cs typeface="Calibri"/>
              </a:rPr>
              <a:t>MCP retrieves the ADO data. The ingest agent preserves, interprets and maps it into SpecKit artifacts.</a:t>
            </a:r>
          </a:p>
        </p:txBody>
      </p:sp>
    </p:spTree>
    <p:extLst>
      <p:ext uri="{BB962C8B-B14F-4D97-AF65-F5344CB8AC3E}">
        <p14:creationId xmlns:p14="http://schemas.microsoft.com/office/powerpoint/2010/main" val="1165110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7642-CFAB-4B19-AF24-7C5DD7091096}"/>
              </a:ext>
            </a:extLst>
          </p:cNvPr>
          <p:cNvSpPr>
            <a:spLocks noGrp="1"/>
          </p:cNvSpPr>
          <p:nvPr>
            <p:ph type="title"/>
          </p:nvPr>
        </p:nvSpPr>
        <p:spPr/>
        <p:txBody>
          <a:bodyPr/>
          <a:lstStyle/>
          <a:p>
            <a:r>
              <a:t>Tool poisoning hides instructions in the MCP interface</a:t>
            </a:r>
          </a:p>
        </p:txBody>
      </p:sp>
      <p:sp>
        <p:nvSpPr>
          <p:cNvPr id="3" name="TextBox 2">
            <a:extLst>
              <a:ext uri="{FF2B5EF4-FFF2-40B4-BE49-F238E27FC236}">
                <a16:creationId xmlns:a16="http://schemas.microsoft.com/office/drawing/2014/main" id="{ACE9ED20-1027-4897-A5EB-606022E63C8E}"/>
              </a:ext>
            </a:extLst>
          </p:cNvPr>
          <p:cNvSpPr>
            <a:spLocks noGrp="1"/>
          </p:cNvSpPr>
          <p:nvPr/>
        </p:nvSpPr>
        <p:spPr>
          <a:xfrm>
            <a:off x="612648" y="1133856"/>
            <a:ext cx="10972800" cy="320040"/>
          </a:xfrm>
          <a:prstGeom prst="rect">
            <a:avLst/>
          </a:prstGeom>
          <a:noFill/>
        </p:spPr>
        <p:txBody>
          <a:bodyPr wrap="square" lIns="0" tIns="0" rIns="0" bIns="0" anchor="t">
            <a:spAutoFit/>
          </a:bodyPr>
          <a:lstStyle/>
          <a:p>
            <a:pPr algn="l">
              <a:buNone/>
            </a:pPr>
            <a:r>
              <a:rPr sz="1500" b="0" i="0">
                <a:solidFill>
                  <a:srgbClr val="6B04A8"/>
                </a:solidFill>
                <a:latin typeface="Calibri"/>
                <a:ea typeface="Calibri"/>
                <a:cs typeface="Calibri"/>
              </a:rPr>
              <a:t>A malicious or changed server can steer the model before any tool runs</a:t>
            </a:r>
          </a:p>
        </p:txBody>
      </p:sp>
      <p:sp>
        <p:nvSpPr>
          <p:cNvPr id="4" name="Rounded Rectangle 3">
            <a:extLst>
              <a:ext uri="{FF2B5EF4-FFF2-40B4-BE49-F238E27FC236}">
                <a16:creationId xmlns:a16="http://schemas.microsoft.com/office/drawing/2014/main" id="{866727B6-35CD-480B-B667-500E8373920E}"/>
              </a:ext>
            </a:extLst>
          </p:cNvPr>
          <p:cNvSpPr>
            <a:spLocks noGrp="1"/>
          </p:cNvSpPr>
          <p:nvPr/>
        </p:nvSpPr>
        <p:spPr>
          <a:xfrm>
            <a:off x="612648" y="2103120"/>
            <a:ext cx="3246120" cy="201168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Oval 4">
            <a:extLst>
              <a:ext uri="{FF2B5EF4-FFF2-40B4-BE49-F238E27FC236}">
                <a16:creationId xmlns:a16="http://schemas.microsoft.com/office/drawing/2014/main" id="{11B6C81C-7707-49B6-87BB-7540AA9A1F3E}"/>
              </a:ext>
            </a:extLst>
          </p:cNvPr>
          <p:cNvSpPr>
            <a:spLocks noGrp="1"/>
          </p:cNvSpPr>
          <p:nvPr/>
        </p:nvSpPr>
        <p:spPr>
          <a:xfrm>
            <a:off x="868680" y="2359152"/>
            <a:ext cx="512064" cy="512064"/>
          </a:xfrm>
          <a:prstGeom prst="ellipse">
            <a:avLst/>
          </a:prstGeom>
          <a:solidFill>
            <a:srgbClr val="C530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6" name="Rounded Rectangle 5">
            <a:extLst>
              <a:ext uri="{FF2B5EF4-FFF2-40B4-BE49-F238E27FC236}">
                <a16:creationId xmlns:a16="http://schemas.microsoft.com/office/drawing/2014/main" id="{4C5F1BE7-D2DE-41F3-8096-79F534757F97}"/>
              </a:ext>
            </a:extLst>
          </p:cNvPr>
          <p:cNvSpPr>
            <a:spLocks noGrp="1"/>
          </p:cNvSpPr>
          <p:nvPr/>
        </p:nvSpPr>
        <p:spPr>
          <a:xfrm>
            <a:off x="996900" y="2487372"/>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7" name="Rounded Rectangle 6">
            <a:extLst>
              <a:ext uri="{FF2B5EF4-FFF2-40B4-BE49-F238E27FC236}">
                <a16:creationId xmlns:a16="http://schemas.microsoft.com/office/drawing/2014/main" id="{48AFDFF8-81E0-4349-9A0C-E76106D63A4C}"/>
              </a:ext>
            </a:extLst>
          </p:cNvPr>
          <p:cNvSpPr>
            <a:spLocks noGrp="1"/>
          </p:cNvSpPr>
          <p:nvPr/>
        </p:nvSpPr>
        <p:spPr>
          <a:xfrm>
            <a:off x="1135362" y="2487372"/>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8" name="Rounded Rectangle 7">
            <a:extLst>
              <a:ext uri="{FF2B5EF4-FFF2-40B4-BE49-F238E27FC236}">
                <a16:creationId xmlns:a16="http://schemas.microsoft.com/office/drawing/2014/main" id="{6D1643B7-6765-45BB-B291-1DDBC9588B93}"/>
              </a:ext>
            </a:extLst>
          </p:cNvPr>
          <p:cNvSpPr>
            <a:spLocks noGrp="1"/>
          </p:cNvSpPr>
          <p:nvPr/>
        </p:nvSpPr>
        <p:spPr>
          <a:xfrm>
            <a:off x="996900" y="2625834"/>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9" name="Rounded Rectangle 8">
            <a:extLst>
              <a:ext uri="{FF2B5EF4-FFF2-40B4-BE49-F238E27FC236}">
                <a16:creationId xmlns:a16="http://schemas.microsoft.com/office/drawing/2014/main" id="{2653FC05-0F3C-4EB4-ABEB-D2B85F47C6B1}"/>
              </a:ext>
            </a:extLst>
          </p:cNvPr>
          <p:cNvSpPr>
            <a:spLocks noGrp="1"/>
          </p:cNvSpPr>
          <p:nvPr/>
        </p:nvSpPr>
        <p:spPr>
          <a:xfrm>
            <a:off x="1135362" y="2625834"/>
            <a:ext cx="117160" cy="117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0" name="TextBox 9">
            <a:extLst>
              <a:ext uri="{FF2B5EF4-FFF2-40B4-BE49-F238E27FC236}">
                <a16:creationId xmlns:a16="http://schemas.microsoft.com/office/drawing/2014/main" id="{E1C70E58-87C7-4E9B-9831-1E28D39555B2}"/>
              </a:ext>
            </a:extLst>
          </p:cNvPr>
          <p:cNvSpPr>
            <a:spLocks noGrp="1"/>
          </p:cNvSpPr>
          <p:nvPr/>
        </p:nvSpPr>
        <p:spPr>
          <a:xfrm>
            <a:off x="868680" y="2999232"/>
            <a:ext cx="2734056" cy="274320"/>
          </a:xfrm>
          <a:prstGeom prst="rect">
            <a:avLst/>
          </a:prstGeom>
          <a:noFill/>
        </p:spPr>
        <p:txBody>
          <a:bodyPr wrap="square" lIns="0" tIns="0" rIns="0" bIns="0" anchor="t">
            <a:spAutoFit/>
          </a:bodyPr>
          <a:lstStyle/>
          <a:p>
            <a:pPr algn="l">
              <a:buNone/>
            </a:pPr>
            <a:r>
              <a:rPr sz="1500" b="1" i="0">
                <a:solidFill>
                  <a:srgbClr val="C530FF"/>
                </a:solidFill>
                <a:latin typeface="Calibri"/>
                <a:ea typeface="Calibri"/>
                <a:cs typeface="Calibri"/>
              </a:rPr>
              <a:t>POISONED TOOL METADATA</a:t>
            </a:r>
          </a:p>
        </p:txBody>
      </p:sp>
      <p:sp>
        <p:nvSpPr>
          <p:cNvPr id="11" name="TextBox 10">
            <a:extLst>
              <a:ext uri="{FF2B5EF4-FFF2-40B4-BE49-F238E27FC236}">
                <a16:creationId xmlns:a16="http://schemas.microsoft.com/office/drawing/2014/main" id="{C932D4BF-F765-4785-8F79-6B7EF1EB958C}"/>
              </a:ext>
            </a:extLst>
          </p:cNvPr>
          <p:cNvSpPr>
            <a:spLocks noGrp="1"/>
          </p:cNvSpPr>
          <p:nvPr/>
        </p:nvSpPr>
        <p:spPr>
          <a:xfrm>
            <a:off x="868680" y="3328415"/>
            <a:ext cx="2734056" cy="59436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A description, schema or annotation carries hidden instructions.</a:t>
            </a:r>
          </a:p>
        </p:txBody>
      </p:sp>
      <p:sp>
        <p:nvSpPr>
          <p:cNvPr id="12" name="Rounded Rectangle 11">
            <a:extLst>
              <a:ext uri="{FF2B5EF4-FFF2-40B4-BE49-F238E27FC236}">
                <a16:creationId xmlns:a16="http://schemas.microsoft.com/office/drawing/2014/main" id="{0A0C0A21-78C2-4225-AE3A-F2F76417E104}"/>
              </a:ext>
            </a:extLst>
          </p:cNvPr>
          <p:cNvSpPr>
            <a:spLocks noGrp="1"/>
          </p:cNvSpPr>
          <p:nvPr/>
        </p:nvSpPr>
        <p:spPr>
          <a:xfrm>
            <a:off x="4462272" y="1691640"/>
            <a:ext cx="3273552" cy="2834640"/>
          </a:xfrm>
          <a:prstGeom prst="roundRect">
            <a:avLst/>
          </a:prstGeom>
          <a:gradFill rotWithShape="1">
            <a:gsLst>
              <a:gs pos="0">
                <a:srgbClr val="FFFFFF"/>
              </a:gs>
              <a:gs pos="100000">
                <a:srgbClr val="F2F5F7"/>
              </a:gs>
            </a:gsLst>
            <a:lin ang="6600000" scaled="0"/>
          </a:gra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3" name="Oval 12">
            <a:extLst>
              <a:ext uri="{FF2B5EF4-FFF2-40B4-BE49-F238E27FC236}">
                <a16:creationId xmlns:a16="http://schemas.microsoft.com/office/drawing/2014/main" id="{3F134041-D999-43E6-8C80-5EDDF4E1AD1B}"/>
              </a:ext>
            </a:extLst>
          </p:cNvPr>
          <p:cNvSpPr>
            <a:spLocks noGrp="1"/>
          </p:cNvSpPr>
          <p:nvPr/>
        </p:nvSpPr>
        <p:spPr>
          <a:xfrm>
            <a:off x="4718304" y="1947672"/>
            <a:ext cx="512064" cy="512064"/>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4" name="Rounded Rectangle 13">
            <a:extLst>
              <a:ext uri="{FF2B5EF4-FFF2-40B4-BE49-F238E27FC236}">
                <a16:creationId xmlns:a16="http://schemas.microsoft.com/office/drawing/2014/main" id="{2F4A8265-70AC-4C27-8810-597197E3ECD4}"/>
              </a:ext>
            </a:extLst>
          </p:cNvPr>
          <p:cNvSpPr>
            <a:spLocks noGrp="1"/>
          </p:cNvSpPr>
          <p:nvPr/>
        </p:nvSpPr>
        <p:spPr>
          <a:xfrm rot="19320000">
            <a:off x="4841199" y="2166425"/>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5" name="Rounded Rectangle 14">
            <a:extLst>
              <a:ext uri="{FF2B5EF4-FFF2-40B4-BE49-F238E27FC236}">
                <a16:creationId xmlns:a16="http://schemas.microsoft.com/office/drawing/2014/main" id="{9616A27E-3B4A-432D-9692-5E23F034BF40}"/>
              </a:ext>
            </a:extLst>
          </p:cNvPr>
          <p:cNvSpPr>
            <a:spLocks noGrp="1"/>
          </p:cNvSpPr>
          <p:nvPr/>
        </p:nvSpPr>
        <p:spPr>
          <a:xfrm rot="19320000">
            <a:off x="4953034" y="2166425"/>
            <a:ext cx="154438" cy="79881"/>
          </a:xfrm>
          <a:prstGeom prst="roundRect">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6" name="TextBox 15">
            <a:extLst>
              <a:ext uri="{FF2B5EF4-FFF2-40B4-BE49-F238E27FC236}">
                <a16:creationId xmlns:a16="http://schemas.microsoft.com/office/drawing/2014/main" id="{29A7CDD2-0D06-478D-AA7D-0A26388DF74F}"/>
              </a:ext>
            </a:extLst>
          </p:cNvPr>
          <p:cNvSpPr>
            <a:spLocks noGrp="1"/>
          </p:cNvSpPr>
          <p:nvPr/>
        </p:nvSpPr>
        <p:spPr>
          <a:xfrm>
            <a:off x="4718304" y="2587752"/>
            <a:ext cx="2761488" cy="274320"/>
          </a:xfrm>
          <a:prstGeom prst="rect">
            <a:avLst/>
          </a:prstGeom>
          <a:noFill/>
        </p:spPr>
        <p:txBody>
          <a:bodyPr wrap="square" lIns="0" tIns="0" rIns="0" bIns="0" anchor="t">
            <a:spAutoFit/>
          </a:bodyPr>
          <a:lstStyle/>
          <a:p>
            <a:pPr algn="l">
              <a:buNone/>
            </a:pPr>
            <a:r>
              <a:rPr sz="1500" b="1" i="0">
                <a:solidFill>
                  <a:srgbClr val="4D69E0"/>
                </a:solidFill>
                <a:latin typeface="Calibri"/>
                <a:ea typeface="Calibri"/>
                <a:cs typeface="Calibri"/>
              </a:rPr>
              <a:t>MODEL PLANNING</a:t>
            </a:r>
          </a:p>
        </p:txBody>
      </p:sp>
      <p:sp>
        <p:nvSpPr>
          <p:cNvPr id="17" name="Rounded Rectangle 16">
            <a:extLst>
              <a:ext uri="{FF2B5EF4-FFF2-40B4-BE49-F238E27FC236}">
                <a16:creationId xmlns:a16="http://schemas.microsoft.com/office/drawing/2014/main" id="{C1BC3EF8-ED48-4765-BB53-8F263CD7DB2D}"/>
              </a:ext>
            </a:extLst>
          </p:cNvPr>
          <p:cNvSpPr>
            <a:spLocks noGrp="1"/>
          </p:cNvSpPr>
          <p:nvPr/>
        </p:nvSpPr>
        <p:spPr>
          <a:xfrm>
            <a:off x="8339327" y="2103120"/>
            <a:ext cx="3246120" cy="201168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8" name="Oval 17">
            <a:extLst>
              <a:ext uri="{FF2B5EF4-FFF2-40B4-BE49-F238E27FC236}">
                <a16:creationId xmlns:a16="http://schemas.microsoft.com/office/drawing/2014/main" id="{80B567AD-7078-4466-A1F3-16FF0F9A083C}"/>
              </a:ext>
            </a:extLst>
          </p:cNvPr>
          <p:cNvSpPr>
            <a:spLocks noGrp="1"/>
          </p:cNvSpPr>
          <p:nvPr/>
        </p:nvSpPr>
        <p:spPr>
          <a:xfrm>
            <a:off x="8595359" y="2359152"/>
            <a:ext cx="512064" cy="512064"/>
          </a:xfrm>
          <a:prstGeom prst="ellipse">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9" name="Can 18">
            <a:extLst>
              <a:ext uri="{FF2B5EF4-FFF2-40B4-BE49-F238E27FC236}">
                <a16:creationId xmlns:a16="http://schemas.microsoft.com/office/drawing/2014/main" id="{794F631D-4544-4BA1-9955-E75487F72AEE}"/>
              </a:ext>
            </a:extLst>
          </p:cNvPr>
          <p:cNvSpPr>
            <a:spLocks noGrp="1"/>
          </p:cNvSpPr>
          <p:nvPr/>
        </p:nvSpPr>
        <p:spPr>
          <a:xfrm>
            <a:off x="8750208" y="2490035"/>
            <a:ext cx="202367" cy="250296"/>
          </a:xfrm>
          <a:prstGeom prst="can">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0" name="TextBox 19">
            <a:extLst>
              <a:ext uri="{FF2B5EF4-FFF2-40B4-BE49-F238E27FC236}">
                <a16:creationId xmlns:a16="http://schemas.microsoft.com/office/drawing/2014/main" id="{CBDF9131-37A6-4338-98AA-E309BFA85F51}"/>
              </a:ext>
            </a:extLst>
          </p:cNvPr>
          <p:cNvSpPr>
            <a:spLocks noGrp="1"/>
          </p:cNvSpPr>
          <p:nvPr/>
        </p:nvSpPr>
        <p:spPr>
          <a:xfrm>
            <a:off x="8595359" y="2999232"/>
            <a:ext cx="2734056" cy="274320"/>
          </a:xfrm>
          <a:prstGeom prst="rect">
            <a:avLst/>
          </a:prstGeom>
          <a:noFill/>
        </p:spPr>
        <p:txBody>
          <a:bodyPr wrap="square" lIns="0" tIns="0" rIns="0" bIns="0" anchor="t">
            <a:spAutoFit/>
          </a:bodyPr>
          <a:lstStyle/>
          <a:p>
            <a:pPr algn="l">
              <a:buNone/>
            </a:pPr>
            <a:r>
              <a:rPr sz="1500" b="1" i="0">
                <a:solidFill>
                  <a:srgbClr val="00D787"/>
                </a:solidFill>
                <a:latin typeface="Calibri"/>
                <a:ea typeface="Calibri"/>
                <a:cs typeface="Calibri"/>
              </a:rPr>
              <a:t>UNINTENDED ACTION</a:t>
            </a:r>
          </a:p>
        </p:txBody>
      </p:sp>
      <p:sp>
        <p:nvSpPr>
          <p:cNvPr id="21" name="TextBox 20">
            <a:extLst>
              <a:ext uri="{FF2B5EF4-FFF2-40B4-BE49-F238E27FC236}">
                <a16:creationId xmlns:a16="http://schemas.microsoft.com/office/drawing/2014/main" id="{EE6C4CB6-1C2D-4362-A4F7-DE3C98D8EB4A}"/>
              </a:ext>
            </a:extLst>
          </p:cNvPr>
          <p:cNvSpPr>
            <a:spLocks noGrp="1"/>
          </p:cNvSpPr>
          <p:nvPr/>
        </p:nvSpPr>
        <p:spPr>
          <a:xfrm>
            <a:off x="8595359" y="3328415"/>
            <a:ext cx="2734056" cy="59436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Read sensitive data, invoke another tool or bypass the intended workflow.</a:t>
            </a:r>
          </a:p>
        </p:txBody>
      </p:sp>
      <p:sp>
        <p:nvSpPr>
          <p:cNvPr id="22" name="TextBox 21">
            <a:extLst>
              <a:ext uri="{FF2B5EF4-FFF2-40B4-BE49-F238E27FC236}">
                <a16:creationId xmlns:a16="http://schemas.microsoft.com/office/drawing/2014/main" id="{EF28F7CD-B6DA-41BF-BDE2-E0532BEC9957}"/>
              </a:ext>
            </a:extLst>
          </p:cNvPr>
          <p:cNvSpPr>
            <a:spLocks noGrp="1"/>
          </p:cNvSpPr>
          <p:nvPr/>
        </p:nvSpPr>
        <p:spPr>
          <a:xfrm>
            <a:off x="4718304" y="2898648"/>
            <a:ext cx="2761488" cy="396240"/>
          </a:xfrm>
          <a:prstGeom prst="rect">
            <a:avLst/>
          </a:prstGeom>
          <a:noFill/>
        </p:spPr>
        <p:txBody>
          <a:bodyPr wrap="square" lIns="0" tIns="0" rIns="0" bIns="0" anchor="t">
            <a:spAutoFit/>
          </a:bodyPr>
          <a:lstStyle/>
          <a:p>
            <a:pPr algn="l">
              <a:buNone/>
            </a:pPr>
            <a:r>
              <a:rPr sz="1300" b="0" i="0">
                <a:solidFill>
                  <a:srgbClr val="000000"/>
                </a:solidFill>
                <a:latin typeface="Calibri"/>
                <a:ea typeface="Calibri"/>
                <a:cs typeface="Calibri"/>
              </a:rPr>
              <a:t>The poisoned definition enters the model’s context:</a:t>
            </a:r>
          </a:p>
        </p:txBody>
      </p:sp>
      <p:sp>
        <p:nvSpPr>
          <p:cNvPr id="23" name="Oval 22">
            <a:extLst>
              <a:ext uri="{FF2B5EF4-FFF2-40B4-BE49-F238E27FC236}">
                <a16:creationId xmlns:a16="http://schemas.microsoft.com/office/drawing/2014/main" id="{63BCD98B-CE25-48BA-88B2-ABE7D82E7E75}"/>
              </a:ext>
            </a:extLst>
          </p:cNvPr>
          <p:cNvSpPr>
            <a:spLocks noGrp="1"/>
          </p:cNvSpPr>
          <p:nvPr/>
        </p:nvSpPr>
        <p:spPr>
          <a:xfrm>
            <a:off x="4736592" y="3383280"/>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4" name="TextBox 23">
            <a:extLst>
              <a:ext uri="{FF2B5EF4-FFF2-40B4-BE49-F238E27FC236}">
                <a16:creationId xmlns:a16="http://schemas.microsoft.com/office/drawing/2014/main" id="{70FF4BE6-235F-4595-94BC-F2CE1CCD7C71}"/>
              </a:ext>
            </a:extLst>
          </p:cNvPr>
          <p:cNvSpPr>
            <a:spLocks noGrp="1"/>
          </p:cNvSpPr>
          <p:nvPr/>
        </p:nvSpPr>
        <p:spPr>
          <a:xfrm>
            <a:off x="4992624" y="3300984"/>
            <a:ext cx="2468880" cy="396240"/>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LOAD — poisoned metadata</a:t>
            </a:r>
          </a:p>
        </p:txBody>
      </p:sp>
      <p:sp>
        <p:nvSpPr>
          <p:cNvPr id="25" name="Oval 24">
            <a:extLst>
              <a:ext uri="{FF2B5EF4-FFF2-40B4-BE49-F238E27FC236}">
                <a16:creationId xmlns:a16="http://schemas.microsoft.com/office/drawing/2014/main" id="{CCB60775-A5ED-497E-AD0B-D36B0364F190}"/>
              </a:ext>
            </a:extLst>
          </p:cNvPr>
          <p:cNvSpPr>
            <a:spLocks noGrp="1"/>
          </p:cNvSpPr>
          <p:nvPr/>
        </p:nvSpPr>
        <p:spPr>
          <a:xfrm>
            <a:off x="4736592" y="3712464"/>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6" name="TextBox 25">
            <a:extLst>
              <a:ext uri="{FF2B5EF4-FFF2-40B4-BE49-F238E27FC236}">
                <a16:creationId xmlns:a16="http://schemas.microsoft.com/office/drawing/2014/main" id="{3091F34B-6317-46F6-9328-CB0CEA7B8728}"/>
              </a:ext>
            </a:extLst>
          </p:cNvPr>
          <p:cNvSpPr>
            <a:spLocks noGrp="1"/>
          </p:cNvSpPr>
          <p:nvPr/>
        </p:nvSpPr>
        <p:spPr>
          <a:xfrm>
            <a:off x="4992624" y="3630168"/>
            <a:ext cx="2468880" cy="396240"/>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STEER — alter intent</a:t>
            </a:r>
          </a:p>
        </p:txBody>
      </p:sp>
      <p:sp>
        <p:nvSpPr>
          <p:cNvPr id="27" name="Oval 26">
            <a:extLst>
              <a:ext uri="{FF2B5EF4-FFF2-40B4-BE49-F238E27FC236}">
                <a16:creationId xmlns:a16="http://schemas.microsoft.com/office/drawing/2014/main" id="{4EF9ACDA-371F-47E9-94F9-800E9E30B502}"/>
              </a:ext>
            </a:extLst>
          </p:cNvPr>
          <p:cNvSpPr>
            <a:spLocks noGrp="1"/>
          </p:cNvSpPr>
          <p:nvPr/>
        </p:nvSpPr>
        <p:spPr>
          <a:xfrm>
            <a:off x="4736592" y="4041648"/>
            <a:ext cx="118872" cy="118872"/>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8" name="TextBox 27">
            <a:extLst>
              <a:ext uri="{FF2B5EF4-FFF2-40B4-BE49-F238E27FC236}">
                <a16:creationId xmlns:a16="http://schemas.microsoft.com/office/drawing/2014/main" id="{4207E7D4-F229-427A-BCE7-45EA3AAA803A}"/>
              </a:ext>
            </a:extLst>
          </p:cNvPr>
          <p:cNvSpPr>
            <a:spLocks noGrp="1"/>
          </p:cNvSpPr>
          <p:nvPr/>
        </p:nvSpPr>
        <p:spPr>
          <a:xfrm>
            <a:off x="4992624" y="3959352"/>
            <a:ext cx="2468880" cy="396240"/>
          </a:xfrm>
          <a:prstGeom prst="rect">
            <a:avLst/>
          </a:prstGeom>
          <a:noFill/>
        </p:spPr>
        <p:txBody>
          <a:bodyPr wrap="square" lIns="0" tIns="0" rIns="0" bIns="0" anchor="t">
            <a:spAutoFit/>
          </a:bodyPr>
          <a:lstStyle/>
          <a:p>
            <a:pPr algn="l">
              <a:buNone/>
            </a:pPr>
            <a:r>
              <a:rPr sz="1300" b="1" i="0">
                <a:solidFill>
                  <a:srgbClr val="4D69E0"/>
                </a:solidFill>
                <a:latin typeface="Calibri"/>
                <a:ea typeface="Calibri"/>
                <a:cs typeface="Calibri"/>
              </a:rPr>
              <a:t>PIVOT — use other tools</a:t>
            </a:r>
          </a:p>
        </p:txBody>
      </p:sp>
      <p:sp>
        <p:nvSpPr>
          <p:cNvPr id="29" name="Right Arrow 28">
            <a:extLst>
              <a:ext uri="{FF2B5EF4-FFF2-40B4-BE49-F238E27FC236}">
                <a16:creationId xmlns:a16="http://schemas.microsoft.com/office/drawing/2014/main" id="{B9BE075D-7701-4C44-9431-9C162F31AC59}"/>
              </a:ext>
            </a:extLst>
          </p:cNvPr>
          <p:cNvSpPr>
            <a:spLocks noGrp="1"/>
          </p:cNvSpPr>
          <p:nvPr/>
        </p:nvSpPr>
        <p:spPr>
          <a:xfrm>
            <a:off x="3968496" y="2971800"/>
            <a:ext cx="384048" cy="274320"/>
          </a:xfrm>
          <a:prstGeom prst="rightArrow">
            <a:avLst/>
          </a:prstGeom>
          <a:solidFill>
            <a:srgbClr val="A6A6A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0" name="Right Arrow 29">
            <a:extLst>
              <a:ext uri="{FF2B5EF4-FFF2-40B4-BE49-F238E27FC236}">
                <a16:creationId xmlns:a16="http://schemas.microsoft.com/office/drawing/2014/main" id="{3E8D0F22-6236-454A-B321-33D947B5A191}"/>
              </a:ext>
            </a:extLst>
          </p:cNvPr>
          <p:cNvSpPr>
            <a:spLocks noGrp="1"/>
          </p:cNvSpPr>
          <p:nvPr/>
        </p:nvSpPr>
        <p:spPr>
          <a:xfrm>
            <a:off x="7845552" y="2971800"/>
            <a:ext cx="384048" cy="274320"/>
          </a:xfrm>
          <a:prstGeom prst="rightArrow">
            <a:avLst/>
          </a:prstGeom>
          <a:solidFill>
            <a:srgbClr val="A6A6A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1" name="Rounded Rectangle 30">
            <a:extLst>
              <a:ext uri="{FF2B5EF4-FFF2-40B4-BE49-F238E27FC236}">
                <a16:creationId xmlns:a16="http://schemas.microsoft.com/office/drawing/2014/main" id="{E19E3C06-3956-4670-B0E5-CE3E78A2DAAA}"/>
              </a:ext>
            </a:extLst>
          </p:cNvPr>
          <p:cNvSpPr>
            <a:spLocks noGrp="1"/>
          </p:cNvSpPr>
          <p:nvPr/>
        </p:nvSpPr>
        <p:spPr>
          <a:xfrm>
            <a:off x="612648" y="4846320"/>
            <a:ext cx="10972800" cy="1051560"/>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2" name="Oval 31">
            <a:extLst>
              <a:ext uri="{FF2B5EF4-FFF2-40B4-BE49-F238E27FC236}">
                <a16:creationId xmlns:a16="http://schemas.microsoft.com/office/drawing/2014/main" id="{8B96A7C8-847A-4C0E-94C2-EFDEBBB7F18D}"/>
              </a:ext>
            </a:extLst>
          </p:cNvPr>
          <p:cNvSpPr>
            <a:spLocks noGrp="1"/>
          </p:cNvSpPr>
          <p:nvPr/>
        </p:nvSpPr>
        <p:spPr>
          <a:xfrm>
            <a:off x="905256" y="5189220"/>
            <a:ext cx="365760" cy="365760"/>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3" name="Oval 32">
            <a:extLst>
              <a:ext uri="{FF2B5EF4-FFF2-40B4-BE49-F238E27FC236}">
                <a16:creationId xmlns:a16="http://schemas.microsoft.com/office/drawing/2014/main" id="{50D13077-CAB1-44C1-83E4-C2CEB7BE18EE}"/>
              </a:ext>
            </a:extLst>
          </p:cNvPr>
          <p:cNvSpPr>
            <a:spLocks noGrp="1"/>
          </p:cNvSpPr>
          <p:nvPr/>
        </p:nvSpPr>
        <p:spPr>
          <a:xfrm>
            <a:off x="1034881" y="5280806"/>
            <a:ext cx="106509" cy="114117"/>
          </a:xfrm>
          <a:prstGeom prst="ellipse">
            <a:avLst/>
          </a:prstGeom>
          <a:noFill/>
          <a:ln w="19019">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4" name="Rectangle 33">
            <a:extLst>
              <a:ext uri="{FF2B5EF4-FFF2-40B4-BE49-F238E27FC236}">
                <a16:creationId xmlns:a16="http://schemas.microsoft.com/office/drawing/2014/main" id="{DF90EBEB-1C00-4D9C-A303-A3C73A320661}"/>
              </a:ext>
            </a:extLst>
          </p:cNvPr>
          <p:cNvSpPr>
            <a:spLocks noGrp="1"/>
          </p:cNvSpPr>
          <p:nvPr/>
        </p:nvSpPr>
        <p:spPr>
          <a:xfrm>
            <a:off x="1061508" y="5398727"/>
            <a:ext cx="53254" cy="190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5" name="Rectangle 34">
            <a:extLst>
              <a:ext uri="{FF2B5EF4-FFF2-40B4-BE49-F238E27FC236}">
                <a16:creationId xmlns:a16="http://schemas.microsoft.com/office/drawing/2014/main" id="{25ED3B56-01E2-4BFF-A6A3-B2713D414533}"/>
              </a:ext>
            </a:extLst>
          </p:cNvPr>
          <p:cNvSpPr>
            <a:spLocks noGrp="1"/>
          </p:cNvSpPr>
          <p:nvPr/>
        </p:nvSpPr>
        <p:spPr>
          <a:xfrm>
            <a:off x="1067214" y="5429158"/>
            <a:ext cx="41842" cy="190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36" name="TextBox 35">
            <a:extLst>
              <a:ext uri="{FF2B5EF4-FFF2-40B4-BE49-F238E27FC236}">
                <a16:creationId xmlns:a16="http://schemas.microsoft.com/office/drawing/2014/main" id="{7DCB746E-4577-4A2A-AB40-8414F1BC45D7}"/>
              </a:ext>
            </a:extLst>
          </p:cNvPr>
          <p:cNvSpPr>
            <a:spLocks noGrp="1"/>
          </p:cNvSpPr>
          <p:nvPr/>
        </p:nvSpPr>
        <p:spPr>
          <a:xfrm>
            <a:off x="1527048" y="4987671"/>
            <a:ext cx="2011680" cy="237744"/>
          </a:xfrm>
          <a:prstGeom prst="rect">
            <a:avLst/>
          </a:prstGeom>
          <a:noFill/>
        </p:spPr>
        <p:txBody>
          <a:bodyPr wrap="square" lIns="0" tIns="0" rIns="0" bIns="0" anchor="t">
            <a:spAutoFit/>
          </a:bodyPr>
          <a:lstStyle/>
          <a:p>
            <a:pPr algn="l">
              <a:buNone/>
            </a:pPr>
            <a:r>
              <a:rPr sz="1200" b="1" i="0">
                <a:solidFill>
                  <a:srgbClr val="4D69E0"/>
                </a:solidFill>
                <a:latin typeface="Calibri"/>
                <a:ea typeface="Calibri"/>
                <a:cs typeface="Calibri"/>
              </a:rPr>
              <a:t>WHY HVE RESTRICTS MCP</a:t>
            </a:r>
          </a:p>
        </p:txBody>
      </p:sp>
      <p:sp>
        <p:nvSpPr>
          <p:cNvPr id="37" name="TextBox 36">
            <a:extLst>
              <a:ext uri="{FF2B5EF4-FFF2-40B4-BE49-F238E27FC236}">
                <a16:creationId xmlns:a16="http://schemas.microsoft.com/office/drawing/2014/main" id="{82945D69-16E7-4D36-883D-998A93EAEE8E}"/>
              </a:ext>
            </a:extLst>
          </p:cNvPr>
          <p:cNvSpPr>
            <a:spLocks noGrp="1"/>
          </p:cNvSpPr>
          <p:nvPr/>
        </p:nvSpPr>
        <p:spPr>
          <a:xfrm>
            <a:off x="1527048" y="5280278"/>
            <a:ext cx="9601200" cy="476250"/>
          </a:xfrm>
          <a:prstGeom prst="rect">
            <a:avLst/>
          </a:prstGeom>
          <a:noFill/>
        </p:spPr>
        <p:txBody>
          <a:bodyPr wrap="square" lIns="0" tIns="0" rIns="0" bIns="0" anchor="t">
            <a:spAutoFit/>
          </a:bodyPr>
          <a:lstStyle/>
          <a:p>
            <a:pPr algn="l">
              <a:buNone/>
            </a:pPr>
            <a:r>
              <a:rPr sz="1500" b="0" i="0">
                <a:solidFill>
                  <a:srgbClr val="000000"/>
                </a:solidFill>
                <a:latin typeface="Calibri"/>
                <a:ea typeface="Calibri"/>
                <a:cs typeface="Calibri"/>
              </a:rPr>
              <a:t>Tool poisoning is why HVE restricts MCP servers: approve known servers, pin versions and re-review changes.</a:t>
            </a:r>
          </a:p>
        </p:txBody>
      </p:sp>
    </p:spTree>
    <p:extLst>
      <p:ext uri="{BB962C8B-B14F-4D97-AF65-F5344CB8AC3E}">
        <p14:creationId xmlns:p14="http://schemas.microsoft.com/office/powerpoint/2010/main" val="1638599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575AB9-0DF0-40E4-94B8-62D295C4708A}"/>
              </a:ext>
            </a:extLst>
          </p:cNvPr>
          <p:cNvSpPr>
            <a:spLocks noGrp="1"/>
          </p:cNvSpPr>
          <p:nvPr>
            <p:ph type="body" idx="13"/>
          </p:nvPr>
        </p:nvSpPr>
        <p:spPr/>
        <p:txBody>
          <a:bodyPr/>
          <a:lstStyle/>
          <a:p>
            <a:r>
              <a:t>CONTROL THE SERVER · VERIFY EVERY CHANGE · SHOW EVERY ACTION</a:t>
            </a:r>
          </a:p>
        </p:txBody>
      </p:sp>
      <p:sp>
        <p:nvSpPr>
          <p:cNvPr id="3" name="Title 2">
            <a:extLst>
              <a:ext uri="{FF2B5EF4-FFF2-40B4-BE49-F238E27FC236}">
                <a16:creationId xmlns:a16="http://schemas.microsoft.com/office/drawing/2014/main" id="{42E19DF9-A770-48EC-81DE-35521CC09B0B}"/>
              </a:ext>
            </a:extLst>
          </p:cNvPr>
          <p:cNvSpPr>
            <a:spLocks noGrp="1"/>
          </p:cNvSpPr>
          <p:nvPr>
            <p:ph type="title"/>
          </p:nvPr>
        </p:nvSpPr>
        <p:spPr/>
        <p:txBody>
          <a:bodyPr/>
          <a:lstStyle/>
          <a:p>
            <a:r>
              <a:t>Limit the blast radius across the MCP lifecycle</a:t>
            </a:r>
          </a:p>
        </p:txBody>
      </p:sp>
      <p:sp>
        <p:nvSpPr>
          <p:cNvPr id="4" name="Rounded Rectangle 3">
            <a:extLst>
              <a:ext uri="{FF2B5EF4-FFF2-40B4-BE49-F238E27FC236}">
                <a16:creationId xmlns:a16="http://schemas.microsoft.com/office/drawing/2014/main" id="{D625BBC4-B667-4F83-9740-B963709683E9}"/>
              </a:ext>
            </a:extLst>
          </p:cNvPr>
          <p:cNvSpPr>
            <a:spLocks noGrp="1"/>
          </p:cNvSpPr>
          <p:nvPr/>
        </p:nvSpPr>
        <p:spPr>
          <a:xfrm>
            <a:off x="612648" y="1627632"/>
            <a:ext cx="3017520" cy="4352544"/>
          </a:xfrm>
          <a:prstGeom prst="roundRect">
            <a:avLst/>
          </a:prstGeom>
          <a:gradFill rotWithShape="1">
            <a:gsLst>
              <a:gs pos="0">
                <a:srgbClr val="FFFFFF"/>
              </a:gs>
              <a:gs pos="100000">
                <a:srgbClr val="F2F5F7"/>
              </a:gs>
            </a:gsLst>
            <a:lin ang="6600000" scaled="0"/>
          </a:gra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graphicFrame>
        <p:nvGraphicFramePr>
          <p:cNvPr id="33" name="Chart 4"/>
          <p:cNvGraphicFramePr/>
          <p:nvPr/>
        </p:nvGraphicFramePr>
        <p:xfrm>
          <a:off x="978408" y="2011680"/>
          <a:ext cx="22860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BD1D34B2-7FB1-4F3F-852F-F0632B3CB16E}"/>
              </a:ext>
            </a:extLst>
          </p:cNvPr>
          <p:cNvSpPr>
            <a:spLocks noGrp="1"/>
          </p:cNvSpPr>
          <p:nvPr/>
        </p:nvSpPr>
        <p:spPr>
          <a:xfrm>
            <a:off x="1604314" y="2750820"/>
            <a:ext cx="1034186" cy="587375"/>
          </a:xfrm>
          <a:prstGeom prst="rect">
            <a:avLst/>
          </a:prstGeom>
          <a:noFill/>
        </p:spPr>
        <p:txBody>
          <a:bodyPr wrap="square" lIns="0" tIns="0" rIns="0" bIns="0" anchor="ctr">
            <a:spAutoFit/>
          </a:bodyPr>
          <a:lstStyle/>
          <a:p>
            <a:pPr algn="ctr">
              <a:buNone/>
            </a:pPr>
            <a:r>
              <a:rPr sz="3700" b="0" i="0">
                <a:solidFill>
                  <a:srgbClr val="F70656"/>
                </a:solidFill>
                <a:latin typeface="Calibri Light"/>
                <a:ea typeface="Calibri Light"/>
                <a:cs typeface="Calibri Light"/>
              </a:rPr>
              <a:t>21%</a:t>
            </a:r>
          </a:p>
        </p:txBody>
      </p:sp>
      <p:sp>
        <p:nvSpPr>
          <p:cNvPr id="7" name="TextBox 6">
            <a:extLst>
              <a:ext uri="{FF2B5EF4-FFF2-40B4-BE49-F238E27FC236}">
                <a16:creationId xmlns:a16="http://schemas.microsoft.com/office/drawing/2014/main" id="{B55EDFDC-A7A6-47E0-9B7B-E428F5CBA45A}"/>
              </a:ext>
            </a:extLst>
          </p:cNvPr>
          <p:cNvSpPr>
            <a:spLocks noGrp="1"/>
          </p:cNvSpPr>
          <p:nvPr/>
        </p:nvSpPr>
        <p:spPr>
          <a:xfrm>
            <a:off x="1604314" y="3383915"/>
            <a:ext cx="1034186" cy="174625"/>
          </a:xfrm>
          <a:prstGeom prst="rect">
            <a:avLst/>
          </a:prstGeom>
          <a:noFill/>
        </p:spPr>
        <p:txBody>
          <a:bodyPr wrap="square" lIns="0" tIns="0" rIns="0" bIns="0" anchor="ctr">
            <a:spAutoFit/>
          </a:bodyPr>
          <a:lstStyle/>
          <a:p>
            <a:pPr algn="ctr">
              <a:buNone/>
            </a:pPr>
            <a:r>
              <a:rPr sz="1100" b="0" i="0">
                <a:solidFill>
                  <a:srgbClr val="595959"/>
                </a:solidFill>
                <a:latin typeface="Calibri"/>
                <a:ea typeface="Calibri"/>
                <a:cs typeface="Calibri"/>
              </a:rPr>
              <a:t>CAN WRITE</a:t>
            </a:r>
          </a:p>
        </p:txBody>
      </p:sp>
      <p:sp>
        <p:nvSpPr>
          <p:cNvPr id="8" name="TextBox 7">
            <a:extLst>
              <a:ext uri="{FF2B5EF4-FFF2-40B4-BE49-F238E27FC236}">
                <a16:creationId xmlns:a16="http://schemas.microsoft.com/office/drawing/2014/main" id="{02063E26-0E2F-4D74-96B9-ABEC5E1CFDBA}"/>
              </a:ext>
            </a:extLst>
          </p:cNvPr>
          <p:cNvSpPr>
            <a:spLocks noGrp="1"/>
          </p:cNvSpPr>
          <p:nvPr/>
        </p:nvSpPr>
        <p:spPr>
          <a:xfrm>
            <a:off x="932688" y="4434840"/>
            <a:ext cx="2377440" cy="685800"/>
          </a:xfrm>
          <a:prstGeom prst="rect">
            <a:avLst/>
          </a:prstGeom>
          <a:noFill/>
        </p:spPr>
        <p:txBody>
          <a:bodyPr wrap="square" lIns="0" tIns="0" rIns="0" bIns="0" anchor="t">
            <a:spAutoFit/>
          </a:bodyPr>
          <a:lstStyle/>
          <a:p>
            <a:pPr algn="ctr">
              <a:buNone/>
            </a:pPr>
            <a:r>
              <a:rPr sz="1300" b="0" i="0">
                <a:solidFill>
                  <a:srgbClr val="000000"/>
                </a:solidFill>
                <a:latin typeface="Calibri"/>
                <a:ea typeface="Calibri"/>
                <a:cs typeface="Calibri"/>
              </a:rPr>
              <a:t>Eight of the 38 Azure DevOps tools declared by the alarm agent.</a:t>
            </a:r>
          </a:p>
        </p:txBody>
      </p:sp>
      <p:sp>
        <p:nvSpPr>
          <p:cNvPr id="9" name="TextBox 8">
            <a:extLst>
              <a:ext uri="{FF2B5EF4-FFF2-40B4-BE49-F238E27FC236}">
                <a16:creationId xmlns:a16="http://schemas.microsoft.com/office/drawing/2014/main" id="{E6316E66-CF40-4AEF-A4C7-42F79EADFDD5}"/>
              </a:ext>
            </a:extLst>
          </p:cNvPr>
          <p:cNvSpPr>
            <a:spLocks noGrp="1"/>
          </p:cNvSpPr>
          <p:nvPr/>
        </p:nvSpPr>
        <p:spPr>
          <a:xfrm>
            <a:off x="932688" y="5440680"/>
            <a:ext cx="2377440" cy="274320"/>
          </a:xfrm>
          <a:prstGeom prst="rect">
            <a:avLst/>
          </a:prstGeom>
          <a:noFill/>
        </p:spPr>
        <p:txBody>
          <a:bodyPr wrap="square" lIns="0" tIns="0" rIns="0" bIns="0" anchor="t">
            <a:spAutoFit/>
          </a:bodyPr>
          <a:lstStyle/>
          <a:p>
            <a:pPr algn="ctr">
              <a:buNone/>
            </a:pPr>
            <a:r>
              <a:rPr sz="1100" b="0" i="0">
                <a:solidFill>
                  <a:srgbClr val="A6A6A6"/>
                </a:solidFill>
                <a:latin typeface="Calibri"/>
                <a:ea typeface="Calibri"/>
                <a:cs typeface="Calibri"/>
              </a:rPr>
              <a:t>alarm-agent.agent.md, line 6</a:t>
            </a:r>
          </a:p>
        </p:txBody>
      </p:sp>
      <p:sp>
        <p:nvSpPr>
          <p:cNvPr id="10" name="Rounded Rectangle 9">
            <a:extLst>
              <a:ext uri="{FF2B5EF4-FFF2-40B4-BE49-F238E27FC236}">
                <a16:creationId xmlns:a16="http://schemas.microsoft.com/office/drawing/2014/main" id="{51355995-C74E-48CF-985F-7BC1874D8321}"/>
              </a:ext>
            </a:extLst>
          </p:cNvPr>
          <p:cNvSpPr>
            <a:spLocks noGrp="1"/>
          </p:cNvSpPr>
          <p:nvPr/>
        </p:nvSpPr>
        <p:spPr>
          <a:xfrm>
            <a:off x="3858768" y="1627632"/>
            <a:ext cx="3749039" cy="210312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1" name="Oval 10">
            <a:extLst>
              <a:ext uri="{FF2B5EF4-FFF2-40B4-BE49-F238E27FC236}">
                <a16:creationId xmlns:a16="http://schemas.microsoft.com/office/drawing/2014/main" id="{90E7DBDD-449C-4E34-BF32-E6FDE1472660}"/>
              </a:ext>
            </a:extLst>
          </p:cNvPr>
          <p:cNvSpPr>
            <a:spLocks noGrp="1"/>
          </p:cNvSpPr>
          <p:nvPr/>
        </p:nvSpPr>
        <p:spPr>
          <a:xfrm>
            <a:off x="4195632" y="1896099"/>
            <a:ext cx="149230" cy="161665"/>
          </a:xfrm>
          <a:prstGeom prst="ellipse">
            <a:avLst/>
          </a:prstGeom>
          <a:noFill/>
          <a:ln w="26426">
            <a:solidFill>
              <a:srgbClr val="F70656"/>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2" name="Rounded Rectangle 11">
            <a:extLst>
              <a:ext uri="{FF2B5EF4-FFF2-40B4-BE49-F238E27FC236}">
                <a16:creationId xmlns:a16="http://schemas.microsoft.com/office/drawing/2014/main" id="{EC3E0920-2B0F-4076-920A-B3580AB586A2}"/>
              </a:ext>
            </a:extLst>
          </p:cNvPr>
          <p:cNvSpPr>
            <a:spLocks noGrp="1"/>
          </p:cNvSpPr>
          <p:nvPr/>
        </p:nvSpPr>
        <p:spPr>
          <a:xfrm>
            <a:off x="4139671" y="2014240"/>
            <a:ext cx="261152" cy="174101"/>
          </a:xfrm>
          <a:prstGeom prst="roundRect">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3" name="TextBox 12">
            <a:extLst>
              <a:ext uri="{FF2B5EF4-FFF2-40B4-BE49-F238E27FC236}">
                <a16:creationId xmlns:a16="http://schemas.microsoft.com/office/drawing/2014/main" id="{2540CA77-2437-49EF-9C80-CDCB6B2E3245}"/>
              </a:ext>
            </a:extLst>
          </p:cNvPr>
          <p:cNvSpPr>
            <a:spLocks noGrp="1"/>
          </p:cNvSpPr>
          <p:nvPr/>
        </p:nvSpPr>
        <p:spPr>
          <a:xfrm>
            <a:off x="4114800" y="2340864"/>
            <a:ext cx="3236975" cy="571500"/>
          </a:xfrm>
          <a:prstGeom prst="rect">
            <a:avLst/>
          </a:prstGeom>
          <a:noFill/>
        </p:spPr>
        <p:txBody>
          <a:bodyPr wrap="square" lIns="0" tIns="0" rIns="0" bIns="0" anchor="t">
            <a:spAutoFit/>
          </a:bodyPr>
          <a:lstStyle/>
          <a:p>
            <a:pPr algn="l">
              <a:buNone/>
            </a:pPr>
            <a:r>
              <a:rPr sz="1800" b="1" i="0">
                <a:solidFill>
                  <a:srgbClr val="3D1152"/>
                </a:solidFill>
                <a:latin typeface="Calibri"/>
                <a:ea typeface="Calibri"/>
                <a:cs typeface="Calibri"/>
              </a:rPr>
              <a:t>Start with least privilege</a:t>
            </a:r>
          </a:p>
        </p:txBody>
      </p:sp>
      <p:sp>
        <p:nvSpPr>
          <p:cNvPr id="14" name="TextBox 13">
            <a:extLst>
              <a:ext uri="{FF2B5EF4-FFF2-40B4-BE49-F238E27FC236}">
                <a16:creationId xmlns:a16="http://schemas.microsoft.com/office/drawing/2014/main" id="{835E9FCE-DCA4-4CFE-A20C-1CE1F16E2455}"/>
              </a:ext>
            </a:extLst>
          </p:cNvPr>
          <p:cNvSpPr>
            <a:spLocks noGrp="1"/>
          </p:cNvSpPr>
          <p:nvPr/>
        </p:nvSpPr>
        <p:spPr>
          <a:xfrm>
            <a:off x="4114800" y="3022092"/>
            <a:ext cx="3236975" cy="452627"/>
          </a:xfrm>
          <a:prstGeom prst="rect">
            <a:avLst/>
          </a:prstGeom>
          <a:noFill/>
        </p:spPr>
        <p:txBody>
          <a:bodyPr wrap="square" lIns="0" tIns="0" rIns="0" bIns="0">
            <a:spAutoFit/>
          </a:bodyPr>
          <a:lstStyle/>
          <a:p>
            <a:pPr>
              <a:spcAft>
                <a:spcPts val="600"/>
              </a:spcAft>
              <a:buNone/>
            </a:pPr>
            <a:r>
              <a:rPr sz="1400">
                <a:solidFill>
                  <a:srgbClr val="000000"/>
                </a:solidFill>
                <a:latin typeface="Calibri"/>
                <a:ea typeface="Calibri"/>
                <a:cs typeface="Calibri"/>
              </a:rPr>
              <a:t>Begin read-only. Add each write tool for a demonstrated need.</a:t>
            </a:r>
          </a:p>
        </p:txBody>
      </p:sp>
      <p:sp>
        <p:nvSpPr>
          <p:cNvPr id="15" name="Rounded Rectangle 14">
            <a:extLst>
              <a:ext uri="{FF2B5EF4-FFF2-40B4-BE49-F238E27FC236}">
                <a16:creationId xmlns:a16="http://schemas.microsoft.com/office/drawing/2014/main" id="{0F18A6A4-B5A7-48B9-9CB6-6B75F76560B1}"/>
              </a:ext>
            </a:extLst>
          </p:cNvPr>
          <p:cNvSpPr>
            <a:spLocks noGrp="1"/>
          </p:cNvSpPr>
          <p:nvPr/>
        </p:nvSpPr>
        <p:spPr>
          <a:xfrm>
            <a:off x="7836408" y="1627632"/>
            <a:ext cx="3749039" cy="210312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6" name="Isosceles Triangle 15">
            <a:extLst>
              <a:ext uri="{FF2B5EF4-FFF2-40B4-BE49-F238E27FC236}">
                <a16:creationId xmlns:a16="http://schemas.microsoft.com/office/drawing/2014/main" id="{EB020311-4917-4679-9198-FD5A7256C636}"/>
              </a:ext>
            </a:extLst>
          </p:cNvPr>
          <p:cNvSpPr>
            <a:spLocks noGrp="1"/>
          </p:cNvSpPr>
          <p:nvPr/>
        </p:nvSpPr>
        <p:spPr>
          <a:xfrm>
            <a:off x="8092440" y="1896099"/>
            <a:ext cx="310896" cy="286024"/>
          </a:xfrm>
          <a:prstGeom prst="triangle">
            <a:avLst/>
          </a:prstGeom>
          <a:noFill/>
          <a:ln w="26426">
            <a:solidFill>
              <a:srgbClr val="F70656"/>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7" name="Rectangle 16">
            <a:extLst>
              <a:ext uri="{FF2B5EF4-FFF2-40B4-BE49-F238E27FC236}">
                <a16:creationId xmlns:a16="http://schemas.microsoft.com/office/drawing/2014/main" id="{E35DD4C8-821B-4EAF-9E03-A582C8034126}"/>
              </a:ext>
            </a:extLst>
          </p:cNvPr>
          <p:cNvSpPr>
            <a:spLocks noGrp="1"/>
          </p:cNvSpPr>
          <p:nvPr/>
        </p:nvSpPr>
        <p:spPr>
          <a:xfrm>
            <a:off x="8232343" y="2001804"/>
            <a:ext cx="31089" cy="93268"/>
          </a:xfrm>
          <a:prstGeom prst="rect">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8" name="Oval 17">
            <a:extLst>
              <a:ext uri="{FF2B5EF4-FFF2-40B4-BE49-F238E27FC236}">
                <a16:creationId xmlns:a16="http://schemas.microsoft.com/office/drawing/2014/main" id="{FDDADDB6-EDEF-4095-86D5-C261145FC18E}"/>
              </a:ext>
            </a:extLst>
          </p:cNvPr>
          <p:cNvSpPr>
            <a:spLocks noGrp="1"/>
          </p:cNvSpPr>
          <p:nvPr/>
        </p:nvSpPr>
        <p:spPr>
          <a:xfrm>
            <a:off x="8226125" y="2113727"/>
            <a:ext cx="43525" cy="43525"/>
          </a:xfrm>
          <a:prstGeom prst="ellipse">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9" name="TextBox 18">
            <a:extLst>
              <a:ext uri="{FF2B5EF4-FFF2-40B4-BE49-F238E27FC236}">
                <a16:creationId xmlns:a16="http://schemas.microsoft.com/office/drawing/2014/main" id="{407F7036-B838-43DC-B960-3C2B0CF6ED87}"/>
              </a:ext>
            </a:extLst>
          </p:cNvPr>
          <p:cNvSpPr>
            <a:spLocks noGrp="1"/>
          </p:cNvSpPr>
          <p:nvPr/>
        </p:nvSpPr>
        <p:spPr>
          <a:xfrm>
            <a:off x="8092440" y="2340864"/>
            <a:ext cx="3236975" cy="571500"/>
          </a:xfrm>
          <a:prstGeom prst="rect">
            <a:avLst/>
          </a:prstGeom>
          <a:noFill/>
        </p:spPr>
        <p:txBody>
          <a:bodyPr wrap="square" lIns="0" tIns="0" rIns="0" bIns="0" anchor="t">
            <a:spAutoFit/>
          </a:bodyPr>
          <a:lstStyle/>
          <a:p>
            <a:pPr algn="l">
              <a:buNone/>
            </a:pPr>
            <a:r>
              <a:rPr sz="1800" b="1" i="0">
                <a:solidFill>
                  <a:srgbClr val="3D1152"/>
                </a:solidFill>
                <a:latin typeface="Calibri"/>
                <a:ea typeface="Calibri"/>
                <a:cs typeface="Calibri"/>
              </a:rPr>
              <a:t>Treat metadata and results as untrusted</a:t>
            </a:r>
          </a:p>
        </p:txBody>
      </p:sp>
      <p:sp>
        <p:nvSpPr>
          <p:cNvPr id="20" name="TextBox 19">
            <a:extLst>
              <a:ext uri="{FF2B5EF4-FFF2-40B4-BE49-F238E27FC236}">
                <a16:creationId xmlns:a16="http://schemas.microsoft.com/office/drawing/2014/main" id="{38AEF392-281A-4485-9C7F-9F2B84783AF9}"/>
              </a:ext>
            </a:extLst>
          </p:cNvPr>
          <p:cNvSpPr>
            <a:spLocks noGrp="1"/>
          </p:cNvSpPr>
          <p:nvPr/>
        </p:nvSpPr>
        <p:spPr>
          <a:xfrm>
            <a:off x="8092440" y="3022092"/>
            <a:ext cx="3236975" cy="452627"/>
          </a:xfrm>
          <a:prstGeom prst="rect">
            <a:avLst/>
          </a:prstGeom>
          <a:noFill/>
        </p:spPr>
        <p:txBody>
          <a:bodyPr wrap="square" lIns="0" tIns="0" rIns="0" bIns="0">
            <a:spAutoFit/>
          </a:bodyPr>
          <a:lstStyle/>
          <a:p>
            <a:pPr>
              <a:spcAft>
                <a:spcPts val="600"/>
              </a:spcAft>
              <a:buNone/>
            </a:pPr>
            <a:r>
              <a:rPr sz="1400">
                <a:solidFill>
                  <a:srgbClr val="000000"/>
                </a:solidFill>
                <a:latin typeface="Calibri"/>
                <a:ea typeface="Calibri"/>
                <a:cs typeface="Calibri"/>
              </a:rPr>
              <a:t>Review full descriptions, schemas, annotations and returned content.</a:t>
            </a:r>
          </a:p>
        </p:txBody>
      </p:sp>
      <p:sp>
        <p:nvSpPr>
          <p:cNvPr id="21" name="Rounded Rectangle 20">
            <a:extLst>
              <a:ext uri="{FF2B5EF4-FFF2-40B4-BE49-F238E27FC236}">
                <a16:creationId xmlns:a16="http://schemas.microsoft.com/office/drawing/2014/main" id="{1468656E-745A-47D0-9B2D-D9C5F5B4DD0A}"/>
              </a:ext>
            </a:extLst>
          </p:cNvPr>
          <p:cNvSpPr>
            <a:spLocks noGrp="1"/>
          </p:cNvSpPr>
          <p:nvPr/>
        </p:nvSpPr>
        <p:spPr>
          <a:xfrm>
            <a:off x="3858768" y="3959352"/>
            <a:ext cx="3749039" cy="210312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2" name="Hexagon 21">
            <a:extLst>
              <a:ext uri="{FF2B5EF4-FFF2-40B4-BE49-F238E27FC236}">
                <a16:creationId xmlns:a16="http://schemas.microsoft.com/office/drawing/2014/main" id="{41EC7A04-ECAD-47FA-A107-A4CCA54E30B0}"/>
              </a:ext>
            </a:extLst>
          </p:cNvPr>
          <p:cNvSpPr>
            <a:spLocks noGrp="1"/>
          </p:cNvSpPr>
          <p:nvPr/>
        </p:nvSpPr>
        <p:spPr>
          <a:xfrm rot="5400000">
            <a:off x="4127235" y="4221601"/>
            <a:ext cx="286024" cy="298460"/>
          </a:xfrm>
          <a:prstGeom prst="hexagon">
            <a:avLst/>
          </a:prstGeom>
          <a:noFill/>
          <a:ln w="26426">
            <a:solidFill>
              <a:srgbClr val="F70656"/>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3" name="TextBox 22">
            <a:extLst>
              <a:ext uri="{FF2B5EF4-FFF2-40B4-BE49-F238E27FC236}">
                <a16:creationId xmlns:a16="http://schemas.microsoft.com/office/drawing/2014/main" id="{DF494D0F-04BF-4F96-891A-FD01C4E601AB}"/>
              </a:ext>
            </a:extLst>
          </p:cNvPr>
          <p:cNvSpPr>
            <a:spLocks noGrp="1"/>
          </p:cNvSpPr>
          <p:nvPr/>
        </p:nvSpPr>
        <p:spPr>
          <a:xfrm>
            <a:off x="4114800" y="4672584"/>
            <a:ext cx="3236975" cy="571500"/>
          </a:xfrm>
          <a:prstGeom prst="rect">
            <a:avLst/>
          </a:prstGeom>
          <a:noFill/>
        </p:spPr>
        <p:txBody>
          <a:bodyPr wrap="square" lIns="0" tIns="0" rIns="0" bIns="0" anchor="t">
            <a:spAutoFit/>
          </a:bodyPr>
          <a:lstStyle/>
          <a:p>
            <a:pPr algn="l">
              <a:buNone/>
            </a:pPr>
            <a:r>
              <a:rPr sz="1800" b="1" i="0">
                <a:solidFill>
                  <a:srgbClr val="3D1152"/>
                </a:solidFill>
                <a:latin typeface="Calibri"/>
                <a:ea typeface="Calibri"/>
                <a:cs typeface="Calibri"/>
              </a:rPr>
              <a:t>Pin approved versions</a:t>
            </a:r>
          </a:p>
        </p:txBody>
      </p:sp>
      <p:sp>
        <p:nvSpPr>
          <p:cNvPr id="24" name="TextBox 23">
            <a:extLst>
              <a:ext uri="{FF2B5EF4-FFF2-40B4-BE49-F238E27FC236}">
                <a16:creationId xmlns:a16="http://schemas.microsoft.com/office/drawing/2014/main" id="{6FB33B1F-C86F-47BF-8867-4F1EAD8BB9E2}"/>
              </a:ext>
            </a:extLst>
          </p:cNvPr>
          <p:cNvSpPr>
            <a:spLocks noGrp="1"/>
          </p:cNvSpPr>
          <p:nvPr/>
        </p:nvSpPr>
        <p:spPr>
          <a:xfrm>
            <a:off x="4114800" y="5353812"/>
            <a:ext cx="3236975" cy="452627"/>
          </a:xfrm>
          <a:prstGeom prst="rect">
            <a:avLst/>
          </a:prstGeom>
          <a:noFill/>
        </p:spPr>
        <p:txBody>
          <a:bodyPr wrap="square" lIns="0" tIns="0" rIns="0" bIns="0">
            <a:spAutoFit/>
          </a:bodyPr>
          <a:lstStyle/>
          <a:p>
            <a:pPr>
              <a:spcAft>
                <a:spcPts val="600"/>
              </a:spcAft>
              <a:buNone/>
            </a:pPr>
            <a:r>
              <a:rPr sz="1400">
                <a:solidFill>
                  <a:srgbClr val="000000"/>
                </a:solidFill>
                <a:latin typeface="Calibri"/>
                <a:ea typeface="Calibri"/>
                <a:cs typeface="Calibri"/>
              </a:rPr>
              <a:t>Pin server and tool versions; verify hashes and definitions on change.</a:t>
            </a:r>
          </a:p>
        </p:txBody>
      </p:sp>
      <p:sp>
        <p:nvSpPr>
          <p:cNvPr id="25" name="Rounded Rectangle 24">
            <a:extLst>
              <a:ext uri="{FF2B5EF4-FFF2-40B4-BE49-F238E27FC236}">
                <a16:creationId xmlns:a16="http://schemas.microsoft.com/office/drawing/2014/main" id="{0158BED0-24E9-4104-9EDB-6F1D1C2ADB01}"/>
              </a:ext>
            </a:extLst>
          </p:cNvPr>
          <p:cNvSpPr>
            <a:spLocks noGrp="1"/>
          </p:cNvSpPr>
          <p:nvPr/>
        </p:nvSpPr>
        <p:spPr>
          <a:xfrm>
            <a:off x="7836408" y="3959352"/>
            <a:ext cx="3749039" cy="2103120"/>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6" name="Cloud 25">
            <a:extLst>
              <a:ext uri="{FF2B5EF4-FFF2-40B4-BE49-F238E27FC236}">
                <a16:creationId xmlns:a16="http://schemas.microsoft.com/office/drawing/2014/main" id="{67B047C5-23EA-45C0-BC98-23EB32EE194F}"/>
              </a:ext>
            </a:extLst>
          </p:cNvPr>
          <p:cNvSpPr>
            <a:spLocks noGrp="1"/>
          </p:cNvSpPr>
          <p:nvPr/>
        </p:nvSpPr>
        <p:spPr>
          <a:xfrm>
            <a:off x="8092440" y="4258909"/>
            <a:ext cx="310896" cy="223845"/>
          </a:xfrm>
          <a:prstGeom prst="cloud">
            <a:avLst/>
          </a:prstGeom>
          <a:noFill/>
          <a:ln w="26426">
            <a:solidFill>
              <a:srgbClr val="F70656"/>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7" name="TextBox 26">
            <a:extLst>
              <a:ext uri="{FF2B5EF4-FFF2-40B4-BE49-F238E27FC236}">
                <a16:creationId xmlns:a16="http://schemas.microsoft.com/office/drawing/2014/main" id="{FE9F4569-3E35-4764-9120-13188782155C}"/>
              </a:ext>
            </a:extLst>
          </p:cNvPr>
          <p:cNvSpPr>
            <a:spLocks noGrp="1"/>
          </p:cNvSpPr>
          <p:nvPr/>
        </p:nvSpPr>
        <p:spPr>
          <a:xfrm>
            <a:off x="8092440" y="4672584"/>
            <a:ext cx="3236975" cy="571500"/>
          </a:xfrm>
          <a:prstGeom prst="rect">
            <a:avLst/>
          </a:prstGeom>
          <a:noFill/>
        </p:spPr>
        <p:txBody>
          <a:bodyPr wrap="square" lIns="0" tIns="0" rIns="0" bIns="0" anchor="t">
            <a:spAutoFit/>
          </a:bodyPr>
          <a:lstStyle/>
          <a:p>
            <a:pPr algn="l">
              <a:buNone/>
            </a:pPr>
            <a:r>
              <a:rPr sz="1800" b="1" i="0">
                <a:solidFill>
                  <a:srgbClr val="3D1152"/>
                </a:solidFill>
                <a:latin typeface="Calibri"/>
                <a:ea typeface="Calibri"/>
                <a:cs typeface="Calibri"/>
              </a:rPr>
              <a:t>Make actions visible</a:t>
            </a:r>
          </a:p>
        </p:txBody>
      </p:sp>
      <p:sp>
        <p:nvSpPr>
          <p:cNvPr id="28" name="TextBox 27">
            <a:extLst>
              <a:ext uri="{FF2B5EF4-FFF2-40B4-BE49-F238E27FC236}">
                <a16:creationId xmlns:a16="http://schemas.microsoft.com/office/drawing/2014/main" id="{6D55B9FE-D05E-467D-84B9-B8878F100DF0}"/>
              </a:ext>
            </a:extLst>
          </p:cNvPr>
          <p:cNvSpPr>
            <a:spLocks noGrp="1"/>
          </p:cNvSpPr>
          <p:nvPr/>
        </p:nvSpPr>
        <p:spPr>
          <a:xfrm>
            <a:off x="8092440" y="5353812"/>
            <a:ext cx="3236975" cy="452627"/>
          </a:xfrm>
          <a:prstGeom prst="rect">
            <a:avLst/>
          </a:prstGeom>
          <a:noFill/>
        </p:spPr>
        <p:txBody>
          <a:bodyPr wrap="square" lIns="0" tIns="0" rIns="0" bIns="0">
            <a:spAutoFit/>
          </a:bodyPr>
          <a:lstStyle/>
          <a:p>
            <a:pPr>
              <a:spcAft>
                <a:spcPts val="600"/>
              </a:spcAft>
              <a:buNone/>
            </a:pPr>
            <a:r>
              <a:rPr sz="1400">
                <a:solidFill>
                  <a:srgbClr val="000000"/>
                </a:solidFill>
                <a:latin typeface="Calibri"/>
                <a:ea typeface="Calibri"/>
                <a:cs typeface="Calibri"/>
              </a:rPr>
              <a:t>Show the selected tool, arguments and exact consequential action.</a:t>
            </a:r>
          </a:p>
        </p:txBody>
      </p:sp>
    </p:spTree>
    <p:extLst>
      <p:ext uri="{BB962C8B-B14F-4D97-AF65-F5344CB8AC3E}">
        <p14:creationId xmlns:p14="http://schemas.microsoft.com/office/powerpoint/2010/main" val="18201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0185-30F5-42A2-A7D6-F4B9E63BF668}"/>
              </a:ext>
            </a:extLst>
          </p:cNvPr>
          <p:cNvSpPr>
            <a:spLocks noGrp="1"/>
          </p:cNvSpPr>
          <p:nvPr>
            <p:ph type="title"/>
          </p:nvPr>
        </p:nvSpPr>
        <p:spPr/>
        <p:txBody>
          <a:bodyPr/>
          <a:lstStyle/>
          <a:p>
            <a:r>
              <a:t>Explain the boundary in your own workflow</a:t>
            </a:r>
          </a:p>
        </p:txBody>
      </p:sp>
      <p:sp>
        <p:nvSpPr>
          <p:cNvPr id="3" name="TextBox 2">
            <a:extLst>
              <a:ext uri="{FF2B5EF4-FFF2-40B4-BE49-F238E27FC236}">
                <a16:creationId xmlns:a16="http://schemas.microsoft.com/office/drawing/2014/main" id="{60F9EC77-1926-4BE8-AC87-35F4EF5BE5F6}"/>
              </a:ext>
            </a:extLst>
          </p:cNvPr>
          <p:cNvSpPr>
            <a:spLocks noGrp="1"/>
          </p:cNvSpPr>
          <p:nvPr/>
        </p:nvSpPr>
        <p:spPr>
          <a:xfrm>
            <a:off x="612648" y="1133856"/>
            <a:ext cx="10972800" cy="320040"/>
          </a:xfrm>
          <a:prstGeom prst="rect">
            <a:avLst/>
          </a:prstGeom>
          <a:noFill/>
        </p:spPr>
        <p:txBody>
          <a:bodyPr wrap="square" lIns="0" tIns="0" rIns="0" bIns="0" anchor="t">
            <a:spAutoFit/>
          </a:bodyPr>
          <a:lstStyle/>
          <a:p>
            <a:pPr algn="l">
              <a:buNone/>
            </a:pPr>
            <a:r>
              <a:rPr sz="1500" b="0" i="0">
                <a:solidFill>
                  <a:srgbClr val="6B04A8"/>
                </a:solidFill>
                <a:latin typeface="Calibri"/>
                <a:ea typeface="Calibri"/>
                <a:cs typeface="Calibri"/>
              </a:rPr>
              <a:t>In pairs, 90 seconds — then share one answer</a:t>
            </a:r>
          </a:p>
        </p:txBody>
      </p:sp>
      <p:sp>
        <p:nvSpPr>
          <p:cNvPr id="4" name="Rounded Rectangle 3">
            <a:extLst>
              <a:ext uri="{FF2B5EF4-FFF2-40B4-BE49-F238E27FC236}">
                <a16:creationId xmlns:a16="http://schemas.microsoft.com/office/drawing/2014/main" id="{4A17BF83-F958-4022-A27D-AFE0A8321BC1}"/>
              </a:ext>
            </a:extLst>
          </p:cNvPr>
          <p:cNvSpPr>
            <a:spLocks noGrp="1"/>
          </p:cNvSpPr>
          <p:nvPr/>
        </p:nvSpPr>
        <p:spPr>
          <a:xfrm>
            <a:off x="612648" y="1691640"/>
            <a:ext cx="2571750" cy="18444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Oval 4">
            <a:extLst>
              <a:ext uri="{FF2B5EF4-FFF2-40B4-BE49-F238E27FC236}">
                <a16:creationId xmlns:a16="http://schemas.microsoft.com/office/drawing/2014/main" id="{F4A4A715-86E7-47E7-80ED-8235AD6559B6}"/>
              </a:ext>
            </a:extLst>
          </p:cNvPr>
          <p:cNvSpPr>
            <a:spLocks noGrp="1"/>
          </p:cNvSpPr>
          <p:nvPr/>
        </p:nvSpPr>
        <p:spPr>
          <a:xfrm>
            <a:off x="868680" y="1947672"/>
            <a:ext cx="512064" cy="512064"/>
          </a:xfrm>
          <a:prstGeom prst="ellipse">
            <a:avLst/>
          </a:prstGeom>
          <a:solidFill>
            <a:srgbClr val="4D69E0"/>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6" name="Oval 5">
            <a:extLst>
              <a:ext uri="{FF2B5EF4-FFF2-40B4-BE49-F238E27FC236}">
                <a16:creationId xmlns:a16="http://schemas.microsoft.com/office/drawing/2014/main" id="{D9921AF9-46F5-41C9-A7DB-8D38431EBDB3}"/>
              </a:ext>
            </a:extLst>
          </p:cNvPr>
          <p:cNvSpPr>
            <a:spLocks noGrp="1"/>
          </p:cNvSpPr>
          <p:nvPr/>
        </p:nvSpPr>
        <p:spPr>
          <a:xfrm>
            <a:off x="999563" y="2086543"/>
            <a:ext cx="239645" cy="239645"/>
          </a:xfrm>
          <a:prstGeom prst="ellipse">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7" name="Isosceles Triangle 6">
            <a:extLst>
              <a:ext uri="{FF2B5EF4-FFF2-40B4-BE49-F238E27FC236}">
                <a16:creationId xmlns:a16="http://schemas.microsoft.com/office/drawing/2014/main" id="{0F00C9A9-A4E4-4A46-BAF6-12C94E4A9C24}"/>
              </a:ext>
            </a:extLst>
          </p:cNvPr>
          <p:cNvSpPr>
            <a:spLocks noGrp="1"/>
          </p:cNvSpPr>
          <p:nvPr/>
        </p:nvSpPr>
        <p:spPr>
          <a:xfrm rot="10800000">
            <a:off x="1188617" y="2166425"/>
            <a:ext cx="69231" cy="79881"/>
          </a:xfrm>
          <a:prstGeom prst="triangl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8" name="TextBox 7">
            <a:extLst>
              <a:ext uri="{FF2B5EF4-FFF2-40B4-BE49-F238E27FC236}">
                <a16:creationId xmlns:a16="http://schemas.microsoft.com/office/drawing/2014/main" id="{514EF3F0-5FEF-484C-8FF8-A0147C67B671}"/>
              </a:ext>
            </a:extLst>
          </p:cNvPr>
          <p:cNvSpPr>
            <a:spLocks noGrp="1"/>
          </p:cNvSpPr>
          <p:nvPr/>
        </p:nvSpPr>
        <p:spPr>
          <a:xfrm>
            <a:off x="868680" y="2587752"/>
            <a:ext cx="2059686" cy="238125"/>
          </a:xfrm>
          <a:prstGeom prst="rect">
            <a:avLst/>
          </a:prstGeom>
          <a:noFill/>
        </p:spPr>
        <p:txBody>
          <a:bodyPr wrap="square" lIns="0" tIns="0" rIns="0" bIns="0" anchor="t">
            <a:spAutoFit/>
          </a:bodyPr>
          <a:lstStyle/>
          <a:p>
            <a:pPr algn="l">
              <a:buNone/>
            </a:pPr>
            <a:r>
              <a:rPr sz="1500" b="1" i="0">
                <a:solidFill>
                  <a:srgbClr val="3D1152"/>
                </a:solidFill>
                <a:latin typeface="Calibri"/>
                <a:ea typeface="Calibri"/>
                <a:cs typeface="Calibri"/>
              </a:rPr>
              <a:t>WORKFLOW</a:t>
            </a:r>
          </a:p>
        </p:txBody>
      </p:sp>
      <p:sp>
        <p:nvSpPr>
          <p:cNvPr id="9" name="TextBox 8">
            <a:extLst>
              <a:ext uri="{FF2B5EF4-FFF2-40B4-BE49-F238E27FC236}">
                <a16:creationId xmlns:a16="http://schemas.microsoft.com/office/drawing/2014/main" id="{A971349A-4975-4040-A23B-923F71A23AB2}"/>
              </a:ext>
            </a:extLst>
          </p:cNvPr>
          <p:cNvSpPr>
            <a:spLocks noGrp="1"/>
          </p:cNvSpPr>
          <p:nvPr/>
        </p:nvSpPr>
        <p:spPr>
          <a:xfrm>
            <a:off x="868680" y="2899029"/>
            <a:ext cx="2059686" cy="381000"/>
          </a:xfrm>
          <a:prstGeom prst="rect">
            <a:avLst/>
          </a:prstGeom>
          <a:noFill/>
        </p:spPr>
        <p:txBody>
          <a:bodyPr wrap="square" lIns="0" tIns="0" rIns="0" bIns="0">
            <a:spAutoFit/>
          </a:bodyPr>
          <a:lstStyle/>
          <a:p>
            <a:pPr>
              <a:spcAft>
                <a:spcPts val="300"/>
              </a:spcAft>
              <a:buNone/>
            </a:pPr>
            <a:r>
              <a:rPr sz="1200">
                <a:solidFill>
                  <a:srgbClr val="000000"/>
                </a:solidFill>
                <a:latin typeface="Calibri"/>
                <a:ea typeface="Calibri"/>
                <a:cs typeface="Calibri"/>
              </a:rPr>
              <a:t>Name one workflow you actually run today.</a:t>
            </a:r>
          </a:p>
        </p:txBody>
      </p:sp>
      <p:sp>
        <p:nvSpPr>
          <p:cNvPr id="10" name="Rounded Rectangle 9">
            <a:extLst>
              <a:ext uri="{FF2B5EF4-FFF2-40B4-BE49-F238E27FC236}">
                <a16:creationId xmlns:a16="http://schemas.microsoft.com/office/drawing/2014/main" id="{5701E501-EB27-47AD-98C1-8D924837762A}"/>
              </a:ext>
            </a:extLst>
          </p:cNvPr>
          <p:cNvSpPr>
            <a:spLocks noGrp="1"/>
          </p:cNvSpPr>
          <p:nvPr/>
        </p:nvSpPr>
        <p:spPr>
          <a:xfrm>
            <a:off x="3412998" y="1691640"/>
            <a:ext cx="2571750" cy="18444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1" name="Oval 10">
            <a:extLst>
              <a:ext uri="{FF2B5EF4-FFF2-40B4-BE49-F238E27FC236}">
                <a16:creationId xmlns:a16="http://schemas.microsoft.com/office/drawing/2014/main" id="{C1AEB8E9-A6B3-4282-98B5-EC6032EDEBF1}"/>
              </a:ext>
            </a:extLst>
          </p:cNvPr>
          <p:cNvSpPr>
            <a:spLocks noGrp="1"/>
          </p:cNvSpPr>
          <p:nvPr/>
        </p:nvSpPr>
        <p:spPr>
          <a:xfrm>
            <a:off x="3669030" y="1947672"/>
            <a:ext cx="512064" cy="512064"/>
          </a:xfrm>
          <a:prstGeom prst="ellipse">
            <a:avLst/>
          </a:prstGeom>
          <a:solidFill>
            <a:srgbClr val="F70656"/>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2" name="Can 11">
            <a:extLst>
              <a:ext uri="{FF2B5EF4-FFF2-40B4-BE49-F238E27FC236}">
                <a16:creationId xmlns:a16="http://schemas.microsoft.com/office/drawing/2014/main" id="{4B2E048B-4CB5-44D3-8717-15FABE052497}"/>
              </a:ext>
            </a:extLst>
          </p:cNvPr>
          <p:cNvSpPr>
            <a:spLocks noGrp="1"/>
          </p:cNvSpPr>
          <p:nvPr/>
        </p:nvSpPr>
        <p:spPr>
          <a:xfrm>
            <a:off x="3823878" y="2078555"/>
            <a:ext cx="202367" cy="250296"/>
          </a:xfrm>
          <a:prstGeom prst="can">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3" name="TextBox 12">
            <a:extLst>
              <a:ext uri="{FF2B5EF4-FFF2-40B4-BE49-F238E27FC236}">
                <a16:creationId xmlns:a16="http://schemas.microsoft.com/office/drawing/2014/main" id="{FA3BDFE4-8EF0-447D-B50E-1A6C14DAD8DB}"/>
              </a:ext>
            </a:extLst>
          </p:cNvPr>
          <p:cNvSpPr>
            <a:spLocks noGrp="1"/>
          </p:cNvSpPr>
          <p:nvPr/>
        </p:nvSpPr>
        <p:spPr>
          <a:xfrm>
            <a:off x="3669030" y="2587752"/>
            <a:ext cx="2059686" cy="238125"/>
          </a:xfrm>
          <a:prstGeom prst="rect">
            <a:avLst/>
          </a:prstGeom>
          <a:noFill/>
        </p:spPr>
        <p:txBody>
          <a:bodyPr wrap="square" lIns="0" tIns="0" rIns="0" bIns="0" anchor="t">
            <a:spAutoFit/>
          </a:bodyPr>
          <a:lstStyle/>
          <a:p>
            <a:pPr algn="l">
              <a:buNone/>
            </a:pPr>
            <a:r>
              <a:rPr sz="1500" b="1" i="0">
                <a:solidFill>
                  <a:srgbClr val="3D1152"/>
                </a:solidFill>
                <a:latin typeface="Calibri"/>
                <a:ea typeface="Calibri"/>
                <a:cs typeface="Calibri"/>
              </a:rPr>
              <a:t>EXTERNAL SYSTEM</a:t>
            </a:r>
          </a:p>
        </p:txBody>
      </p:sp>
      <p:sp>
        <p:nvSpPr>
          <p:cNvPr id="14" name="TextBox 13">
            <a:extLst>
              <a:ext uri="{FF2B5EF4-FFF2-40B4-BE49-F238E27FC236}">
                <a16:creationId xmlns:a16="http://schemas.microsoft.com/office/drawing/2014/main" id="{C312139E-C42D-4EC1-8DD1-EECD3D3C35B6}"/>
              </a:ext>
            </a:extLst>
          </p:cNvPr>
          <p:cNvSpPr>
            <a:spLocks noGrp="1"/>
          </p:cNvSpPr>
          <p:nvPr/>
        </p:nvSpPr>
        <p:spPr>
          <a:xfrm>
            <a:off x="3669030" y="2899029"/>
            <a:ext cx="2059686" cy="381000"/>
          </a:xfrm>
          <a:prstGeom prst="rect">
            <a:avLst/>
          </a:prstGeom>
          <a:noFill/>
        </p:spPr>
        <p:txBody>
          <a:bodyPr wrap="square" lIns="0" tIns="0" rIns="0" bIns="0">
            <a:spAutoFit/>
          </a:bodyPr>
          <a:lstStyle/>
          <a:p>
            <a:pPr>
              <a:spcAft>
                <a:spcPts val="300"/>
              </a:spcAft>
              <a:buNone/>
            </a:pPr>
            <a:r>
              <a:rPr sz="1200">
                <a:solidFill>
                  <a:srgbClr val="000000"/>
                </a:solidFill>
                <a:latin typeface="Calibri"/>
                <a:ea typeface="Calibri"/>
                <a:cs typeface="Calibri"/>
              </a:rPr>
              <a:t>Which system must the host connect to?</a:t>
            </a:r>
          </a:p>
        </p:txBody>
      </p:sp>
      <p:sp>
        <p:nvSpPr>
          <p:cNvPr id="15" name="Rounded Rectangle 14">
            <a:extLst>
              <a:ext uri="{FF2B5EF4-FFF2-40B4-BE49-F238E27FC236}">
                <a16:creationId xmlns:a16="http://schemas.microsoft.com/office/drawing/2014/main" id="{CBF9B345-77F9-4F38-8B06-84158E13A7CA}"/>
              </a:ext>
            </a:extLst>
          </p:cNvPr>
          <p:cNvSpPr>
            <a:spLocks noGrp="1"/>
          </p:cNvSpPr>
          <p:nvPr/>
        </p:nvSpPr>
        <p:spPr>
          <a:xfrm>
            <a:off x="6213348" y="1691640"/>
            <a:ext cx="2571750" cy="18444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6" name="Oval 15">
            <a:extLst>
              <a:ext uri="{FF2B5EF4-FFF2-40B4-BE49-F238E27FC236}">
                <a16:creationId xmlns:a16="http://schemas.microsoft.com/office/drawing/2014/main" id="{41C47BED-F367-4EC9-9114-CF4002FD9D05}"/>
              </a:ext>
            </a:extLst>
          </p:cNvPr>
          <p:cNvSpPr>
            <a:spLocks noGrp="1"/>
          </p:cNvSpPr>
          <p:nvPr/>
        </p:nvSpPr>
        <p:spPr>
          <a:xfrm>
            <a:off x="6469380" y="1947672"/>
            <a:ext cx="512064" cy="512064"/>
          </a:xfrm>
          <a:prstGeom prst="ellipse">
            <a:avLst/>
          </a:prstGeom>
          <a:solidFill>
            <a:srgbClr val="C530FF"/>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7" name="Gear 6 16">
            <a:extLst>
              <a:ext uri="{FF2B5EF4-FFF2-40B4-BE49-F238E27FC236}">
                <a16:creationId xmlns:a16="http://schemas.microsoft.com/office/drawing/2014/main" id="{F674AC53-A7AE-4EB2-A2B6-0D04D8C21584}"/>
              </a:ext>
            </a:extLst>
          </p:cNvPr>
          <p:cNvSpPr>
            <a:spLocks noGrp="1"/>
          </p:cNvSpPr>
          <p:nvPr/>
        </p:nvSpPr>
        <p:spPr>
          <a:xfrm>
            <a:off x="6592275" y="2075892"/>
            <a:ext cx="266273" cy="255622"/>
          </a:xfrm>
          <a:prstGeom prst="gear6">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8" name="Oval 17">
            <a:extLst>
              <a:ext uri="{FF2B5EF4-FFF2-40B4-BE49-F238E27FC236}">
                <a16:creationId xmlns:a16="http://schemas.microsoft.com/office/drawing/2014/main" id="{CF409CC1-3894-4610-9D00-18C12F1960B2}"/>
              </a:ext>
            </a:extLst>
          </p:cNvPr>
          <p:cNvSpPr>
            <a:spLocks noGrp="1"/>
          </p:cNvSpPr>
          <p:nvPr/>
        </p:nvSpPr>
        <p:spPr>
          <a:xfrm>
            <a:off x="6688133" y="2166425"/>
            <a:ext cx="74556" cy="74556"/>
          </a:xfrm>
          <a:prstGeom prst="ellipse">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19" name="TextBox 18">
            <a:extLst>
              <a:ext uri="{FF2B5EF4-FFF2-40B4-BE49-F238E27FC236}">
                <a16:creationId xmlns:a16="http://schemas.microsoft.com/office/drawing/2014/main" id="{25D13811-9D3F-464D-8BEA-76A221FA5736}"/>
              </a:ext>
            </a:extLst>
          </p:cNvPr>
          <p:cNvSpPr>
            <a:spLocks noGrp="1"/>
          </p:cNvSpPr>
          <p:nvPr/>
        </p:nvSpPr>
        <p:spPr>
          <a:xfrm>
            <a:off x="6469380" y="2587752"/>
            <a:ext cx="2059686" cy="238125"/>
          </a:xfrm>
          <a:prstGeom prst="rect">
            <a:avLst/>
          </a:prstGeom>
          <a:noFill/>
        </p:spPr>
        <p:txBody>
          <a:bodyPr wrap="square" lIns="0" tIns="0" rIns="0" bIns="0" anchor="t">
            <a:spAutoFit/>
          </a:bodyPr>
          <a:lstStyle/>
          <a:p>
            <a:pPr algn="l">
              <a:buNone/>
            </a:pPr>
            <a:r>
              <a:rPr sz="1500" b="1" i="0">
                <a:solidFill>
                  <a:srgbClr val="3D1152"/>
                </a:solidFill>
                <a:latin typeface="Calibri"/>
                <a:ea typeface="Calibri"/>
                <a:cs typeface="Calibri"/>
              </a:rPr>
              <a:t>MCP CAPABILITY</a:t>
            </a:r>
          </a:p>
        </p:txBody>
      </p:sp>
      <p:sp>
        <p:nvSpPr>
          <p:cNvPr id="20" name="TextBox 19">
            <a:extLst>
              <a:ext uri="{FF2B5EF4-FFF2-40B4-BE49-F238E27FC236}">
                <a16:creationId xmlns:a16="http://schemas.microsoft.com/office/drawing/2014/main" id="{6C61C71A-095E-4CFD-A011-E9917C25D464}"/>
              </a:ext>
            </a:extLst>
          </p:cNvPr>
          <p:cNvSpPr>
            <a:spLocks noGrp="1"/>
          </p:cNvSpPr>
          <p:nvPr/>
        </p:nvSpPr>
        <p:spPr>
          <a:xfrm>
            <a:off x="6469380" y="2899029"/>
            <a:ext cx="2059686" cy="381000"/>
          </a:xfrm>
          <a:prstGeom prst="rect">
            <a:avLst/>
          </a:prstGeom>
          <a:noFill/>
        </p:spPr>
        <p:txBody>
          <a:bodyPr wrap="square" lIns="0" tIns="0" rIns="0" bIns="0">
            <a:spAutoFit/>
          </a:bodyPr>
          <a:lstStyle/>
          <a:p>
            <a:pPr>
              <a:spcAft>
                <a:spcPts val="300"/>
              </a:spcAft>
              <a:buNone/>
            </a:pPr>
            <a:r>
              <a:rPr sz="1200">
                <a:solidFill>
                  <a:srgbClr val="000000"/>
                </a:solidFill>
                <a:latin typeface="Calibri"/>
                <a:ea typeface="Calibri"/>
                <a:cs typeface="Calibri"/>
              </a:rPr>
              <a:t>Which tool, resource or prompt is needed?</a:t>
            </a:r>
          </a:p>
        </p:txBody>
      </p:sp>
      <p:sp>
        <p:nvSpPr>
          <p:cNvPr id="21" name="Rounded Rectangle 20">
            <a:extLst>
              <a:ext uri="{FF2B5EF4-FFF2-40B4-BE49-F238E27FC236}">
                <a16:creationId xmlns:a16="http://schemas.microsoft.com/office/drawing/2014/main" id="{AC4BE6D5-50DE-40A7-8D60-164C91A54B6F}"/>
              </a:ext>
            </a:extLst>
          </p:cNvPr>
          <p:cNvSpPr>
            <a:spLocks noGrp="1"/>
          </p:cNvSpPr>
          <p:nvPr/>
        </p:nvSpPr>
        <p:spPr>
          <a:xfrm>
            <a:off x="9013698" y="1691640"/>
            <a:ext cx="2571750" cy="18444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2" name="Oval 21">
            <a:extLst>
              <a:ext uri="{FF2B5EF4-FFF2-40B4-BE49-F238E27FC236}">
                <a16:creationId xmlns:a16="http://schemas.microsoft.com/office/drawing/2014/main" id="{D3296C99-7509-480A-AF57-DDCD5A07FB63}"/>
              </a:ext>
            </a:extLst>
          </p:cNvPr>
          <p:cNvSpPr>
            <a:spLocks noGrp="1"/>
          </p:cNvSpPr>
          <p:nvPr/>
        </p:nvSpPr>
        <p:spPr>
          <a:xfrm>
            <a:off x="9269730" y="1947672"/>
            <a:ext cx="512064" cy="512064"/>
          </a:xfrm>
          <a:prstGeom prst="ellipse">
            <a:avLst/>
          </a:prstGeom>
          <a:solidFill>
            <a:srgbClr val="00D787"/>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3" name="Hexagon 22">
            <a:extLst>
              <a:ext uri="{FF2B5EF4-FFF2-40B4-BE49-F238E27FC236}">
                <a16:creationId xmlns:a16="http://schemas.microsoft.com/office/drawing/2014/main" id="{7CA0DB95-49B4-4937-B31E-CE59676134B4}"/>
              </a:ext>
            </a:extLst>
          </p:cNvPr>
          <p:cNvSpPr>
            <a:spLocks noGrp="1"/>
          </p:cNvSpPr>
          <p:nvPr/>
        </p:nvSpPr>
        <p:spPr>
          <a:xfrm rot="5400000">
            <a:off x="9403276" y="2075892"/>
            <a:ext cx="244971" cy="255622"/>
          </a:xfrm>
          <a:prstGeom prst="hexagon">
            <a:avLst/>
          </a:prstGeom>
          <a:noFill/>
          <a:ln w="26627">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4" name="TextBox 23">
            <a:extLst>
              <a:ext uri="{FF2B5EF4-FFF2-40B4-BE49-F238E27FC236}">
                <a16:creationId xmlns:a16="http://schemas.microsoft.com/office/drawing/2014/main" id="{06677EED-44F3-4B68-87E1-C597A76642D9}"/>
              </a:ext>
            </a:extLst>
          </p:cNvPr>
          <p:cNvSpPr>
            <a:spLocks noGrp="1"/>
          </p:cNvSpPr>
          <p:nvPr/>
        </p:nvSpPr>
        <p:spPr>
          <a:xfrm>
            <a:off x="9269730" y="2587752"/>
            <a:ext cx="2059686" cy="238125"/>
          </a:xfrm>
          <a:prstGeom prst="rect">
            <a:avLst/>
          </a:prstGeom>
          <a:noFill/>
        </p:spPr>
        <p:txBody>
          <a:bodyPr wrap="square" lIns="0" tIns="0" rIns="0" bIns="0" anchor="t">
            <a:spAutoFit/>
          </a:bodyPr>
          <a:lstStyle/>
          <a:p>
            <a:pPr algn="l">
              <a:buNone/>
            </a:pPr>
            <a:r>
              <a:rPr sz="1500" b="1" i="0">
                <a:solidFill>
                  <a:srgbClr val="3D1152"/>
                </a:solidFill>
                <a:latin typeface="Calibri"/>
                <a:ea typeface="Calibri"/>
                <a:cs typeface="Calibri"/>
              </a:rPr>
              <a:t>GUARDRAIL</a:t>
            </a:r>
          </a:p>
        </p:txBody>
      </p:sp>
      <p:sp>
        <p:nvSpPr>
          <p:cNvPr id="25" name="TextBox 24">
            <a:extLst>
              <a:ext uri="{FF2B5EF4-FFF2-40B4-BE49-F238E27FC236}">
                <a16:creationId xmlns:a16="http://schemas.microsoft.com/office/drawing/2014/main" id="{593DC491-E98A-40C0-808A-EA877CAB4556}"/>
              </a:ext>
            </a:extLst>
          </p:cNvPr>
          <p:cNvSpPr>
            <a:spLocks noGrp="1"/>
          </p:cNvSpPr>
          <p:nvPr/>
        </p:nvSpPr>
        <p:spPr>
          <a:xfrm>
            <a:off x="9269730" y="2899029"/>
            <a:ext cx="2059686" cy="381000"/>
          </a:xfrm>
          <a:prstGeom prst="rect">
            <a:avLst/>
          </a:prstGeom>
          <a:noFill/>
        </p:spPr>
        <p:txBody>
          <a:bodyPr wrap="square" lIns="0" tIns="0" rIns="0" bIns="0">
            <a:spAutoFit/>
          </a:bodyPr>
          <a:lstStyle/>
          <a:p>
            <a:pPr>
              <a:spcAft>
                <a:spcPts val="300"/>
              </a:spcAft>
              <a:buNone/>
            </a:pPr>
            <a:r>
              <a:rPr sz="1200">
                <a:solidFill>
                  <a:srgbClr val="000000"/>
                </a:solidFill>
                <a:latin typeface="Calibri"/>
                <a:ea typeface="Calibri"/>
                <a:cs typeface="Calibri"/>
              </a:rPr>
              <a:t>What must be limited, validated or confirmed?</a:t>
            </a:r>
          </a:p>
        </p:txBody>
      </p:sp>
      <p:sp>
        <p:nvSpPr>
          <p:cNvPr id="26" name="Rounded Rectangle 25">
            <a:extLst>
              <a:ext uri="{FF2B5EF4-FFF2-40B4-BE49-F238E27FC236}">
                <a16:creationId xmlns:a16="http://schemas.microsoft.com/office/drawing/2014/main" id="{5D7F5C8F-DD33-41AF-BAC2-B4150676F1CA}"/>
              </a:ext>
            </a:extLst>
          </p:cNvPr>
          <p:cNvSpPr>
            <a:spLocks noGrp="1"/>
          </p:cNvSpPr>
          <p:nvPr/>
        </p:nvSpPr>
        <p:spPr>
          <a:xfrm>
            <a:off x="612648" y="3886200"/>
            <a:ext cx="10972800" cy="1874519"/>
          </a:xfrm>
          <a:prstGeom prst="roundRect">
            <a:avLst/>
          </a:prstGeom>
          <a:gradFill rotWithShape="1">
            <a:gsLst>
              <a:gs pos="0">
                <a:srgbClr val="FFFFFF"/>
              </a:gs>
              <a:gs pos="100000">
                <a:srgbClr val="F2F5F7"/>
              </a:gs>
            </a:gsLst>
            <a:lin ang="6600000" scaled="0"/>
          </a:gra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27" name="TextBox 26">
            <a:extLst>
              <a:ext uri="{FF2B5EF4-FFF2-40B4-BE49-F238E27FC236}">
                <a16:creationId xmlns:a16="http://schemas.microsoft.com/office/drawing/2014/main" id="{18A4D3D2-6B7E-406D-AB3F-3AB37683AA72}"/>
              </a:ext>
            </a:extLst>
          </p:cNvPr>
          <p:cNvSpPr>
            <a:spLocks noGrp="1"/>
          </p:cNvSpPr>
          <p:nvPr/>
        </p:nvSpPr>
        <p:spPr>
          <a:xfrm>
            <a:off x="886968" y="4160520"/>
            <a:ext cx="10424160" cy="1325879"/>
          </a:xfrm>
          <a:prstGeom prst="rect">
            <a:avLst/>
          </a:prstGeom>
          <a:noFill/>
        </p:spPr>
        <p:txBody>
          <a:bodyPr wrap="square" lIns="0" tIns="0" rIns="0" bIns="0" anchor="ctr">
            <a:spAutoFit/>
          </a:bodyPr>
          <a:lstStyle/>
          <a:p>
            <a:pPr algn="ctr">
              <a:buNone/>
            </a:pPr>
            <a:r>
              <a:rPr sz="1900" b="0" i="1">
                <a:solidFill>
                  <a:srgbClr val="3D1152"/>
                </a:solidFill>
                <a:latin typeface="Calibri"/>
                <a:ea typeface="Calibri"/>
                <a:cs typeface="Calibri"/>
              </a:rPr>
              <a:t>MCP standardizes the connection. The host controls access. The agent chooses when to use it; a skill can guide how.</a:t>
            </a:r>
          </a:p>
        </p:txBody>
      </p:sp>
    </p:spTree>
    <p:extLst>
      <p:ext uri="{BB962C8B-B14F-4D97-AF65-F5344CB8AC3E}">
        <p14:creationId xmlns:p14="http://schemas.microsoft.com/office/powerpoint/2010/main" val="180753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2025793"/>
      </p:ext>
    </p:extLst>
  </p:cSld>
  <p:clrMapOvr>
    <a:masterClrMapping/>
  </p:clrMapOvr>
</p:sld>
</file>

<file path=ppt/theme/theme1.xml><?xml version="1.0" encoding="utf-8"?>
<a:theme xmlns:a="http://schemas.openxmlformats.org/drawingml/2006/main" name="AVEVA_PowerPoint_Jan2026">
  <a:themeElements>
    <a:clrScheme name="AVEVA 2024">
      <a:dk1>
        <a:srgbClr val="000000"/>
      </a:dk1>
      <a:lt1>
        <a:srgbClr val="FFFFFF"/>
      </a:lt1>
      <a:dk2>
        <a:srgbClr val="3D1152"/>
      </a:dk2>
      <a:lt2>
        <a:srgbClr val="F2F5F7"/>
      </a:lt2>
      <a:accent1>
        <a:srgbClr val="6B04A8"/>
      </a:accent1>
      <a:accent2>
        <a:srgbClr val="C530FF"/>
      </a:accent2>
      <a:accent3>
        <a:srgbClr val="4D69E0"/>
      </a:accent3>
      <a:accent4>
        <a:srgbClr val="44E5FF"/>
      </a:accent4>
      <a:accent5>
        <a:srgbClr val="00D787"/>
      </a:accent5>
      <a:accent6>
        <a:srgbClr val="016C80"/>
      </a:accent6>
      <a:hlink>
        <a:srgbClr val="78A1FC"/>
      </a:hlink>
      <a:folHlink>
        <a:srgbClr val="93B0FF"/>
      </a:folHlink>
    </a:clrScheme>
    <a:fontScheme name="Aveva Fonts">
      <a:majorFont>
        <a:latin typeface="Calibri Light"/>
        <a:ea typeface=""/>
        <a:cs typeface=""/>
      </a:majorFont>
      <a:minorFont>
        <a:latin typeface="Calibri"/>
        <a:ea typeface=""/>
        <a:cs typeface=""/>
      </a:minorFont>
    </a:fontScheme>
    <a:fmtScheme name="AVEVA 2024">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AVEVA_PowerPoint_Jan2026">
  <a:themeElements>
    <a:clrScheme name="AVEVA 2024">
      <a:dk1>
        <a:srgbClr val="000000"/>
      </a:dk1>
      <a:lt1>
        <a:srgbClr val="FFFFFF"/>
      </a:lt1>
      <a:dk2>
        <a:srgbClr val="3D1152"/>
      </a:dk2>
      <a:lt2>
        <a:srgbClr val="F2F5F7"/>
      </a:lt2>
      <a:accent1>
        <a:srgbClr val="6B04A8"/>
      </a:accent1>
      <a:accent2>
        <a:srgbClr val="C530FF"/>
      </a:accent2>
      <a:accent3>
        <a:srgbClr val="4D69E0"/>
      </a:accent3>
      <a:accent4>
        <a:srgbClr val="44E5FF"/>
      </a:accent4>
      <a:accent5>
        <a:srgbClr val="00D787"/>
      </a:accent5>
      <a:accent6>
        <a:srgbClr val="016C80"/>
      </a:accent6>
      <a:hlink>
        <a:srgbClr val="78A1FC"/>
      </a:hlink>
      <a:folHlink>
        <a:srgbClr val="93B0FF"/>
      </a:folHlink>
    </a:clrScheme>
    <a:fontScheme name="Aveva Fonts">
      <a:majorFont>
        <a:latin typeface="Calibri Light"/>
        <a:ea typeface=""/>
        <a:cs typeface=""/>
      </a:majorFont>
      <a:minorFont>
        <a:latin typeface="Calibri"/>
        <a:ea typeface=""/>
        <a:cs typeface=""/>
      </a:minorFont>
    </a:fontScheme>
    <a:fmtScheme name="AVEVA 2024">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AVEVA_PowerPoint_Jan2026</vt:lpstr>
      <vt:lpstr>PowerPoint Presentation</vt:lpstr>
      <vt:lpstr>Reasoning alone cannot retrieve a ticket</vt:lpstr>
      <vt:lpstr>Each MCP server gets a dedicated client</vt:lpstr>
      <vt:lpstr>Servers expose tools, resources and prompts</vt:lpstr>
      <vt:lpstr>Agent, skill and MCP have different jobs</vt:lpstr>
      <vt:lpstr>ADO MCP turns a ticket into usable context</vt:lpstr>
      <vt:lpstr>Tool poisoning hides instructions in the MCP interface</vt:lpstr>
      <vt:lpstr>Limit the blast radius across the MCP lifecycle</vt:lpstr>
      <vt:lpstr>Explain the boundary in your own workflow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cp:revision>
  <dcterms:created xsi:type="dcterms:W3CDTF">2026-08-18T04:47:24Z</dcterms:created>
  <dcterms:modified xsi:type="dcterms:W3CDTF">2026-08-18T16:04:52Z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8cda11-b0e0-4a5f-b13e-64e9de363f52_Enabled">
    <vt:lpwstr>true</vt:lpwstr>
  </property>
  <property fmtid="{D5CDD505-2E9C-101B-9397-08002B2CF9AE}" pid="3" name="MSIP_Label_9c8cda11-b0e0-4a5f-b13e-64e9de363f52_Method">
    <vt:lpwstr>Standard</vt:lpwstr>
  </property>
  <property fmtid="{D5CDD505-2E9C-101B-9397-08002B2CF9AE}" pid="4" name="MSIP_Label_9c8cda11-b0e0-4a5f-b13e-64e9de363f52_Name">
    <vt:lpwstr>Internal Only</vt:lpwstr>
  </property>
  <property fmtid="{D5CDD505-2E9C-101B-9397-08002B2CF9AE}" pid="5" name="MSIP_Label_9c8cda11-b0e0-4a5f-b13e-64e9de363f52_SiteId">
    <vt:lpwstr>425a5546-5a6e-4f1b-ab62-23d91d07d893</vt:lpwstr>
  </property>
  <property fmtid="{D5CDD505-2E9C-101B-9397-08002B2CF9AE}" pid="6" name="MSIP_Label_9c8cda11-b0e0-4a5f-b13e-64e9de363f52_ContentBits">
    <vt:lpwstr>0</vt:lpwstr>
  </property>
  <property fmtid="{D5CDD505-2E9C-101B-9397-08002B2CF9AE}" pid="7" name="MSIP_Label_9c8cda11-b0e0-4a5f-b13e-64e9de363f52_Tag">
    <vt:lpwstr>10, 3, 0, 2</vt:lpwstr>
  </property>
  <property fmtid="{D5CDD505-2E9C-101B-9397-08002B2CF9AE}" pid="8" name="MSIP_Label_9c8cda11-b0e0-4a5f-b13e-64e9de363f52_SetDate">
    <vt:lpwstr>2026-08-18T16:04:12Z</vt:lpwstr>
  </property>
  <property fmtid="{D5CDD505-2E9C-101B-9397-08002B2CF9AE}" pid="9" name="MSIP_Label_9c8cda11-b0e0-4a5f-b13e-64e9de363f52_ActionId">
    <vt:lpwstr>a7d54fc9-3251-47ee-88bf-a0680d3ae313</vt:lpwstr>
  </property>
</Properties>
</file>