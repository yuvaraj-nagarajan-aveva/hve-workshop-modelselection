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docProps/core.xml" ContentType="application/vnd.openxmlformats-package.core-properties+xml"/>
  <Override PartName="/ppt/presentation.xml" ContentType="application/vnd.openxmlformats-officedocument.presentationml.presentation.main+xml"/>
  <Override PartName="/ppt/tableStyles.xml" ContentType="application/vnd.openxmlformats-officedocument.presentationml.tableStyles+xml"/>
  <Override PartName="/ppt/handoutMasters/handoutMaster1.xml" ContentType="application/vnd.openxmlformats-officedocument.presentationml.handoutMaster+xml"/>
  <Override PartName="/ppt/theme/theme3.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8.xml" ContentType="application/vnd.openxmlformats-officedocument.presentationml.slideLayout+xml"/>
  <Override PartName="/ppt/slideLayouts/slideLayout26.xml" ContentType="application/vnd.openxmlformats-officedocument.presentationml.slideLayout+xml"/>
  <Override PartName="/ppt/slideLayouts/slideLayout21.xml" ContentType="application/vnd.openxmlformats-officedocument.presentationml.slideLayout+xml"/>
  <Override PartName="/ppt/slideLayouts/slideLayout34.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25.xml" ContentType="application/vnd.openxmlformats-officedocument.presentationml.slideLayout+xml"/>
  <Override PartName="/ppt/slideLayouts/slideLayout33.xml" ContentType="application/vnd.openxmlformats-officedocument.presentationml.slideLayout+xml"/>
  <Override PartName="/ppt/slideLayouts/slideLayout2.xml" ContentType="application/vnd.openxmlformats-officedocument.presentationml.slideLayout+xml"/>
  <Override PartName="/ppt/slideLayouts/slideLayout16.xml" ContentType="application/vnd.openxmlformats-officedocument.presentationml.slideLayout+xml"/>
  <Override PartName="/ppt/slideLayouts/slideLayout20.xml" ContentType="application/vnd.openxmlformats-officedocument.presentationml.slideLayout+xml"/>
  <Override PartName="/ppt/slideLayouts/slideLayout29.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7.xml" ContentType="application/vnd.openxmlformats-officedocument.presentationml.slideLayout+xml"/>
  <Override PartName="/ppt/slideLayouts/slideLayout5.xml" ContentType="application/vnd.openxmlformats-officedocument.presentationml.slideLayout+xml"/>
  <Override PartName="/ppt/slideLayouts/slideLayout15.xml" ContentType="application/vnd.openxmlformats-officedocument.presentationml.slideLayout+xml"/>
  <Override PartName="/ppt/slideLayouts/slideLayout23.xml" ContentType="application/vnd.openxmlformats-officedocument.presentationml.slideLayout+xml"/>
  <Override PartName="/ppt/slideLayouts/slideLayout28.xml" ContentType="application/vnd.openxmlformats-officedocument.presentationml.slideLayout+xml"/>
  <Override PartName="/ppt/slideLayouts/slideLayout36.xml" ContentType="application/vnd.openxmlformats-officedocument.presentationml.slideLayout+xml"/>
  <Override PartName="/ppt/slideLayouts/slideLayout10.xml" ContentType="application/vnd.openxmlformats-officedocument.presentationml.slideLayout+xml"/>
  <Override PartName="/ppt/slideLayouts/slideLayout19.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7.xml" ContentType="application/vnd.openxmlformats-officedocument.presentationml.slideLayout+xml"/>
  <Override PartName="/ppt/slideLayouts/slideLayout30.xml" ContentType="application/vnd.openxmlformats-officedocument.presentationml.slideLayout+xml"/>
  <Override PartName="/ppt/slideLayouts/slideLayout35.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viewProps.xml" ContentType="application/vnd.openxmlformats-officedocument.presentationml.viewProps+xml"/>
  <Override PartName="/ppt/presProps.xml" ContentType="application/vnd.openxmlformats-officedocument.presentationml.presProps+xml"/>
  <Override PartName="/ppt/commentAuthors.xml" ContentType="application/vnd.openxmlformats-officedocument.presentationml.commentAuthor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harts/chart1.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handoutMasterIdLst>
    <p:handoutMasterId r:id="rId34"/>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x="12192000" cy="6858000"/>
  <p:notesSz cx="6400800" cy="117332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F31F54-3EB0-874F-99B7-B4F555BC132E}">
          <p14:sldIdLst>
            <p14:sldId id="1015"/>
            <p14:sldId id="1016"/>
            <p14:sldId id="1013"/>
            <p14:sldId id="1014"/>
          </p14:sldIdLst>
        </p14:section>
        <p14:section name="Slide layout examples" id="{AAB2CB5C-4850-DF49-9B62-CAAE74B46C20}">
          <p14:sldIdLst>
            <p14:sldId id="1055"/>
            <p14:sldId id="1063"/>
            <p14:sldId id="1068"/>
            <p14:sldId id="1064"/>
            <p14:sldId id="1066"/>
            <p14:sldId id="1065"/>
            <p14:sldId id="1018"/>
            <p14:sldId id="1033"/>
            <p14:sldId id="1022"/>
            <p14:sldId id="1023"/>
            <p14:sldId id="1019"/>
            <p14:sldId id="1020"/>
            <p14:sldId id="1021"/>
            <p14:sldId id="1044"/>
          </p14:sldIdLst>
        </p14:section>
        <p14:section name="Icon library" id="{923A526C-85E4-D444-9FCE-C4AC968A3081}">
          <p14:sldIdLst>
            <p14:sldId id="1083"/>
            <p14:sldId id="324"/>
            <p14:sldId id="325"/>
            <p14:sldId id="326"/>
            <p14:sldId id="332"/>
            <p14:sldId id="333"/>
            <p14:sldId id="334"/>
            <p14:sldId id="328"/>
            <p14:sldId id="329"/>
            <p14:sldId id="330"/>
            <p14:sldId id="331"/>
            <p14:sldId id="336"/>
            <p14:sldId id="337"/>
          </p14:sldIdLst>
        </p14:section>
      </p14:sectionLst>
    </p:ext>
    <p:ext uri="{EFAFB233-063F-42B5-8137-9DF3F51BA10A}">
      <p15:sldGuideLst xmlns:p15="http://schemas.microsoft.com/office/powerpoint/2012/main">
        <p15:guide id="2" orient="horz" pos="2208" userDrawn="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therine Edmunds" initials="CE" lastIdx="12" clrIdx="0">
    <p:extLst>
      <p:ext uri="{19B8F6BF-5375-455C-9EA6-DF929625EA0E}">
        <p15:presenceInfo xmlns:p15="http://schemas.microsoft.com/office/powerpoint/2012/main" userId="S-1-5-21-842925246-1708537768-682003330-1142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6C1D"/>
    <a:srgbClr val="FFBE3E"/>
    <a:srgbClr val="00D796"/>
    <a:srgbClr val="4D69E0"/>
    <a:srgbClr val="016C80"/>
    <a:srgbClr val="44E5E7"/>
    <a:srgbClr val="363D42"/>
    <a:srgbClr val="738294"/>
    <a:srgbClr val="BECCD6"/>
    <a:srgbClr val="F2F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E8C1044-CB9C-4BE2-9E11-187A4E6E5BB0}">
  <a:tblStyle styleId="{EE8C1044-CB9C-4BE2-9E11-187A4E6E5BB0}" styleName="AVEVA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lt2">
              <a:tint val="70000"/>
            </a:schemeClr>
          </a:solidFill>
        </a:fill>
      </a:tcStyle>
    </a:wholeTbl>
    <a:band1H>
      <a:tcStyle>
        <a:tcBdr/>
        <a:fill>
          <a:solidFill>
            <a:schemeClr val="lt2">
              <a:tint val="100000"/>
            </a:schemeClr>
          </a:solidFill>
        </a:fill>
      </a:tcStyle>
    </a:band1H>
    <a:band2H>
      <a:tcStyle>
        <a:tcBdr/>
      </a:tcStyle>
    </a:band2H>
    <a:band1V>
      <a:tcStyle>
        <a:tcBdr/>
        <a:fill>
          <a:solidFill>
            <a:schemeClr val="lt2">
              <a:tint val="100000"/>
            </a:schemeClr>
          </a:solidFill>
        </a:fill>
      </a:tcStyle>
    </a:band1V>
    <a:band2V>
      <a:tcStyle>
        <a:tcBdr/>
      </a:tcStyle>
    </a:band2V>
    <a:lastCol>
      <a:tcTxStyle b="on">
        <a:fontRef idx="minor">
          <a:prstClr val="black"/>
        </a:fontRef>
        <a:schemeClr val="lt1"/>
      </a:tcTxStyle>
      <a:tcStyle>
        <a:tcBdr/>
        <a:fill>
          <a:solidFill>
            <a:schemeClr val="lt2"/>
          </a:solidFill>
        </a:fill>
      </a:tcStyle>
    </a:lastCol>
    <a:firstCol>
      <a:tcTxStyle b="on">
        <a:fontRef idx="minor">
          <a:prstClr val="black"/>
        </a:fontRef>
        <a:schemeClr val="lt1"/>
      </a:tcTxStyle>
      <a:tcStyle>
        <a:tcBdr/>
        <a:fill>
          <a:solidFill>
            <a:schemeClr val="lt2"/>
          </a:solidFill>
        </a:fill>
      </a:tcStyle>
    </a:firstCol>
    <a:lastRow>
      <a:tcTxStyle b="on">
        <a:fontRef idx="minor">
          <a:prstClr val="black"/>
        </a:fontRef>
        <a:schemeClr val="lt1"/>
      </a:tcTxStyle>
      <a:tcStyle>
        <a:tcBdr>
          <a:top>
            <a:ln w="38100" cmpd="sng">
              <a:solidFill>
                <a:schemeClr val="lt1"/>
              </a:solidFill>
            </a:ln>
          </a:top>
        </a:tcBdr>
        <a:fill>
          <a:solidFill>
            <a:schemeClr val="lt2"/>
          </a:solidFill>
        </a:fill>
      </a:tcStyle>
    </a:lastRow>
    <a:firstRow>
      <a:tcTxStyle b="on">
        <a:fontRef idx="minor">
          <a:prstClr val="black"/>
        </a:fontRef>
        <a:schemeClr val="lt1"/>
      </a:tcTxStyle>
      <a:tcStyle>
        <a:tcBdr>
          <a:bottom>
            <a:ln w="38100" cmpd="sng">
              <a:solidFill>
                <a:schemeClr val="lt1"/>
              </a:solidFill>
            </a:ln>
          </a:bottom>
        </a:tcBdr>
        <a:fill>
          <a:solidFill>
            <a:srgbClr val="595959"/>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lt2"/>
              </a:solidFill>
            </a:ln>
          </a:left>
          <a:right>
            <a:ln w="12700" cmpd="sng">
              <a:solidFill>
                <a:schemeClr val="lt2"/>
              </a:solidFill>
            </a:ln>
          </a:right>
          <a:top>
            <a:ln w="12700" cmpd="sng">
              <a:solidFill>
                <a:schemeClr val="lt2"/>
              </a:solidFill>
            </a:ln>
          </a:top>
          <a:bottom>
            <a:ln w="12700" cmpd="sng">
              <a:solidFill>
                <a:schemeClr val="lt2"/>
              </a:solidFill>
            </a:ln>
          </a:bottom>
          <a:insideH>
            <a:ln w="12700" cmpd="sng">
              <a:solidFill>
                <a:schemeClr val="lt2"/>
              </a:solidFill>
            </a:ln>
          </a:insideH>
          <a:insideV>
            <a:ln>
              <a:noFill/>
            </a:ln>
          </a:insideV>
        </a:tcBdr>
        <a:fill>
          <a:solidFill>
            <a:schemeClr val="lt1"/>
          </a:solidFill>
        </a:fill>
      </a:tcStyle>
    </a:wholeTbl>
    <a:band1H>
      <a:tcStyle>
        <a:tcBdr/>
        <a:fill>
          <a:solidFill>
            <a:schemeClr val="lt2">
              <a:tint val="70000"/>
            </a:schemeClr>
          </a:solidFill>
        </a:fill>
      </a:tcStyle>
    </a:band1H>
    <a:band1V>
      <a:tcStyle>
        <a:tcBdr/>
        <a:fill>
          <a:solidFill>
            <a:schemeClr val="lt2">
              <a:tint val="70000"/>
            </a:schemeClr>
          </a:solidFill>
        </a:fill>
      </a:tcStyle>
    </a:band1V>
    <a:lastCol>
      <a:tcTxStyle b="on"/>
      <a:tcStyle>
        <a:tcBdr/>
      </a:tcStyle>
    </a:lastCol>
    <a:firstCol>
      <a:tcTxStyle b="on"/>
      <a:tcStyle>
        <a:tcBdr/>
      </a:tcStyle>
    </a:firstCol>
    <a:lastRow>
      <a:tcTxStyle b="on"/>
      <a:tcStyle>
        <a:tcBdr>
          <a:top>
            <a:ln w="50800" cmpd="dbl">
              <a:solidFill>
                <a:schemeClr val="lt2"/>
              </a:solidFill>
            </a:ln>
          </a:top>
        </a:tcBdr>
        <a:fill>
          <a:solidFill>
            <a:schemeClr val="lt1"/>
          </a:solidFill>
        </a:fill>
      </a:tcStyle>
    </a:lastRow>
    <a:firstRow>
      <a:tcTxStyle b="on">
        <a:fontRef idx="minor">
          <a:scrgbClr r="0" g="0" b="0"/>
        </a:fontRef>
        <a:schemeClr val="lt1"/>
      </a:tcTxStyle>
      <a:tcStyle>
        <a:tcBdr/>
        <a:fill>
          <a:solidFill>
            <a:schemeClr val="lt2"/>
          </a:solidFill>
        </a:fill>
      </a:tcStyle>
    </a:firstRow>
  </a:tblStyle>
  <a:tblStyle styleId="{72833802-FEF1-4C79-8D5D-14CF1EAF98D9}" styleName="Light Style 2 - Accent 2">
    <a:wholeTbl>
      <a:tcTxStyle>
        <a:fontRef idx="minor">
          <a:scrgbClr r="0" g="0" b="0"/>
        </a:fontRef>
        <a:schemeClr val="tx1"/>
      </a:tcTxStyle>
      <a:tcStyle>
        <a:tcBdr>
          <a:left>
            <a:lnRef idx="1">
              <a:schemeClr val="lt2"/>
            </a:lnRef>
          </a:left>
          <a:right>
            <a:lnRef idx="1">
              <a:schemeClr val="lt2"/>
            </a:lnRef>
          </a:right>
          <a:top>
            <a:lnRef idx="1">
              <a:schemeClr val="lt2"/>
            </a:lnRef>
          </a:top>
          <a:bottom>
            <a:lnRef idx="1">
              <a:schemeClr val="lt2"/>
            </a:lnRef>
          </a:bottom>
          <a:insideH>
            <a:ln>
              <a:noFill/>
            </a:ln>
          </a:insideH>
          <a:insideV>
            <a:ln>
              <a:noFill/>
            </a:ln>
          </a:insideV>
        </a:tcBdr>
        <a:fill>
          <a:noFill/>
        </a:fill>
      </a:tcStyle>
    </a:wholeTbl>
    <a:band1H>
      <a:tcStyle>
        <a:tcBdr>
          <a:top>
            <a:lnRef idx="1">
              <a:schemeClr val="lt2"/>
            </a:lnRef>
          </a:top>
          <a:bottom>
            <a:lnRef idx="1">
              <a:schemeClr val="lt2"/>
            </a:lnRef>
          </a:bottom>
        </a:tcBdr>
      </a:tcStyle>
    </a:band1H>
    <a:band1V>
      <a:tcStyle>
        <a:tcBdr>
          <a:left>
            <a:lnRef idx="1">
              <a:schemeClr val="lt2"/>
            </a:lnRef>
          </a:left>
          <a:right>
            <a:lnRef idx="1">
              <a:schemeClr val="lt2"/>
            </a:lnRef>
          </a:right>
        </a:tcBdr>
      </a:tcStyle>
    </a:band1V>
    <a:band2V>
      <a:tcStyle>
        <a:tcBdr>
          <a:left>
            <a:lnRef idx="1">
              <a:schemeClr val="lt2"/>
            </a:lnRef>
          </a:left>
          <a:right>
            <a:lnRef idx="1">
              <a:schemeClr val="lt2"/>
            </a:lnRef>
          </a:right>
        </a:tcBdr>
      </a:tcStyle>
    </a:band2V>
    <a:lastCol>
      <a:tcTxStyle b="on"/>
      <a:tcStyle>
        <a:tcBdr/>
      </a:tcStyle>
    </a:lastCol>
    <a:firstCol>
      <a:tcTxStyle b="on"/>
      <a:tcStyle>
        <a:tcBdr/>
      </a:tcStyle>
    </a:firstCol>
    <a:lastRow>
      <a:tcTxStyle b="on"/>
      <a:tcStyle>
        <a:tcBdr>
          <a:top>
            <a:ln w="50800" cmpd="dbl">
              <a:solidFill>
                <a:schemeClr val="lt2"/>
              </a:solidFill>
            </a:ln>
          </a:top>
        </a:tcBdr>
      </a:tcStyle>
    </a:lastRow>
    <a:firstRow>
      <a:tcTxStyle b="on">
        <a:fontRef idx="minor">
          <a:scrgbClr r="0" g="0" b="0"/>
        </a:fontRef>
        <a:schemeClr val="bg1"/>
      </a:tcTxStyle>
      <a:tcStyle>
        <a:tcBdr/>
        <a:fillRef idx="1">
          <a:schemeClr val="l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autoAdjust="0"/>
    <p:restoredTop sz="93973" autoAdjust="0"/>
  </p:normalViewPr>
  <p:slideViewPr>
    <p:cSldViewPr snapToGrid="0">
      <p:cViewPr varScale="1">
        <p:scale>
          <a:sx n="114" d="100"/>
          <a:sy n="114" d="100"/>
        </p:scale>
        <p:origin x="1080" y="480"/>
      </p:cViewPr>
      <p:guideLst>
        <p:guide orient="horz" pos="2208"/>
        <p:guide pos="3840"/>
      </p:guideLst>
    </p:cSldViewPr>
  </p:slideViewPr>
  <p:notesTextViewPr>
    <p:cViewPr>
      <p:scale>
        <a:sx n="1" d="1"/>
        <a:sy n="1" d="1"/>
      </p:scale>
      <p:origin x="0" y="0"/>
    </p:cViewPr>
  </p:notesTextViewPr>
  <p:sorterViewPr>
    <p:cViewPr>
      <p:scale>
        <a:sx n="40" d="100"/>
        <a:sy n="40" d="100"/>
      </p:scale>
      <p:origin x="0" y="0"/>
    </p:cViewPr>
  </p:sorterViewPr>
  <p:notesViewPr>
    <p:cSldViewPr snapToGrid="0">
      <p:cViewPr>
        <p:scale>
          <a:sx n="79" d="100"/>
          <a:sy n="79" d="100"/>
        </p:scale>
        <p:origin x="4832" y="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tableStyles" Target="tableStyles.xml"/><Relationship Id="rId34" Type="http://schemas.openxmlformats.org/officeDocument/2006/relationships/handoutMaster" Target="handoutMasters/handoutMaster1.xml"/><Relationship Id="rId42"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notesMaster" Target="notesMasters/notesMaster1.xml"/><Relationship Id="rId38" Type="http://schemas.openxmlformats.org/officeDocument/2006/relationships/theme" Target="theme/theme1.xml"/><Relationship Id="rId16" Type="http://schemas.openxmlformats.org/officeDocument/2006/relationships/slide" Target="slides/slide8.xml"/><Relationship Id="rId20" Type="http://schemas.openxmlformats.org/officeDocument/2006/relationships/slide" Target="slides/slide12.xml"/><Relationship Id="rId41" Type="http://schemas.openxmlformats.org/officeDocument/2006/relationships/customXml" Target="../customXml/item2.xml"/><Relationship Id="rId1" Type="http://schemas.openxmlformats.org/officeDocument/2006/relationships/slideMaster" Target="slideMasters/slideMaster1.xml"/><Relationship Id="rId11" Type="http://schemas.openxmlformats.org/officeDocument/2006/relationships/slide" Target="slides/slide3.xml"/><Relationship Id="rId37" Type="http://schemas.openxmlformats.org/officeDocument/2006/relationships/viewProps" Target="viewProps.xml"/><Relationship Id="rId40" Type="http://schemas.openxmlformats.org/officeDocument/2006/relationships/customXml" Target="../customXml/item1.xml"/><Relationship Id="rId15" Type="http://schemas.openxmlformats.org/officeDocument/2006/relationships/slide" Target="slides/slide7.xml"/><Relationship Id="rId36"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9" Type="http://schemas.openxmlformats.org/officeDocument/2006/relationships/slide" Target="slides/slide1.xml"/><Relationship Id="rId14" Type="http://schemas.openxmlformats.org/officeDocument/2006/relationships/slide" Target="slides/slide6.xml"/><Relationship Id="rId35"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Recommended models by task area</c:v>
                </c:pt>
              </c:strCache>
            </c:strRef>
          </c:tx>
          <c:spPr>
            <a:solidFill>
              <a:srgbClr val="44E5FF"/>
            </a:solidFill>
          </c:spPr>
          <c:dPt>
            <c:idx val="0"/>
            <c:spPr>
              <a:solidFill>
                <a:srgbClr val="A6A6A6"/>
              </a:solidFill>
            </c:spPr>
          </c:dPt>
          <c:dPt>
            <c:idx val="1"/>
            <c:spPr>
              <a:solidFill>
                <a:srgbClr val="A6A6A6"/>
              </a:solidFill>
            </c:spPr>
          </c:dPt>
          <c:dPt>
            <c:idx val="2"/>
            <c:spPr>
              <a:solidFill>
                <a:srgbClr val="A6A6A6"/>
              </a:solidFill>
            </c:spPr>
          </c:dPt>
          <c:dPt>
            <c:idx val="3"/>
            <c:spPr>
              <a:solidFill>
                <a:srgbClr val="44E5FF"/>
              </a:solidFill>
            </c:spPr>
          </c:dPt>
          <c:cat>
            <c:strRef>
              <c:f>Sheet1!$A$2:$A$5</c:f>
              <c:strCache>
                <c:ptCount val="4"/>
                <c:pt idx="0">
                  <c:v>Visual</c:v>
                </c:pt>
                <c:pt idx="1">
                  <c:v>Fast &amp; simple</c:v>
                </c:pt>
                <c:pt idx="2">
                  <c:v>General-purpose</c:v>
                </c:pt>
                <c:pt idx="3">
                  <c:v>Deep reasoning</c:v>
                </c:pt>
              </c:strCache>
            </c:strRef>
          </c:cat>
          <c:val>
            <c:numRef>
              <c:f>Sheet1!$B$2:$B$5</c:f>
              <c:numCache>
                <c:formatCode>General</c:formatCode>
                <c:ptCount val="4"/>
                <c:pt idx="0">
                  <c:v>3</c:v>
                </c:pt>
                <c:pt idx="1">
                  <c:v>3</c:v>
                </c:pt>
                <c:pt idx="2">
                  <c:v>5</c:v>
                </c:pt>
                <c:pt idx="3">
                  <c:v>6</c:v>
                </c:pt>
              </c:numCache>
            </c:numRef>
          </c:val>
        </c:ser>
        <c:dLbls>
          <c:txPr>
            <a:bodyPr/>
            <a:lstStyle/>
            <a:p>
              <a:pPr>
                <a:defRPr sz="1200">
                  <a:solidFill>
                    <a:srgbClr val="000000"/>
                  </a:solidFill>
                  <a:latin typeface="Calibr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595959"/>
                </a:solidFill>
                <a:latin typeface="Calibri"/>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txPr>
          <a:bodyPr/>
          <a:lstStyle/>
          <a:p>
            <a:pPr>
              <a:defRPr sz="1200">
                <a:solidFill>
                  <a:srgbClr val="595959"/>
                </a:solidFill>
                <a:latin typeface="Calibri"/>
              </a:defRPr>
            </a:pPr>
          </a:p>
        </c:txPr>
        <c:crossAx val="-2068027336"/>
        <c:crosses val="autoZero"/>
      </c:valAx>
      <c:spPr>
        <a:noFill/>
      </c:spPr>
    </c:plotArea>
    <c:dispBlanksAs val="gap"/>
    <c:spPr>
      <a:noFill/>
    </c:spPr>
  </c:chart>
  <c:txPr>
    <a:bodyPr/>
    <a:lstStyle/>
    <a:p>
      <a:pPr>
        <a:defRPr sz="1800"/>
      </a:pPr>
      <a:endParaRPr lang="en-US"/>
    </a:p>
  </c:txPr>
  <c:externalData r:id="rId1">
    <c:autoUpdate val="0"/>
  </c:externalData>
  <c:spPr>
    <a:noFill/>
  </c:spPr>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419EC5-08BE-4EB9-A338-7F2CBC8BDC42}"/>
              </a:ext>
            </a:extLst>
          </p:cNvPr>
          <p:cNvSpPr>
            <a:spLocks noGrp="1"/>
          </p:cNvSpPr>
          <p:nvPr>
            <p:ph type="hdr" sz="quarter"/>
          </p:nvPr>
        </p:nvSpPr>
        <p:spPr>
          <a:xfrm>
            <a:off x="0" y="0"/>
            <a:ext cx="2773680" cy="588698"/>
          </a:xfrm>
          <a:prstGeom prst="rect">
            <a:avLst/>
          </a:prstGeom>
        </p:spPr>
        <p:txBody>
          <a:bodyPr vert="horz" lIns="91440" tIns="45720" rIns="91440" bIns="45720" rtlCol="0"/>
          <a:lstStyle>
            <a:lvl1pPr algn="l">
              <a:defRPr sz="1200"/>
            </a:lvl1pPr>
          </a:lstStyle>
          <a:p>
            <a:endParaRPr lang="en-GB">
              <a:solidFill>
                <a:srgbClr val="000000"/>
              </a:solidFill>
              <a:latin typeface="Muli Regular Roman" panose="00000500000000000000" pitchFamily="2" charset="0"/>
            </a:endParaRPr>
          </a:p>
        </p:txBody>
      </p:sp>
      <p:sp>
        <p:nvSpPr>
          <p:cNvPr id="3" name="Date Placeholder 2">
            <a:extLst>
              <a:ext uri="{FF2B5EF4-FFF2-40B4-BE49-F238E27FC236}">
                <a16:creationId xmlns:a16="http://schemas.microsoft.com/office/drawing/2014/main" id="{1E87C259-B6F1-4776-B031-30227F135A46}"/>
              </a:ext>
            </a:extLst>
          </p:cNvPr>
          <p:cNvSpPr>
            <a:spLocks noGrp="1"/>
          </p:cNvSpPr>
          <p:nvPr>
            <p:ph type="dt" sz="quarter" idx="1"/>
          </p:nvPr>
        </p:nvSpPr>
        <p:spPr>
          <a:xfrm>
            <a:off x="3625639" y="0"/>
            <a:ext cx="2773680" cy="588698"/>
          </a:xfrm>
          <a:prstGeom prst="rect">
            <a:avLst/>
          </a:prstGeom>
        </p:spPr>
        <p:txBody>
          <a:bodyPr vert="horz" lIns="91440" tIns="45720" rIns="91440" bIns="45720" rtlCol="0"/>
          <a:lstStyle>
            <a:lvl1pPr algn="r">
              <a:defRPr sz="1200"/>
            </a:lvl1pPr>
          </a:lstStyle>
          <a:p>
            <a:fld id="{32A9BFF2-C90B-477E-9715-1B23DA4420F9}" type="datetimeFigureOut">
              <a:rPr lang="en-US">
                <a:solidFill>
                  <a:srgbClr val="000000"/>
                </a:solidFill>
                <a:latin typeface="Muli Regular Roman" panose="00000500000000000000" pitchFamily="2" charset="0"/>
              </a:rPr>
              <a:t>12/15/25</a:t>
            </a:fld>
            <a:endParaRPr lang="en-GB">
              <a:solidFill>
                <a:srgbClr val="000000"/>
              </a:solidFill>
              <a:latin typeface="Muli Regular Roman" panose="00000500000000000000" pitchFamily="2" charset="0"/>
            </a:endParaRPr>
          </a:p>
        </p:txBody>
      </p:sp>
      <p:sp>
        <p:nvSpPr>
          <p:cNvPr id="4" name="Footer Placeholder 3">
            <a:extLst>
              <a:ext uri="{FF2B5EF4-FFF2-40B4-BE49-F238E27FC236}">
                <a16:creationId xmlns:a16="http://schemas.microsoft.com/office/drawing/2014/main" id="{2D64F7A4-77BF-4E91-98A1-943775ED105B}"/>
              </a:ext>
            </a:extLst>
          </p:cNvPr>
          <p:cNvSpPr>
            <a:spLocks noGrp="1"/>
          </p:cNvSpPr>
          <p:nvPr>
            <p:ph type="ftr" sz="quarter" idx="2"/>
          </p:nvPr>
        </p:nvSpPr>
        <p:spPr>
          <a:xfrm>
            <a:off x="-1" y="11144517"/>
            <a:ext cx="3272462" cy="588697"/>
          </a:xfrm>
          <a:prstGeom prst="rect">
            <a:avLst/>
          </a:prstGeom>
        </p:spPr>
        <p:txBody>
          <a:bodyPr vert="horz" lIns="91440" tIns="45720" rIns="91440" bIns="45720" rtlCol="0" anchor="b"/>
          <a:lstStyle>
            <a:lvl1pPr algn="l">
              <a:defRPr sz="1200"/>
            </a:lvl1pPr>
          </a:lstStyle>
          <a:p>
            <a:pPr lvl="0"/>
            <a:r>
              <a:rPr lang="en-GB" sz="800">
                <a:solidFill>
                  <a:srgbClr val="000000"/>
                </a:solidFill>
                <a:latin typeface="Muli Regular Roman" panose="00000500000000000000" pitchFamily="2" charset="0"/>
              </a:rPr>
              <a:t>© 2019 AVEVA Group plc and its subsidiaries. All rights reserved.</a:t>
            </a:r>
          </a:p>
        </p:txBody>
      </p:sp>
      <p:sp>
        <p:nvSpPr>
          <p:cNvPr id="5" name="Slide Number Placeholder 4">
            <a:extLst>
              <a:ext uri="{FF2B5EF4-FFF2-40B4-BE49-F238E27FC236}">
                <a16:creationId xmlns:a16="http://schemas.microsoft.com/office/drawing/2014/main" id="{4055DACD-0D51-435C-8D26-DF12C905B204}"/>
              </a:ext>
            </a:extLst>
          </p:cNvPr>
          <p:cNvSpPr>
            <a:spLocks noGrp="1"/>
          </p:cNvSpPr>
          <p:nvPr>
            <p:ph type="sldNum" sz="quarter" idx="3"/>
          </p:nvPr>
        </p:nvSpPr>
        <p:spPr>
          <a:xfrm>
            <a:off x="3625639" y="11144517"/>
            <a:ext cx="2773680" cy="588697"/>
          </a:xfrm>
          <a:prstGeom prst="rect">
            <a:avLst/>
          </a:prstGeom>
        </p:spPr>
        <p:txBody>
          <a:bodyPr vert="horz" lIns="91440" tIns="45720" rIns="91440" bIns="45720" rtlCol="0" anchor="b"/>
          <a:lstStyle>
            <a:lvl1pPr algn="r">
              <a:defRPr sz="1200"/>
            </a:lvl1pPr>
          </a:lstStyle>
          <a:p>
            <a:fld id="{2BEC808D-8967-49DA-A39C-3A758999D91A}" type="slidenum">
              <a:rPr lang="en-GB" sz="800">
                <a:solidFill>
                  <a:srgbClr val="000000"/>
                </a:solidFill>
                <a:latin typeface="Muli Regular Roman" panose="00000500000000000000" pitchFamily="2" charset="0"/>
              </a:rPr>
              <a:t>‹#›</a:t>
            </a:fld>
            <a:endParaRPr lang="en-GB" sz="800">
              <a:solidFill>
                <a:srgbClr val="000000"/>
              </a:solidFill>
              <a:latin typeface="Muli Regular Roman" panose="00000500000000000000" pitchFamily="2" charset="0"/>
            </a:endParaRPr>
          </a:p>
        </p:txBody>
      </p:sp>
    </p:spTree>
    <p:extLst>
      <p:ext uri="{BB962C8B-B14F-4D97-AF65-F5344CB8AC3E}">
        <p14:creationId xmlns:p14="http://schemas.microsoft.com/office/powerpoint/2010/main" val="3769580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680" cy="588698"/>
          </a:xfrm>
          <a:prstGeom prst="rect">
            <a:avLst/>
          </a:prstGeom>
        </p:spPr>
        <p:txBody>
          <a:bodyPr vert="horz" lIns="91440" tIns="45720" rIns="91440" bIns="45720" rtlCol="0"/>
          <a:lstStyle>
            <a:lvl1pPr algn="l">
              <a:defRPr lang="en-GB" sz="1200" kern="1200">
                <a:solidFill>
                  <a:srgbClr val="000000"/>
                </a:solidFill>
                <a:latin typeface="Muli Regular Roman" panose="00000500000000000000" pitchFamily="2" charset="0"/>
                <a:ea typeface="+mn-ea"/>
                <a:cs typeface="+mn-cs"/>
              </a:defRPr>
            </a:lvl1pPr>
          </a:lstStyle>
          <a:p>
            <a:endParaRPr lang="en-GB"/>
          </a:p>
        </p:txBody>
      </p:sp>
      <p:sp>
        <p:nvSpPr>
          <p:cNvPr id="3" name="Date Placeholder 2"/>
          <p:cNvSpPr>
            <a:spLocks noGrp="1"/>
          </p:cNvSpPr>
          <p:nvPr>
            <p:ph type="dt" idx="1"/>
          </p:nvPr>
        </p:nvSpPr>
        <p:spPr>
          <a:xfrm>
            <a:off x="3625639" y="0"/>
            <a:ext cx="2773680" cy="588698"/>
          </a:xfrm>
          <a:prstGeom prst="rect">
            <a:avLst/>
          </a:prstGeom>
        </p:spPr>
        <p:txBody>
          <a:bodyPr vert="horz" lIns="91440" tIns="45720" rIns="91440" bIns="45720" rtlCol="0"/>
          <a:lstStyle>
            <a:lvl1pPr algn="r">
              <a:defRPr lang="en-GB" sz="1200" kern="1200" smtClean="0">
                <a:solidFill>
                  <a:srgbClr val="000000"/>
                </a:solidFill>
                <a:latin typeface="Muli Regular Roman" panose="00000500000000000000" pitchFamily="2" charset="0"/>
                <a:ea typeface="+mn-ea"/>
                <a:cs typeface="+mn-cs"/>
              </a:defRPr>
            </a:lvl1pPr>
          </a:lstStyle>
          <a:p>
            <a:fld id="{F54DED76-5D38-41BF-9AF2-709E5C06511E}" type="datetimeFigureOut">
              <a:rPr lang="en-GB" smtClean="0"/>
              <a:pPr/>
              <a:t>15/12/2025</a:t>
            </a:fld>
            <a:endParaRPr lang="en-GB"/>
          </a:p>
        </p:txBody>
      </p:sp>
      <p:sp>
        <p:nvSpPr>
          <p:cNvPr id="4" name="Slide Image Placeholder 3"/>
          <p:cNvSpPr>
            <a:spLocks noGrp="1" noRot="1" noChangeAspect="1"/>
          </p:cNvSpPr>
          <p:nvPr>
            <p:ph type="sldImg" idx="2"/>
          </p:nvPr>
        </p:nvSpPr>
        <p:spPr>
          <a:xfrm>
            <a:off x="-317500" y="1466850"/>
            <a:ext cx="7035800" cy="39592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40080" y="5646609"/>
            <a:ext cx="5120640" cy="4619953"/>
          </a:xfrm>
          <a:prstGeom prst="rect">
            <a:avLst/>
          </a:prstGeom>
        </p:spPr>
        <p:txBody>
          <a:bodyPr vert="horz" lIns="91440" tIns="45720" rIns="91440" bIns="45720" rtlCol="0"/>
          <a:lstStyle/>
          <a:p>
            <a:pPr lvl="0"/>
            <a:r>
              <a:rPr lang="en-GB" dirty="0"/>
              <a:t>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1" y="11144517"/>
            <a:ext cx="3057689" cy="588697"/>
          </a:xfrm>
          <a:prstGeom prst="rect">
            <a:avLst/>
          </a:prstGeom>
        </p:spPr>
        <p:txBody>
          <a:bodyPr vert="horz" lIns="91440" tIns="45720" rIns="91440" bIns="45720" rtlCol="0" anchor="b"/>
          <a:lstStyle>
            <a:lvl1pPr algn="l">
              <a:defRPr sz="1200"/>
            </a:lvl1pPr>
          </a:lstStyle>
          <a:p>
            <a:r>
              <a:rPr lang="en-GB" sz="800">
                <a:solidFill>
                  <a:srgbClr val="000000"/>
                </a:solidFill>
                <a:latin typeface="Muli Regular Roman" panose="00000500000000000000" pitchFamily="2" charset="0"/>
              </a:rPr>
              <a:t>© 2019 AVEVA Group plc and its subsidiaries. All rights reserved.</a:t>
            </a:r>
          </a:p>
        </p:txBody>
      </p:sp>
      <p:sp>
        <p:nvSpPr>
          <p:cNvPr id="7" name="Slide Number Placeholder 6"/>
          <p:cNvSpPr>
            <a:spLocks noGrp="1"/>
          </p:cNvSpPr>
          <p:nvPr>
            <p:ph type="sldNum" sz="quarter" idx="5"/>
          </p:nvPr>
        </p:nvSpPr>
        <p:spPr>
          <a:xfrm>
            <a:off x="3625639" y="11144517"/>
            <a:ext cx="2773680" cy="588697"/>
          </a:xfrm>
          <a:prstGeom prst="rect">
            <a:avLst/>
          </a:prstGeom>
        </p:spPr>
        <p:txBody>
          <a:bodyPr vert="horz" lIns="91440" tIns="45720" rIns="91440" bIns="45720" rtlCol="0" anchor="b"/>
          <a:lstStyle>
            <a:lvl1pPr algn="r">
              <a:defRPr lang="en-GB" sz="800" kern="1200" smtClean="0">
                <a:solidFill>
                  <a:srgbClr val="000000"/>
                </a:solidFill>
                <a:latin typeface="Muli Regular Roman" panose="00000500000000000000" pitchFamily="2" charset="0"/>
                <a:ea typeface="+mn-ea"/>
                <a:cs typeface="+mn-cs"/>
              </a:defRPr>
            </a:lvl1pPr>
          </a:lstStyle>
          <a:p>
            <a:fld id="{70234E84-C538-456E-9D17-5DEAA57ABBDE}" type="slidenum">
              <a:rPr lang="en-GB" smtClean="0"/>
              <a:pPr/>
              <a:t>‹#›</a:t>
            </a:fld>
            <a:endParaRPr lang="en-GB"/>
          </a:p>
        </p:txBody>
      </p:sp>
    </p:spTree>
    <p:extLst>
      <p:ext uri="{BB962C8B-B14F-4D97-AF65-F5344CB8AC3E}">
        <p14:creationId xmlns:p14="http://schemas.microsoft.com/office/powerpoint/2010/main" val="1561402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uli Regular Roman" panose="00000500000000000000" pitchFamily="2" charset="0"/>
        <a:ea typeface="+mn-ea"/>
        <a:cs typeface="+mn-cs"/>
      </a:defRPr>
    </a:lvl1pPr>
    <a:lvl2pPr marL="457200" algn="l" defTabSz="914400" rtl="0" eaLnBrk="1" latinLnBrk="0" hangingPunct="1">
      <a:defRPr sz="1200" kern="1200">
        <a:solidFill>
          <a:schemeClr val="tx1"/>
        </a:solidFill>
        <a:latin typeface="Muli Regular Roman" panose="00000500000000000000" pitchFamily="2" charset="0"/>
        <a:ea typeface="+mn-ea"/>
        <a:cs typeface="+mn-cs"/>
      </a:defRPr>
    </a:lvl2pPr>
    <a:lvl3pPr marL="914400" algn="l" defTabSz="914400" rtl="0" eaLnBrk="1" latinLnBrk="0" hangingPunct="1">
      <a:defRPr sz="1200" kern="1200">
        <a:solidFill>
          <a:schemeClr val="tx1"/>
        </a:solidFill>
        <a:latin typeface="Muli Regular Roman" panose="00000500000000000000" pitchFamily="2" charset="0"/>
        <a:ea typeface="+mn-ea"/>
        <a:cs typeface="+mn-cs"/>
      </a:defRPr>
    </a:lvl3pPr>
    <a:lvl4pPr marL="1371600" algn="l" defTabSz="914400" rtl="0" eaLnBrk="1" latinLnBrk="0" hangingPunct="1">
      <a:defRPr sz="1200" kern="1200">
        <a:solidFill>
          <a:schemeClr val="tx1"/>
        </a:solidFill>
        <a:latin typeface="Muli Regular Roman" panose="00000500000000000000" pitchFamily="2" charset="0"/>
        <a:ea typeface="+mn-ea"/>
        <a:cs typeface="+mn-cs"/>
      </a:defRPr>
    </a:lvl4pPr>
    <a:lvl5pPr marL="1828800" algn="l" defTabSz="914400" rtl="0" eaLnBrk="1" latinLnBrk="0" hangingPunct="1">
      <a:defRPr sz="1200" kern="1200">
        <a:solidFill>
          <a:schemeClr val="tx1"/>
        </a:solidFill>
        <a:latin typeface="Muli Regular Roman"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emf"/><Relationship Id="rId4" Type="http://schemas.openxmlformats.org/officeDocument/2006/relationships/image" Target="../media/image2.tif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tif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emf"/><Relationship Id="rId4" Type="http://schemas.openxmlformats.org/officeDocument/2006/relationships/image" Target="../media/image2.tif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tif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emf"/><Relationship Id="rId4" Type="http://schemas.openxmlformats.org/officeDocument/2006/relationships/image" Target="../media/image2.tif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tif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tif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tif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tif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tif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tif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tif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tif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tif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tif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4" name="Group 3">
            <a:extLst>
              <a:ext uri="{FF2B5EF4-FFF2-40B4-BE49-F238E27FC236}">
                <a16:creationId xmlns:a16="http://schemas.microsoft.com/office/drawing/2014/main" id="{CE238D9D-E258-67AD-EAA6-030A4D338B2B}"/>
              </a:ext>
            </a:extLst>
          </p:cNvPr>
          <p:cNvGrpSpPr/>
          <p:nvPr userDrawn="1"/>
        </p:nvGrpSpPr>
        <p:grpSpPr>
          <a:xfrm>
            <a:off x="12485568" y="112729"/>
            <a:ext cx="2936672" cy="5883149"/>
            <a:chOff x="12485568" y="112729"/>
            <a:chExt cx="2936672" cy="5883149"/>
          </a:xfrm>
        </p:grpSpPr>
        <p:sp>
          <p:nvSpPr>
            <p:cNvPr id="45" name="Oval 44">
              <a:extLst>
                <a:ext uri="{FF2B5EF4-FFF2-40B4-BE49-F238E27FC236}">
                  <a16:creationId xmlns:a16="http://schemas.microsoft.com/office/drawing/2014/main" id="{A80DFAA7-1F4F-9C45-814F-AA3AF84CF117}"/>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6" name="Oval 45">
              <a:extLst>
                <a:ext uri="{FF2B5EF4-FFF2-40B4-BE49-F238E27FC236}">
                  <a16:creationId xmlns:a16="http://schemas.microsoft.com/office/drawing/2014/main" id="{D0973336-ABBA-E942-911E-DAAAD420D92E}"/>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7" name="Oval 46">
              <a:extLst>
                <a:ext uri="{FF2B5EF4-FFF2-40B4-BE49-F238E27FC236}">
                  <a16:creationId xmlns:a16="http://schemas.microsoft.com/office/drawing/2014/main" id="{D0981004-0F68-6D4F-BD18-E177DE1FB44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8" name="Rectangle 47">
              <a:extLst>
                <a:ext uri="{FF2B5EF4-FFF2-40B4-BE49-F238E27FC236}">
                  <a16:creationId xmlns:a16="http://schemas.microsoft.com/office/drawing/2014/main" id="{8AF29444-601F-F34B-9EF9-77EFA492B612}"/>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50" name="Oval 49">
              <a:extLst>
                <a:ext uri="{FF2B5EF4-FFF2-40B4-BE49-F238E27FC236}">
                  <a16:creationId xmlns:a16="http://schemas.microsoft.com/office/drawing/2014/main" id="{5A7D3C9F-B977-4748-A292-34C40F4BAA3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1" name="Oval 50">
              <a:extLst>
                <a:ext uri="{FF2B5EF4-FFF2-40B4-BE49-F238E27FC236}">
                  <a16:creationId xmlns:a16="http://schemas.microsoft.com/office/drawing/2014/main" id="{143206F2-104F-E84B-AC9F-5E15AB889D81}"/>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2" name="Oval 51">
              <a:extLst>
                <a:ext uri="{FF2B5EF4-FFF2-40B4-BE49-F238E27FC236}">
                  <a16:creationId xmlns:a16="http://schemas.microsoft.com/office/drawing/2014/main" id="{3D85E306-5B19-244F-A5D8-906889F44993}"/>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3" name="Oval 52">
              <a:extLst>
                <a:ext uri="{FF2B5EF4-FFF2-40B4-BE49-F238E27FC236}">
                  <a16:creationId xmlns:a16="http://schemas.microsoft.com/office/drawing/2014/main" id="{E1EDDE7E-EFDB-5848-BAF2-12DCE978458E}"/>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1" name="Group 10">
              <a:extLst>
                <a:ext uri="{FF2B5EF4-FFF2-40B4-BE49-F238E27FC236}">
                  <a16:creationId xmlns:a16="http://schemas.microsoft.com/office/drawing/2014/main" id="{83068D31-C29A-E244-961C-2C77587F98C9}"/>
                </a:ext>
              </a:extLst>
            </p:cNvPr>
            <p:cNvGrpSpPr/>
            <p:nvPr userDrawn="1"/>
          </p:nvGrpSpPr>
          <p:grpSpPr>
            <a:xfrm>
              <a:off x="12500773" y="3802778"/>
              <a:ext cx="971741" cy="1940780"/>
              <a:chOff x="12431200" y="2678506"/>
              <a:chExt cx="971741" cy="1940780"/>
            </a:xfrm>
          </p:grpSpPr>
          <p:sp>
            <p:nvSpPr>
              <p:cNvPr id="49" name="Rectangle 48">
                <a:extLst>
                  <a:ext uri="{FF2B5EF4-FFF2-40B4-BE49-F238E27FC236}">
                    <a16:creationId xmlns:a16="http://schemas.microsoft.com/office/drawing/2014/main" id="{5D39A7BC-F7CD-6941-9544-825A8E01696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54" name="Oval 53">
                <a:extLst>
                  <a:ext uri="{FF2B5EF4-FFF2-40B4-BE49-F238E27FC236}">
                    <a16:creationId xmlns:a16="http://schemas.microsoft.com/office/drawing/2014/main" id="{EC35D024-ED51-5142-BFFB-D12DBF703D25}"/>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5" name="Oval 54">
                <a:extLst>
                  <a:ext uri="{FF2B5EF4-FFF2-40B4-BE49-F238E27FC236}">
                    <a16:creationId xmlns:a16="http://schemas.microsoft.com/office/drawing/2014/main" id="{0F5AAAB5-0CE2-D949-9F5F-8A6BC72D2EF3}"/>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6" name="Oval 55">
                <a:extLst>
                  <a:ext uri="{FF2B5EF4-FFF2-40B4-BE49-F238E27FC236}">
                    <a16:creationId xmlns:a16="http://schemas.microsoft.com/office/drawing/2014/main" id="{12719735-0F29-1E4C-B986-2AC28AE5C58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7" name="Oval 56">
                <a:extLst>
                  <a:ext uri="{FF2B5EF4-FFF2-40B4-BE49-F238E27FC236}">
                    <a16:creationId xmlns:a16="http://schemas.microsoft.com/office/drawing/2014/main" id="{612E40C7-91D1-A94C-9DC8-18CA745B81EB}"/>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65" name="Oval 64">
                <a:extLst>
                  <a:ext uri="{FF2B5EF4-FFF2-40B4-BE49-F238E27FC236}">
                    <a16:creationId xmlns:a16="http://schemas.microsoft.com/office/drawing/2014/main" id="{E051669A-9455-3A46-BB29-036B9C8DD3B6}"/>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66" name="Oval 65">
                <a:extLst>
                  <a:ext uri="{FF2B5EF4-FFF2-40B4-BE49-F238E27FC236}">
                    <a16:creationId xmlns:a16="http://schemas.microsoft.com/office/drawing/2014/main" id="{6981BC01-D1BC-4748-BE71-97EB2043C524}"/>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6" name="TextBox 5">
              <a:extLst>
                <a:ext uri="{FF2B5EF4-FFF2-40B4-BE49-F238E27FC236}">
                  <a16:creationId xmlns:a16="http://schemas.microsoft.com/office/drawing/2014/main" id="{CF43C44F-6AA5-5744-979F-361360ACEC3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9" name="Picture 8">
              <a:extLst>
                <a:ext uri="{FF2B5EF4-FFF2-40B4-BE49-F238E27FC236}">
                  <a16:creationId xmlns:a16="http://schemas.microsoft.com/office/drawing/2014/main" id="{D97DDCE2-F55F-4A4E-BC70-23C4C12CDA0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 name="Rectangle 1">
              <a:extLst>
                <a:ext uri="{FF2B5EF4-FFF2-40B4-BE49-F238E27FC236}">
                  <a16:creationId xmlns:a16="http://schemas.microsoft.com/office/drawing/2014/main" id="{9E15EE84-01EE-0FBF-61FF-76E1E32BEC9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33164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F56B838F-CCC7-AD3A-0919-E66317C5E151}"/>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F0B8E6FA-4563-224F-2FFF-22A5CEC2524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9AFCBD89-EC5A-4C82-649E-273CB7D066F4}"/>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44CAF651-8644-F0A8-3E20-BBF49CF7B918}"/>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10509313-8992-2104-7AFF-EE4D82D2644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1FE7A7EA-3F5A-C362-2C5C-E33F7C842B7C}"/>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846D4CAB-BE10-B075-1E02-0604E0A63070}"/>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1BC271BD-7C31-2E27-6E0F-DEA2474BA71E}"/>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90313B80-853B-F709-806F-8E179BD7996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9C0B465B-A1D6-18A4-0AEA-7B27ACC489F0}"/>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8E089B4B-7759-FC26-E743-1BB4ED2DC4EF}"/>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61BAE7CA-CBF6-A3DB-A2DA-35B84373E338}"/>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700CBBD7-D816-1D89-9C94-19FE6ED24715}"/>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D74E242D-9E7B-4FF9-71B5-2933030078F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944EFC89-26EB-161E-09E6-7C7406428AD0}"/>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92F206E0-F7A8-E158-A9A1-4360D3E409E5}"/>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90260AE6-6EE9-B897-EF92-FF27F89A3589}"/>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20F0875D-E85E-17EE-42EE-4E8D21832A35}"/>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6" name="Picture 25">
              <a:extLst>
                <a:ext uri="{FF2B5EF4-FFF2-40B4-BE49-F238E27FC236}">
                  <a16:creationId xmlns:a16="http://schemas.microsoft.com/office/drawing/2014/main" id="{D58F94B3-7588-0C85-F99B-B01386BFB288}"/>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3AF83858-8E3D-967D-552C-AD22EA745CC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17445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BE18C89-A37A-53C6-B38B-5644343B660E}"/>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2DC5FD08-94D2-9A23-70F3-F70B20D63BB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B42AB681-C305-96BF-F84A-5F156B4AD5E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C7A8388A-0B1A-D8C9-492E-9940A7B4EC6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Rectangle 11">
              <a:extLst>
                <a:ext uri="{FF2B5EF4-FFF2-40B4-BE49-F238E27FC236}">
                  <a16:creationId xmlns:a16="http://schemas.microsoft.com/office/drawing/2014/main" id="{84FF90D9-C687-E584-14D9-2DA3BD71EB54}"/>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7C00DA16-3985-19A6-3FF2-543524359FD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3F4194BB-7C3E-0618-DC22-2BC5BA7BCCAA}"/>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C1335D1B-21CE-3B35-7A18-DCE984C5724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7C3DAB00-41AA-69F4-DB44-C91058F8600B}"/>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1588E345-4A09-C351-7A7A-5CE12CAC5B13}"/>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4314857C-1AFA-FB49-11D4-EAF8F7D37F9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779498AD-DA3F-7D1D-8C8F-A383D337F178}"/>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D7229907-5FC0-E714-7347-0447F9A534F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AF1F5258-7F60-5F61-F003-1AF0DA9C6B3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25FB70DF-4970-40E2-AAC0-33B7069C923F}"/>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8FB9D62E-6467-B7C6-B7D8-ED4C3ED2EB32}"/>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DAC4E9C5-89DF-2A16-EBC9-BACF8318AB74}"/>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401E92EB-68F1-8150-5CA7-B6F3B112D2A6}"/>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4A2EBC6E-9D48-F655-79B9-5FF2FD97101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249C95BB-6AEE-4C94-675A-459D7D71B14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7309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71F75EAE-5D6D-8E1B-38B3-467C902383FD}"/>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7E556AED-0BC9-A555-023A-7F03B8F427F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A2B66F6C-C064-8F26-A51B-AA68A78A0C7A}"/>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411527AD-AA25-2B3A-074D-9781002BC17D}"/>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3517C902-98B6-CA41-5B18-2D5DED574B6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55248D1E-E0D9-20DE-DC59-82092505AB9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F7B3C6D-CE80-4635-DABB-B66FAD4CA66A}"/>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EA577FB0-F5C4-6838-B58E-421FF04F0AC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15F6F6FF-623A-FD92-E9A6-2B1C44A29EB0}"/>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0DBD6D12-7524-442C-812E-C4343E3A54AC}"/>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266B28EA-44EC-AA11-492D-E1CB7719DCA1}"/>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459F5194-BF3E-0868-F248-937A3734305C}"/>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AF0D5640-CA70-6B81-CE5B-CF17945DEE19}"/>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30E413CB-4B59-2356-0FDC-C8E04AC1D1B4}"/>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37AA7973-C419-F781-2504-A18703BD88B9}"/>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000A5912-9823-EC3C-B725-9AB750A80445}"/>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0FCDDCAB-F1F0-18A2-EA65-2C19F77D713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452B238D-D80D-1E52-409B-8EF64B83B68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6" name="Picture 25">
              <a:extLst>
                <a:ext uri="{FF2B5EF4-FFF2-40B4-BE49-F238E27FC236}">
                  <a16:creationId xmlns:a16="http://schemas.microsoft.com/office/drawing/2014/main" id="{1ED3B856-D0D8-967E-DEDC-EFCD2C43A4E5}"/>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B54B17A6-8D6F-F875-CAF0-183F2A86FD42}"/>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71258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bg1"/>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7D4A91A0-6829-74E6-B712-C69EB61F56D4}"/>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8244E7E1-160D-7DEA-925F-564D996CB95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3562CC96-D6B3-7452-C400-B268900F603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3497C895-D4E9-5870-83E3-D05CE176A8E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Rectangle 11">
              <a:extLst>
                <a:ext uri="{FF2B5EF4-FFF2-40B4-BE49-F238E27FC236}">
                  <a16:creationId xmlns:a16="http://schemas.microsoft.com/office/drawing/2014/main" id="{8F26913F-9687-DFAA-5C91-38949DC1B832}"/>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789B7971-5998-00D7-59B2-A9ADA5AE74EE}"/>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8233E6AE-2D00-AFAC-713B-55D79F4208A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FB6C48B7-5664-029A-1911-5E452742DF8A}"/>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D165DAAC-A0F7-E065-F775-DE3C4A207179}"/>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9608C11B-1D22-8E15-3560-498F4C2C9098}"/>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E2DA88F8-EA9D-E2BF-94A0-5118A95BF1B5}"/>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73204E29-49B4-DF8E-6172-689F2EAD9509}"/>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AD559927-3C95-8D18-AF54-E76EEECC9DF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7700550A-41FB-B68E-C3E6-49BEE097D39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16C227B6-DE74-1D10-FE18-275E23313A10}"/>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C10DBFCB-65EA-D16D-990E-99AAAEAC395E}"/>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A5B1E7D7-1548-2267-AF8F-2B1C7E4781E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422969AB-B644-7851-6A26-0E6BE05AA73F}"/>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5A000035-E8D4-91A3-2726-8614E9395465}"/>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1DE6E5C7-5EB6-2FC1-6F1F-4F60970ACCB1}"/>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12866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7E23825B-A794-7B3F-D6C8-7EDF5E18535F}"/>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B861035C-6256-4B83-C809-7367D997DB4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B06E2FA5-3AB5-5FA4-59AE-6CEDAF5ED99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D3EB64F5-EC27-D793-150E-ED9B1BCF2073}"/>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8E576E75-ADB6-029A-F13C-36846BE8FEA3}"/>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3FB7ED2E-5424-7E3A-EB6D-B27F053F6947}"/>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952C188-F320-2932-0EC9-2231DA7764E7}"/>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6AB1B1A5-99E6-2A15-7EE0-53425D0E2902}"/>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34731D13-BB5D-A3F6-92DC-BAE9C571E6F4}"/>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1AB9F92C-8DB5-8E16-CE70-4F5801161F7F}"/>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3E1B2AAA-F8BE-F9BB-9FB0-D238E246448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DF4DDD6F-4676-C319-EC62-5D873CA7CC9C}"/>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268B32FB-D40C-9DCB-FBB2-515FE7EEF1F0}"/>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92E9B7C9-3AAC-5258-DF37-227021B05C3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15A30D35-08F2-C7CA-B226-865780885338}"/>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08635C1A-2B30-F074-95E4-9FA875DFAA3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0F52C815-C6FC-60C8-D7B4-79025C453DB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ED1216EF-0021-E1F4-8B09-CCB7D621759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6" name="Picture 25">
              <a:extLst>
                <a:ext uri="{FF2B5EF4-FFF2-40B4-BE49-F238E27FC236}">
                  <a16:creationId xmlns:a16="http://schemas.microsoft.com/office/drawing/2014/main" id="{1FA78FFC-78F3-BD7A-0A6B-415A43713A0E}"/>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57E177AB-50C7-9DD2-4A2A-1E97CB10C06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94232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5806F1F3-03E3-8747-AF82-D17D58B1C693}"/>
              </a:ext>
            </a:extLst>
          </p:cNvPr>
          <p:cNvSpPr>
            <a:spLocks noGrp="1"/>
          </p:cNvSpPr>
          <p:nvPr>
            <p:ph type="body" sz="quarter" idx="13" hasCustomPrompt="1"/>
          </p:nvPr>
        </p:nvSpPr>
        <p:spPr>
          <a:xfrm>
            <a:off x="609600" y="1130705"/>
            <a:ext cx="10972800" cy="320040"/>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6" name="Title 5">
            <a:extLst>
              <a:ext uri="{FF2B5EF4-FFF2-40B4-BE49-F238E27FC236}">
                <a16:creationId xmlns:a16="http://schemas.microsoft.com/office/drawing/2014/main" id="{1E174FCC-E1DA-0547-B958-1E077E3F4848}"/>
              </a:ext>
            </a:extLst>
          </p:cNvPr>
          <p:cNvSpPr>
            <a:spLocks noGrp="1"/>
          </p:cNvSpPr>
          <p:nvPr>
            <p:ph type="title"/>
          </p:nvPr>
        </p:nvSpPr>
        <p:spPr/>
        <p:txBody>
          <a:bodyPr/>
          <a:lstStyle/>
          <a:p>
            <a:r>
              <a:rPr lang="en-GB"/>
              <a:t>Click to edit Master title style</a:t>
            </a:r>
            <a:endParaRPr lang="en-US" dirty="0"/>
          </a:p>
        </p:txBody>
      </p:sp>
      <p:sp>
        <p:nvSpPr>
          <p:cNvPr id="10" name="Content Placeholder 9">
            <a:extLst>
              <a:ext uri="{FF2B5EF4-FFF2-40B4-BE49-F238E27FC236}">
                <a16:creationId xmlns:a16="http://schemas.microsoft.com/office/drawing/2014/main" id="{E104F8C8-AE65-4D38-A94D-DAF87B0AE1F9}"/>
              </a:ext>
            </a:extLst>
          </p:cNvPr>
          <p:cNvSpPr>
            <a:spLocks noGrp="1"/>
          </p:cNvSpPr>
          <p:nvPr>
            <p:ph sz="quarter" idx="20"/>
          </p:nvPr>
        </p:nvSpPr>
        <p:spPr>
          <a:xfrm>
            <a:off x="609600" y="1628775"/>
            <a:ext cx="10972800" cy="44343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F287778-0117-EA47-9FF4-1F5A7F66EE46}"/>
              </a:ext>
            </a:extLst>
          </p:cNvPr>
          <p:cNvSpPr>
            <a:spLocks noGrp="1"/>
          </p:cNvSpPr>
          <p:nvPr>
            <p:ph type="ftr" sz="quarter" idx="22"/>
          </p:nvPr>
        </p:nvSpPr>
        <p:spPr/>
        <p:txBody>
          <a:bodyPr/>
          <a:lstStyle/>
          <a:p>
            <a:r>
              <a:rPr lang="en-US" dirty="0"/>
              <a:t>For Internal Use Only. © 2026 AVEVA Group Limited or its subsidiaries. All rights reserved.</a:t>
            </a:r>
            <a:endParaRPr lang="en-GB" dirty="0"/>
          </a:p>
        </p:txBody>
      </p:sp>
      <p:sp>
        <p:nvSpPr>
          <p:cNvPr id="11" name="Slide Number Placeholder 10">
            <a:extLst>
              <a:ext uri="{FF2B5EF4-FFF2-40B4-BE49-F238E27FC236}">
                <a16:creationId xmlns:a16="http://schemas.microsoft.com/office/drawing/2014/main" id="{F8E8988F-294C-1140-AA84-8CFAB9AAA608}"/>
              </a:ext>
            </a:extLst>
          </p:cNvPr>
          <p:cNvSpPr>
            <a:spLocks noGrp="1"/>
          </p:cNvSpPr>
          <p:nvPr>
            <p:ph type="sldNum" sz="quarter" idx="23"/>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918060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8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611123" y="2747266"/>
            <a:ext cx="7030213" cy="1097257"/>
          </a:xfrm>
        </p:spPr>
        <p:txBody>
          <a:bodyPr>
            <a:noAutofit/>
          </a:bodyPr>
          <a:lstStyle>
            <a:lvl1pPr marL="0" indent="0">
              <a:lnSpc>
                <a:spcPct val="80000"/>
              </a:lnSpc>
              <a:spcAft>
                <a:spcPts val="0"/>
              </a:spcAft>
              <a:buNone/>
              <a:defRPr sz="4400">
                <a:solidFill>
                  <a:schemeClr val="bg1"/>
                </a:solidFill>
                <a:latin typeface="+mj-lt"/>
                <a:cs typeface="Calibri" panose="020F0502020204030204" pitchFamily="34" charset="0"/>
              </a:defRPr>
            </a:lvl1pPr>
          </a:lstStyle>
          <a:p>
            <a:pPr lvl="0"/>
            <a:r>
              <a:rPr lang="en-GB" dirty="0"/>
              <a:t>Section Title</a:t>
            </a:r>
          </a:p>
        </p:txBody>
      </p:sp>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058114" y="6008023"/>
            <a:ext cx="1619889" cy="367538"/>
          </a:xfrm>
          <a:prstGeom prst="rect">
            <a:avLst/>
          </a:prstGeom>
        </p:spPr>
      </p:pic>
      <p:sp>
        <p:nvSpPr>
          <p:cNvPr id="13" name="Text Placeholder 12">
            <a:extLst>
              <a:ext uri="{FF2B5EF4-FFF2-40B4-BE49-F238E27FC236}">
                <a16:creationId xmlns:a16="http://schemas.microsoft.com/office/drawing/2014/main" id="{8ECE5A20-4227-E348-84F8-A5D40EA906CE}"/>
              </a:ext>
            </a:extLst>
          </p:cNvPr>
          <p:cNvSpPr>
            <a:spLocks noGrp="1"/>
          </p:cNvSpPr>
          <p:nvPr>
            <p:ph type="body" sz="quarter" idx="25" hasCustomPrompt="1"/>
          </p:nvPr>
        </p:nvSpPr>
        <p:spPr>
          <a:xfrm>
            <a:off x="609600" y="2136775"/>
            <a:ext cx="2974975" cy="268288"/>
          </a:xfrm>
        </p:spPr>
        <p:txBody>
          <a:bodyPr anchor="b"/>
          <a:lstStyle>
            <a:lvl1pPr marL="0" indent="0">
              <a:buNone/>
              <a:defRPr sz="1600"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OPTIONAL SUBHEAD</a:t>
            </a:r>
          </a:p>
        </p:txBody>
      </p:sp>
      <p:cxnSp>
        <p:nvCxnSpPr>
          <p:cNvPr id="10" name="Straight Connector 9">
            <a:extLst>
              <a:ext uri="{FF2B5EF4-FFF2-40B4-BE49-F238E27FC236}">
                <a16:creationId xmlns:a16="http://schemas.microsoft.com/office/drawing/2014/main" id="{2139C83D-9348-8C46-A23F-B8C425133236}"/>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6" name="Footer Placeholder 5">
            <a:extLst>
              <a:ext uri="{FF2B5EF4-FFF2-40B4-BE49-F238E27FC236}">
                <a16:creationId xmlns:a16="http://schemas.microsoft.com/office/drawing/2014/main" id="{BD00CE0C-A135-EE4B-9D26-C36649B40438}"/>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125C5431-793E-2D44-B54B-4F081016BC06}"/>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8" name="TextBox 67">
            <a:extLst>
              <a:ext uri="{FF2B5EF4-FFF2-40B4-BE49-F238E27FC236}">
                <a16:creationId xmlns:a16="http://schemas.microsoft.com/office/drawing/2014/main" id="{F751043D-25C7-491B-8BF0-2CF990585DAB}"/>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9" name="Text Placeholder 8">
            <a:extLst>
              <a:ext uri="{FF2B5EF4-FFF2-40B4-BE49-F238E27FC236}">
                <a16:creationId xmlns:a16="http://schemas.microsoft.com/office/drawing/2014/main" id="{6F91CB7C-EFD4-4859-82A0-A288D8A8E895}"/>
              </a:ext>
            </a:extLst>
          </p:cNvPr>
          <p:cNvSpPr>
            <a:spLocks noGrp="1"/>
          </p:cNvSpPr>
          <p:nvPr>
            <p:ph type="body" sz="quarter" idx="29" hasCustomPrompt="1"/>
          </p:nvPr>
        </p:nvSpPr>
        <p:spPr>
          <a:xfrm>
            <a:off x="609600" y="4024499"/>
            <a:ext cx="5944152" cy="360049"/>
          </a:xfrm>
        </p:spPr>
        <p:txBody>
          <a:bodyPr>
            <a:noAutofit/>
          </a:bodyPr>
          <a:lstStyle>
            <a:lvl1pPr marL="0" indent="0">
              <a:buNone/>
              <a:defRPr sz="1800">
                <a:solidFill>
                  <a:schemeClr val="bg1"/>
                </a:solidFill>
                <a:latin typeface="+mj-lt"/>
              </a:defRPr>
            </a:lvl1pPr>
            <a:lvl2pPr marL="182880" indent="0">
              <a:buNone/>
              <a:defRPr>
                <a:latin typeface="+mj-lt"/>
              </a:defRPr>
            </a:lvl2pPr>
            <a:lvl3pPr marL="365760" indent="0">
              <a:buNone/>
              <a:defRPr>
                <a:latin typeface="+mj-lt"/>
              </a:defRPr>
            </a:lvl3pPr>
            <a:lvl4pPr marL="548640" indent="0">
              <a:buNone/>
              <a:defRPr>
                <a:latin typeface="+mj-lt"/>
              </a:defRPr>
            </a:lvl4pPr>
            <a:lvl5pPr marL="731520" indent="0">
              <a:buNone/>
              <a:defRPr>
                <a:latin typeface="+mj-lt"/>
              </a:defRPr>
            </a:lvl5pPr>
          </a:lstStyle>
          <a:p>
            <a:pPr lvl="0"/>
            <a:r>
              <a:rPr lang="en-US" dirty="0"/>
              <a:t>Optional Subtitle</a:t>
            </a:r>
          </a:p>
        </p:txBody>
      </p:sp>
      <p:grpSp>
        <p:nvGrpSpPr>
          <p:cNvPr id="2" name="Group 1">
            <a:extLst>
              <a:ext uri="{FF2B5EF4-FFF2-40B4-BE49-F238E27FC236}">
                <a16:creationId xmlns:a16="http://schemas.microsoft.com/office/drawing/2014/main" id="{66A6D88A-3333-3B02-CC77-C678334EFB6D}"/>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98A9948F-C040-4200-8A84-B36B742B840D}"/>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173F0076-DD50-B39B-8319-BB90C96BB5D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18F9BBF1-0D6B-7004-4835-5B447B50E000}"/>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Rectangle 10">
              <a:extLst>
                <a:ext uri="{FF2B5EF4-FFF2-40B4-BE49-F238E27FC236}">
                  <a16:creationId xmlns:a16="http://schemas.microsoft.com/office/drawing/2014/main" id="{E3BD1A76-B4D9-7F6A-78F5-C4BF8AE67D45}"/>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2" name="Oval 11">
              <a:extLst>
                <a:ext uri="{FF2B5EF4-FFF2-40B4-BE49-F238E27FC236}">
                  <a16:creationId xmlns:a16="http://schemas.microsoft.com/office/drawing/2014/main" id="{D2F550C2-E06A-BD17-92AD-6FFD1CEE8AF8}"/>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97B1C58B-014B-FFC9-F535-892351D5A89E}"/>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FAF98087-395B-FEF8-6219-49DD6507A03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DCEA54A7-A9DD-BB17-6BAF-3C37448D472C}"/>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07E38B20-CC62-8272-195D-8A36558862FA}"/>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3ADD7D40-FA6C-A23E-11F6-3740934C21AA}"/>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D9A6FF7E-9DEC-635F-19B5-AFEAA233E1A4}"/>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F6D6AD7F-F93D-FAAE-C6DB-8ED98082E16B}"/>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7281DC3D-3BA4-D6E0-2A84-28ACD8168C02}"/>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259B74CF-28B3-FBB0-80C8-B6B561043144}"/>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113D234A-C9BF-8506-0774-EA1FA512973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5A9E69F4-BC45-EEE1-B70E-63B7E79764CE}"/>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50FBBAA0-61D8-7B90-6D67-0B2B78ED04D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6C30A2B1-6FCA-DE13-D0B0-89DC8B8B165B}"/>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E01D33F0-D59C-B251-89A8-F733FBCBA9F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20647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 uri="{C183D7F6-B498-43B3-948B-1728B52AA6E4}">
                <adec:decorative xmlns:adec="http://schemas.microsoft.com/office/drawing/2017/decorative" val="1"/>
              </a:ext>
            </a:extLst>
          </p:cNvPr>
          <p:cNvSpPr/>
          <p:nvPr userDrawn="1"/>
        </p:nvSpPr>
        <p:spPr>
          <a:xfrm>
            <a:off x="0" y="0"/>
            <a:ext cx="4064000" cy="6858000"/>
          </a:xfrm>
          <a:prstGeom prst="rect">
            <a:avLst/>
          </a:prstGeom>
          <a:gradFill>
            <a:gsLst>
              <a:gs pos="11000">
                <a:schemeClr val="tx2"/>
              </a:gs>
              <a:gs pos="10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609600" y="2139696"/>
            <a:ext cx="3061674" cy="269316"/>
          </a:xfrm>
        </p:spPr>
        <p:txBody>
          <a:bodyPr anchor="b"/>
          <a:lstStyle>
            <a:lvl1pPr marL="0" indent="0">
              <a:buNone/>
              <a:defRPr sz="1600" cap="all" baseline="0">
                <a:solidFill>
                  <a:schemeClr val="bg1"/>
                </a:solidFill>
                <a:latin typeface="+mn-lt"/>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GB" dirty="0"/>
              <a:t>Optional text</a:t>
            </a:r>
          </a:p>
        </p:txBody>
      </p:sp>
      <p:sp>
        <p:nvSpPr>
          <p:cNvPr id="2" name="Title 1">
            <a:extLst>
              <a:ext uri="{FF2B5EF4-FFF2-40B4-BE49-F238E27FC236}">
                <a16:creationId xmlns:a16="http://schemas.microsoft.com/office/drawing/2014/main" id="{02F60D76-C300-439F-917D-70A7B9C699B8}"/>
              </a:ext>
            </a:extLst>
          </p:cNvPr>
          <p:cNvSpPr>
            <a:spLocks noGrp="1"/>
          </p:cNvSpPr>
          <p:nvPr>
            <p:ph type="title" hasCustomPrompt="1"/>
          </p:nvPr>
        </p:nvSpPr>
        <p:spPr>
          <a:xfrm>
            <a:off x="609600" y="2752344"/>
            <a:ext cx="3063240" cy="1097280"/>
          </a:xfrm>
        </p:spPr>
        <p:txBody>
          <a:bodyPr anchor="t" anchorCtr="0">
            <a:normAutofit/>
          </a:bodyPr>
          <a:lstStyle>
            <a:lvl1pPr>
              <a:lnSpc>
                <a:spcPct val="95000"/>
              </a:lnSpc>
              <a:defRPr sz="4400">
                <a:solidFill>
                  <a:schemeClr val="bg1"/>
                </a:solidFill>
                <a:latin typeface="+mj-lt"/>
              </a:defRPr>
            </a:lvl1pPr>
          </a:lstStyle>
          <a:p>
            <a:r>
              <a:rPr lang="en-GB" dirty="0"/>
              <a:t>Agenda</a:t>
            </a:r>
          </a:p>
        </p:txBody>
      </p:sp>
      <p:sp>
        <p:nvSpPr>
          <p:cNvPr id="20" name="Text Placeholder 3">
            <a:extLst>
              <a:ext uri="{FF2B5EF4-FFF2-40B4-BE49-F238E27FC236}">
                <a16:creationId xmlns:a16="http://schemas.microsoft.com/office/drawing/2014/main" id="{FCEA9E68-34AF-7647-96D6-0A437B189096}"/>
              </a:ext>
            </a:extLst>
          </p:cNvPr>
          <p:cNvSpPr>
            <a:spLocks noGrp="1"/>
          </p:cNvSpPr>
          <p:nvPr>
            <p:ph type="body" sz="quarter" idx="45"/>
          </p:nvPr>
        </p:nvSpPr>
        <p:spPr>
          <a:xfrm>
            <a:off x="4450630" y="805099"/>
            <a:ext cx="7128722" cy="4901434"/>
          </a:xfrm>
        </p:spPr>
        <p:txBody>
          <a:bodyPr anchor="ctr"/>
          <a:lstStyle>
            <a:lvl1pPr marL="27432" indent="0">
              <a:lnSpc>
                <a:spcPct val="90000"/>
              </a:lnSpc>
              <a:spcBef>
                <a:spcPts val="600"/>
              </a:spcBef>
              <a:spcAft>
                <a:spcPts val="600"/>
              </a:spcAft>
              <a:buNone/>
              <a:defRPr sz="2400">
                <a:solidFill>
                  <a:schemeClr val="accent1"/>
                </a:solidFill>
                <a:latin typeface="+mj-lt"/>
              </a:defRPr>
            </a:lvl1pPr>
            <a:lvl2pPr marL="171450" indent="0">
              <a:lnSpc>
                <a:spcPct val="90000"/>
              </a:lnSpc>
              <a:spcBef>
                <a:spcPts val="0"/>
              </a:spcBef>
              <a:spcAft>
                <a:spcPts val="600"/>
              </a:spcAft>
              <a:buNone/>
              <a:defRPr/>
            </a:lvl2pPr>
            <a:lvl3pPr marL="293688" indent="0">
              <a:buNone/>
              <a:tabLst/>
              <a:defRPr/>
            </a:lvl3pPr>
          </a:lstStyle>
          <a:p>
            <a:pPr lvl="0"/>
            <a:r>
              <a:rPr lang="en-GB"/>
              <a:t>Click to edit Master text styles</a:t>
            </a:r>
          </a:p>
          <a:p>
            <a:pPr lvl="1"/>
            <a:r>
              <a:rPr lang="en-GB"/>
              <a:t>Second level</a:t>
            </a:r>
          </a:p>
          <a:p>
            <a:pPr lvl="2"/>
            <a:r>
              <a:rPr lang="en-GB"/>
              <a:t>Third level</a:t>
            </a:r>
          </a:p>
        </p:txBody>
      </p:sp>
      <p:sp>
        <p:nvSpPr>
          <p:cNvPr id="11" name="Text Placeholder 23">
            <a:extLst>
              <a:ext uri="{FF2B5EF4-FFF2-40B4-BE49-F238E27FC236}">
                <a16:creationId xmlns:a16="http://schemas.microsoft.com/office/drawing/2014/main" id="{158C488F-4D79-CB43-8415-FE12678527AF}"/>
              </a:ext>
            </a:extLst>
          </p:cNvPr>
          <p:cNvSpPr>
            <a:spLocks noGrp="1"/>
          </p:cNvSpPr>
          <p:nvPr>
            <p:ph type="body" sz="quarter" idx="18" hasCustomPrompt="1"/>
          </p:nvPr>
        </p:nvSpPr>
        <p:spPr>
          <a:xfrm>
            <a:off x="612649" y="4020694"/>
            <a:ext cx="3058626" cy="352417"/>
          </a:xfrm>
        </p:spPr>
        <p:txBody>
          <a:bodyPr/>
          <a:lstStyle>
            <a:lvl1pPr marL="0" indent="0">
              <a:buNone/>
              <a:defRPr sz="1800">
                <a:solidFill>
                  <a:schemeClr val="bg1"/>
                </a:solidFill>
                <a:latin typeface="+mn-lt"/>
                <a:cs typeface="Calibri" panose="020F0502020204030204" pitchFamily="34" charset="0"/>
              </a:defRPr>
            </a:lvl1pPr>
          </a:lstStyle>
          <a:p>
            <a:pPr lvl="0"/>
            <a:r>
              <a:rPr lang="en-GB" dirty="0"/>
              <a:t>Optional Subtitle</a:t>
            </a:r>
          </a:p>
        </p:txBody>
      </p:sp>
      <p:cxnSp>
        <p:nvCxnSpPr>
          <p:cNvPr id="12" name="Straight Connector 11">
            <a:extLst>
              <a:ext uri="{FF2B5EF4-FFF2-40B4-BE49-F238E27FC236}">
                <a16:creationId xmlns:a16="http://schemas.microsoft.com/office/drawing/2014/main" id="{FB2EEBD1-3B06-BD4A-B5AF-A01F73AD779A}"/>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 name="Footer Placeholder 5">
            <a:extLst>
              <a:ext uri="{FF2B5EF4-FFF2-40B4-BE49-F238E27FC236}">
                <a16:creationId xmlns:a16="http://schemas.microsoft.com/office/drawing/2014/main" id="{19F2BAD6-1DA8-22D9-BE4B-B922C2E133E4}"/>
              </a:ext>
            </a:extLst>
          </p:cNvPr>
          <p:cNvSpPr>
            <a:spLocks noGrp="1"/>
          </p:cNvSpPr>
          <p:nvPr>
            <p:ph type="ftr" sz="quarter" idx="27"/>
          </p:nvPr>
        </p:nvSpPr>
        <p:spPr>
          <a:xfrm>
            <a:off x="612648" y="6256544"/>
            <a:ext cx="7187184" cy="322056"/>
          </a:xfrm>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6">
            <a:extLst>
              <a:ext uri="{FF2B5EF4-FFF2-40B4-BE49-F238E27FC236}">
                <a16:creationId xmlns:a16="http://schemas.microsoft.com/office/drawing/2014/main" id="{98AD8337-C44E-D39F-E227-D8C3598F41C4}"/>
              </a:ext>
            </a:extLst>
          </p:cNvPr>
          <p:cNvSpPr>
            <a:spLocks noGrp="1"/>
          </p:cNvSpPr>
          <p:nvPr>
            <p:ph type="sldNum" sz="quarter" idx="28"/>
          </p:nvPr>
        </p:nvSpPr>
        <p:spPr>
          <a:xfrm>
            <a:off x="252000" y="6398600"/>
            <a:ext cx="216000" cy="180000"/>
          </a:xfrm>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237734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sz="quarter"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rPr lang="en-GB"/>
              <a:t>Click to edit Master title style</a:t>
            </a:r>
            <a:endParaRPr lang="en-US" dirty="0"/>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sz="quarter" idx="21"/>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sz="quarter" idx="22"/>
          </p:nvPr>
        </p:nvSpPr>
        <p:spPr/>
        <p:txBody>
          <a:bodyPr/>
          <a:lstStyle/>
          <a:p>
            <a:fld id="{267CDB12-45E5-4FD7-AE50-9CB5AFC72BA1}" type="slidenum">
              <a:rPr lang="en-GB" smtClean="0"/>
              <a:pPr/>
              <a:t>‹#›</a:t>
            </a:fld>
            <a:endParaRPr lang="en-GB"/>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sz="quarter" idx="23"/>
          </p:nvPr>
        </p:nvSpPr>
        <p:spPr>
          <a:xfrm>
            <a:off x="609600" y="1628774"/>
            <a:ext cx="5214730" cy="442912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sz="quarter" idx="24"/>
          </p:nvPr>
        </p:nvSpPr>
        <p:spPr>
          <a:xfrm>
            <a:off x="6367669" y="1628774"/>
            <a:ext cx="5214730" cy="442912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6346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sz="quarter"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rPr lang="en-GB"/>
              <a:t>Click to edit Master title style</a:t>
            </a:r>
            <a:endParaRPr lang="en-US" dirty="0"/>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sz="quarter" idx="21"/>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sz="quarter" idx="22"/>
          </p:nvPr>
        </p:nvSpPr>
        <p:spPr/>
        <p:txBody>
          <a:bodyPr/>
          <a:lstStyle/>
          <a:p>
            <a:fld id="{267CDB12-45E5-4FD7-AE50-9CB5AFC72BA1}" type="slidenum">
              <a:rPr lang="en-GB" smtClean="0"/>
              <a:pPr/>
              <a:t>‹#›</a:t>
            </a:fld>
            <a:endParaRPr lang="en-GB"/>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sz="quarter" idx="23"/>
          </p:nvPr>
        </p:nvSpPr>
        <p:spPr>
          <a:xfrm>
            <a:off x="609600" y="1628774"/>
            <a:ext cx="3538728" cy="442912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sz="quarter" idx="24"/>
          </p:nvPr>
        </p:nvSpPr>
        <p:spPr>
          <a:xfrm>
            <a:off x="4325112" y="1628774"/>
            <a:ext cx="3538728" cy="4429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Content Placeholder 11">
            <a:extLst>
              <a:ext uri="{FF2B5EF4-FFF2-40B4-BE49-F238E27FC236}">
                <a16:creationId xmlns:a16="http://schemas.microsoft.com/office/drawing/2014/main" id="{36AFC88D-8686-482D-A9EA-FDFE4646E929}"/>
              </a:ext>
            </a:extLst>
          </p:cNvPr>
          <p:cNvSpPr>
            <a:spLocks noGrp="1"/>
          </p:cNvSpPr>
          <p:nvPr>
            <p:ph sz="quarter" idx="25"/>
          </p:nvPr>
        </p:nvSpPr>
        <p:spPr>
          <a:xfrm>
            <a:off x="8046720" y="1628774"/>
            <a:ext cx="3538728" cy="4429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21382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Capti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812B75-7FE4-C143-BD4E-335D298AAC2D}"/>
              </a:ext>
            </a:extLst>
          </p:cNvPr>
          <p:cNvSpPr>
            <a:spLocks noGrp="1"/>
          </p:cNvSpPr>
          <p:nvPr>
            <p:ph type="body" sz="quarter" idx="13" hasCustomPrompt="1"/>
          </p:nvPr>
        </p:nvSpPr>
        <p:spPr>
          <a:xfrm>
            <a:off x="609600" y="1120767"/>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6" name="Content Placeholder 3">
            <a:extLst>
              <a:ext uri="{FF2B5EF4-FFF2-40B4-BE49-F238E27FC236}">
                <a16:creationId xmlns:a16="http://schemas.microsoft.com/office/drawing/2014/main" id="{7D186497-357B-4F1B-9C0C-F903BE1357D8}"/>
              </a:ext>
            </a:extLst>
          </p:cNvPr>
          <p:cNvSpPr>
            <a:spLocks noGrp="1"/>
          </p:cNvSpPr>
          <p:nvPr>
            <p:ph sz="quarter" idx="18" hasCustomPrompt="1"/>
          </p:nvPr>
        </p:nvSpPr>
        <p:spPr>
          <a:xfrm>
            <a:off x="609599" y="1628775"/>
            <a:ext cx="7266941" cy="4429125"/>
          </a:xfrm>
        </p:spPr>
        <p:txBody>
          <a:bodyPr anchor="ctr"/>
          <a:lstStyle>
            <a:lvl1pPr marL="0" indent="0" algn="ctr">
              <a:buFont typeface="Arial" panose="020B0604020202020204" pitchFamily="34" charset="0"/>
              <a:buNone/>
              <a:defRPr lang="en-GB" sz="2300" kern="1200" dirty="0">
                <a:solidFill>
                  <a:schemeClr val="tx1"/>
                </a:solidFill>
                <a:latin typeface="+mn-lt"/>
                <a:ea typeface="+mn-ea"/>
                <a:cs typeface="Calibri" panose="020F0502020204030204" pitchFamily="34" charset="0"/>
              </a:defRPr>
            </a:lvl1pPr>
          </a:lstStyle>
          <a:p>
            <a:pPr lvl="0"/>
            <a:r>
              <a:rPr lang="en-GB" dirty="0"/>
              <a:t>Click icon to </a:t>
            </a:r>
            <a:br>
              <a:rPr lang="en-GB" dirty="0"/>
            </a:br>
            <a:r>
              <a:rPr lang="en-GB" dirty="0"/>
              <a:t>add object</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hasCustomPrompt="1"/>
          </p:nvPr>
        </p:nvSpPr>
        <p:spPr>
          <a:xfrm>
            <a:off x="8253729" y="1637919"/>
            <a:ext cx="3328672" cy="1080000"/>
          </a:xfrm>
        </p:spPr>
        <p:txBody>
          <a:bodyPr tIns="91440">
            <a:noAutofit/>
          </a:bodyPr>
          <a:lstStyle>
            <a:lvl1pPr marL="18288" indent="0">
              <a:lnSpc>
                <a:spcPct val="90000"/>
              </a:lnSpc>
              <a:spcAft>
                <a:spcPts val="300"/>
              </a:spcAft>
              <a:buNone/>
              <a:defRPr sz="1800" b="0" cap="all" baseline="0">
                <a:solidFill>
                  <a:schemeClr val="accent1"/>
                </a:solidFill>
                <a:latin typeface="+mn-lt"/>
                <a:cs typeface="Calibri" panose="020F0502020204030204" pitchFamily="34" charset="0"/>
              </a:defRPr>
            </a:lvl1pPr>
            <a:lvl2pPr marL="18288" indent="0">
              <a:lnSpc>
                <a:spcPct val="9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9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dirty="0"/>
              <a:t>Edit Master text styles</a:t>
            </a:r>
          </a:p>
          <a:p>
            <a:pPr lvl="1"/>
            <a:r>
              <a:rPr lang="en-GB" dirty="0"/>
              <a:t>Second level</a:t>
            </a:r>
          </a:p>
          <a:p>
            <a:pPr lvl="2"/>
            <a:r>
              <a:rPr lang="en-GB" dirty="0"/>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hasCustomPrompt="1"/>
          </p:nvPr>
        </p:nvSpPr>
        <p:spPr>
          <a:xfrm>
            <a:off x="8253729" y="3046095"/>
            <a:ext cx="3328672" cy="1080000"/>
          </a:xfrm>
        </p:spPr>
        <p:txBody>
          <a:bodyPr>
            <a:noAutofit/>
          </a:bodyPr>
          <a:lstStyle>
            <a:lvl1pPr marL="18288" indent="0">
              <a:lnSpc>
                <a:spcPct val="90000"/>
              </a:lnSpc>
              <a:spcAft>
                <a:spcPts val="300"/>
              </a:spcAft>
              <a:buNone/>
              <a:defRPr sz="1800" b="0" cap="all" baseline="0">
                <a:solidFill>
                  <a:schemeClr val="accent1"/>
                </a:solidFill>
                <a:latin typeface="+mn-lt"/>
                <a:cs typeface="Calibri" panose="020F0502020204030204" pitchFamily="34" charset="0"/>
              </a:defRPr>
            </a:lvl1pPr>
            <a:lvl2pPr marL="18288" indent="0" algn="l">
              <a:lnSpc>
                <a:spcPct val="9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9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dirty="0"/>
              <a:t>Edit Master text styles</a:t>
            </a:r>
          </a:p>
          <a:p>
            <a:pPr lvl="1"/>
            <a:r>
              <a:rPr lang="en-GB" dirty="0"/>
              <a:t>Second level</a:t>
            </a:r>
          </a:p>
          <a:p>
            <a:pPr lvl="2"/>
            <a:r>
              <a:rPr lang="en-GB" dirty="0"/>
              <a:t>Third level</a:t>
            </a:r>
          </a:p>
        </p:txBody>
      </p:sp>
      <p:sp>
        <p:nvSpPr>
          <p:cNvPr id="6" name="Title 5">
            <a:extLst>
              <a:ext uri="{FF2B5EF4-FFF2-40B4-BE49-F238E27FC236}">
                <a16:creationId xmlns:a16="http://schemas.microsoft.com/office/drawing/2014/main" id="{31CD2555-A8C6-0847-9C61-2C0C2C2289C4}"/>
              </a:ext>
            </a:extLst>
          </p:cNvPr>
          <p:cNvSpPr>
            <a:spLocks noGrp="1"/>
          </p:cNvSpPr>
          <p:nvPr>
            <p:ph type="title"/>
          </p:nvPr>
        </p:nvSpPr>
        <p:spPr/>
        <p:txBody>
          <a:bodyPr/>
          <a:lstStyle/>
          <a:p>
            <a:r>
              <a:rPr lang="en-GB"/>
              <a:t>Click to edit Master title style</a:t>
            </a:r>
            <a:endParaRPr lang="en-US"/>
          </a:p>
        </p:txBody>
      </p:sp>
      <p:sp>
        <p:nvSpPr>
          <p:cNvPr id="7" name="Footer Placeholder 6">
            <a:extLst>
              <a:ext uri="{FF2B5EF4-FFF2-40B4-BE49-F238E27FC236}">
                <a16:creationId xmlns:a16="http://schemas.microsoft.com/office/drawing/2014/main" id="{BE0D1227-9172-074E-B1B8-EDC39F2A0169}"/>
              </a:ext>
            </a:extLst>
          </p:cNvPr>
          <p:cNvSpPr>
            <a:spLocks noGrp="1"/>
          </p:cNvSpPr>
          <p:nvPr>
            <p:ph type="ftr" sz="quarter" idx="20"/>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F281C14A-1F69-5C41-A0B5-C2383F1AA8DC}"/>
              </a:ext>
            </a:extLst>
          </p:cNvPr>
          <p:cNvSpPr>
            <a:spLocks noGrp="1"/>
          </p:cNvSpPr>
          <p:nvPr>
            <p:ph type="sldNum" sz="quarter" idx="21"/>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1637945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ption and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62527-69C2-1545-8A37-DF14098EE150}"/>
              </a:ext>
            </a:extLst>
          </p:cNvPr>
          <p:cNvSpPr>
            <a:spLocks noGrp="1"/>
          </p:cNvSpPr>
          <p:nvPr>
            <p:ph type="title"/>
          </p:nvPr>
        </p:nvSpPr>
        <p:spPr/>
        <p:txBody>
          <a:bodyPr/>
          <a:lstStyle/>
          <a:p>
            <a:r>
              <a:rPr lang="en-GB"/>
              <a:t>Click to edit Master title style</a:t>
            </a:r>
            <a:endParaRPr lang="en-GB" dirty="0"/>
          </a:p>
        </p:txBody>
      </p:sp>
      <p:sp>
        <p:nvSpPr>
          <p:cNvPr id="8" name="Text Placeholder 7">
            <a:extLst>
              <a:ext uri="{FF2B5EF4-FFF2-40B4-BE49-F238E27FC236}">
                <a16:creationId xmlns:a16="http://schemas.microsoft.com/office/drawing/2014/main" id="{9A636838-E288-6E41-951D-112A4F82CC78}"/>
              </a:ext>
            </a:extLst>
          </p:cNvPr>
          <p:cNvSpPr>
            <a:spLocks noGrp="1"/>
          </p:cNvSpPr>
          <p:nvPr>
            <p:ph type="body" sz="quarter" idx="13" hasCustomPrompt="1"/>
          </p:nvPr>
        </p:nvSpPr>
        <p:spPr>
          <a:xfrm>
            <a:off x="609583"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hasCustomPrompt="1"/>
          </p:nvPr>
        </p:nvSpPr>
        <p:spPr>
          <a:xfrm>
            <a:off x="609600" y="1631949"/>
            <a:ext cx="3328670" cy="1080000"/>
          </a:xfrm>
        </p:spPr>
        <p:txBody>
          <a:bodyPr tIns="91440">
            <a:noAutofit/>
          </a:bodyPr>
          <a:lstStyle>
            <a:lvl1pPr marL="18288" indent="0">
              <a:lnSpc>
                <a:spcPct val="100000"/>
              </a:lnSpc>
              <a:spcAft>
                <a:spcPts val="300"/>
              </a:spcAft>
              <a:buNone/>
              <a:defRPr sz="1800" b="0" cap="all" baseline="0">
                <a:solidFill>
                  <a:schemeClr val="accent1"/>
                </a:solidFill>
                <a:latin typeface="+mn-lt"/>
                <a:cs typeface="Calibri" panose="020F0502020204030204" pitchFamily="34" charset="0"/>
              </a:defRPr>
            </a:lvl1pPr>
            <a:lvl2pPr marL="18288" indent="0">
              <a:lnSpc>
                <a:spcPct val="10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10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dirty="0"/>
              <a:t>Edit Master text styles</a:t>
            </a:r>
          </a:p>
          <a:p>
            <a:pPr lvl="1"/>
            <a:r>
              <a:rPr lang="en-GB" dirty="0"/>
              <a:t>Second level</a:t>
            </a:r>
          </a:p>
          <a:p>
            <a:pPr lvl="2"/>
            <a:r>
              <a:rPr lang="en-GB" dirty="0"/>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609600" y="3049269"/>
            <a:ext cx="3328670" cy="1080000"/>
          </a:xfrm>
        </p:spPr>
        <p:txBody>
          <a:bodyPr>
            <a:noAutofit/>
          </a:bodyPr>
          <a:lstStyle>
            <a:lvl1pPr marL="18288" indent="0">
              <a:lnSpc>
                <a:spcPct val="100000"/>
              </a:lnSpc>
              <a:spcAft>
                <a:spcPts val="300"/>
              </a:spcAft>
              <a:buNone/>
              <a:defRPr sz="1800" b="0" cap="all" baseline="0">
                <a:solidFill>
                  <a:schemeClr val="accent1"/>
                </a:solidFill>
                <a:latin typeface="+mn-lt"/>
                <a:cs typeface="Calibri" panose="020F0502020204030204" pitchFamily="34" charset="0"/>
              </a:defRPr>
            </a:lvl1pPr>
            <a:lvl2pPr marL="18288" indent="0" algn="l">
              <a:lnSpc>
                <a:spcPct val="10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10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a:t>Click to edit Master text styles</a:t>
            </a:r>
          </a:p>
          <a:p>
            <a:pPr lvl="1"/>
            <a:r>
              <a:rPr lang="en-GB"/>
              <a:t>Second level</a:t>
            </a:r>
          </a:p>
          <a:p>
            <a:pPr lvl="2"/>
            <a:r>
              <a:rPr lang="en-GB"/>
              <a:t>Third level</a:t>
            </a:r>
          </a:p>
        </p:txBody>
      </p:sp>
      <p:sp>
        <p:nvSpPr>
          <p:cNvPr id="15" name="Content Placeholder 3">
            <a:extLst>
              <a:ext uri="{FF2B5EF4-FFF2-40B4-BE49-F238E27FC236}">
                <a16:creationId xmlns:a16="http://schemas.microsoft.com/office/drawing/2014/main" id="{8C39B1C2-65CF-4E3C-B34E-0954BB55D8E4}"/>
              </a:ext>
            </a:extLst>
          </p:cNvPr>
          <p:cNvSpPr>
            <a:spLocks noGrp="1"/>
          </p:cNvSpPr>
          <p:nvPr>
            <p:ph sz="quarter" idx="18" hasCustomPrompt="1"/>
          </p:nvPr>
        </p:nvSpPr>
        <p:spPr>
          <a:xfrm>
            <a:off x="4312730" y="1631949"/>
            <a:ext cx="7269653" cy="4425951"/>
          </a:xfrm>
        </p:spPr>
        <p:txBody>
          <a:bodyPr anchor="ctr"/>
          <a:lstStyle>
            <a:lvl1pPr marL="0" indent="0" algn="ctr">
              <a:buFont typeface="Arial" panose="020B0604020202020204" pitchFamily="34" charset="0"/>
              <a:buNone/>
              <a:defRPr lang="en-GB" sz="2300" kern="1200" dirty="0">
                <a:solidFill>
                  <a:schemeClr val="tx1"/>
                </a:solidFill>
                <a:latin typeface="+mn-lt"/>
                <a:ea typeface="+mn-ea"/>
                <a:cs typeface="Calibri" panose="020F0502020204030204" pitchFamily="34" charset="0"/>
              </a:defRPr>
            </a:lvl1pPr>
          </a:lstStyle>
          <a:p>
            <a:pPr lvl="0"/>
            <a:r>
              <a:rPr lang="en-GB" dirty="0"/>
              <a:t>Click icon to </a:t>
            </a:r>
            <a:br>
              <a:rPr lang="en-GB" dirty="0"/>
            </a:br>
            <a:r>
              <a:rPr lang="en-GB" dirty="0"/>
              <a:t>add object</a:t>
            </a:r>
          </a:p>
        </p:txBody>
      </p:sp>
      <p:sp>
        <p:nvSpPr>
          <p:cNvPr id="7" name="Footer Placeholder 6">
            <a:extLst>
              <a:ext uri="{FF2B5EF4-FFF2-40B4-BE49-F238E27FC236}">
                <a16:creationId xmlns:a16="http://schemas.microsoft.com/office/drawing/2014/main" id="{C50269A9-E692-AB4E-8AFB-FA4A99B286BA}"/>
              </a:ext>
            </a:extLst>
          </p:cNvPr>
          <p:cNvSpPr>
            <a:spLocks noGrp="1"/>
          </p:cNvSpPr>
          <p:nvPr>
            <p:ph type="ftr" sz="quarter" idx="20"/>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A15D8BFF-0F48-A446-9A6B-41FC0E7230C9}"/>
              </a:ext>
            </a:extLst>
          </p:cNvPr>
          <p:cNvSpPr>
            <a:spLocks noGrp="1"/>
          </p:cNvSpPr>
          <p:nvPr>
            <p:ph type="sldNum" sz="quarter" idx="21"/>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383717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Photo">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CF50DE83-481E-9B45-9EBC-5C3646FF7735}"/>
              </a:ext>
            </a:extLst>
          </p:cNvPr>
          <p:cNvSpPr>
            <a:spLocks noGrp="1"/>
          </p:cNvSpPr>
          <p:nvPr>
            <p:ph type="body" sz="quarter" idx="13" hasCustomPrompt="1"/>
          </p:nvPr>
        </p:nvSpPr>
        <p:spPr>
          <a:xfrm>
            <a:off x="609600" y="1125538"/>
            <a:ext cx="50546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25" name="Picture Placeholder 3">
            <a:extLst>
              <a:ext uri="{FF2B5EF4-FFF2-40B4-BE49-F238E27FC236}">
                <a16:creationId xmlns:a16="http://schemas.microsoft.com/office/drawing/2014/main" id="{FC293AC8-10B8-4969-B6D2-FA05ED9AE145}"/>
              </a:ext>
              <a:ext uri="{C183D7F6-B498-43B3-948B-1728B52AA6E4}">
                <adec:decorative xmlns:adec="http://schemas.microsoft.com/office/drawing/2017/decorative" val="1"/>
              </a:ext>
            </a:extLst>
          </p:cNvPr>
          <p:cNvSpPr>
            <a:spLocks noGrp="1"/>
          </p:cNvSpPr>
          <p:nvPr>
            <p:ph type="pic" sz="quarter" idx="15" hasCustomPrompt="1"/>
          </p:nvPr>
        </p:nvSpPr>
        <p:spPr>
          <a:xfrm>
            <a:off x="6096000" y="-9144"/>
            <a:ext cx="6108192"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17" name="TextBox 16">
            <a:extLst>
              <a:ext uri="{FF2B5EF4-FFF2-40B4-BE49-F238E27FC236}">
                <a16:creationId xmlns:a16="http://schemas.microsoft.com/office/drawing/2014/main" id="{7E5A9918-D0F1-4E3A-BC00-0A470C1DFF2D}"/>
              </a:ext>
            </a:extLst>
          </p:cNvPr>
          <p:cNvSpPr txBox="1"/>
          <p:nvPr userDrawn="1"/>
        </p:nvSpPr>
        <p:spPr>
          <a:xfrm>
            <a:off x="6215791" y="6957236"/>
            <a:ext cx="5976209" cy="707886"/>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89E2BC8-79D1-C540-9D53-9B21B5AA8E89}"/>
              </a:ext>
            </a:extLst>
          </p:cNvPr>
          <p:cNvSpPr>
            <a:spLocks noGrp="1"/>
          </p:cNvSpPr>
          <p:nvPr>
            <p:ph type="title"/>
          </p:nvPr>
        </p:nvSpPr>
        <p:spPr>
          <a:xfrm>
            <a:off x="612648" y="268268"/>
            <a:ext cx="5051552" cy="804672"/>
          </a:xfrm>
        </p:spPr>
        <p:txBody>
          <a:bodyPr/>
          <a:lstStyle/>
          <a:p>
            <a:r>
              <a:rPr lang="en-GB"/>
              <a:t>Click to edit Master title style</a:t>
            </a:r>
            <a:endParaRPr lang="en-US" dirty="0"/>
          </a:p>
        </p:txBody>
      </p:sp>
      <p:sp>
        <p:nvSpPr>
          <p:cNvPr id="9" name="Footer Placeholder 8">
            <a:extLst>
              <a:ext uri="{FF2B5EF4-FFF2-40B4-BE49-F238E27FC236}">
                <a16:creationId xmlns:a16="http://schemas.microsoft.com/office/drawing/2014/main" id="{D942DE20-7B2B-EA43-969E-C8BA829045DB}"/>
              </a:ext>
            </a:extLst>
          </p:cNvPr>
          <p:cNvSpPr>
            <a:spLocks noGrp="1"/>
          </p:cNvSpPr>
          <p:nvPr>
            <p:ph type="ftr" sz="quarter" idx="22"/>
          </p:nvPr>
        </p:nvSpPr>
        <p:spPr/>
        <p:txBody>
          <a:bodyPr/>
          <a:lstStyle/>
          <a:p>
            <a:r>
              <a:rPr lang="en-US" dirty="0"/>
              <a:t>For Internal Use Only. © 2026 AVEVA Group Limited or its subsidiaries. All rights reserved.</a:t>
            </a:r>
            <a:endParaRPr lang="en-GB" dirty="0"/>
          </a:p>
        </p:txBody>
      </p:sp>
      <p:sp>
        <p:nvSpPr>
          <p:cNvPr id="10" name="Slide Number Placeholder 9">
            <a:extLst>
              <a:ext uri="{FF2B5EF4-FFF2-40B4-BE49-F238E27FC236}">
                <a16:creationId xmlns:a16="http://schemas.microsoft.com/office/drawing/2014/main" id="{551F292F-A06B-E940-8CC4-4098518C5EBC}"/>
              </a:ext>
            </a:extLst>
          </p:cNvPr>
          <p:cNvSpPr>
            <a:spLocks noGrp="1"/>
          </p:cNvSpPr>
          <p:nvPr>
            <p:ph type="sldNum" sz="quarter" idx="23"/>
          </p:nvPr>
        </p:nvSpPr>
        <p:spPr/>
        <p:txBody>
          <a:bodyPr/>
          <a:lstStyle/>
          <a:p>
            <a:fld id="{267CDB12-45E5-4FD7-AE50-9CB5AFC72BA1}" type="slidenum">
              <a:rPr lang="en-GB" smtClean="0"/>
              <a:pPr/>
              <a:t>‹#›</a:t>
            </a:fld>
            <a:endParaRPr lang="en-GB"/>
          </a:p>
        </p:txBody>
      </p:sp>
      <p:sp>
        <p:nvSpPr>
          <p:cNvPr id="6" name="Content Placeholder 5">
            <a:extLst>
              <a:ext uri="{FF2B5EF4-FFF2-40B4-BE49-F238E27FC236}">
                <a16:creationId xmlns:a16="http://schemas.microsoft.com/office/drawing/2014/main" id="{0E4A2360-A079-4C84-B980-7259F9ADC0B0}"/>
              </a:ext>
            </a:extLst>
          </p:cNvPr>
          <p:cNvSpPr>
            <a:spLocks noGrp="1"/>
          </p:cNvSpPr>
          <p:nvPr>
            <p:ph sz="quarter" idx="24"/>
          </p:nvPr>
        </p:nvSpPr>
        <p:spPr>
          <a:xfrm>
            <a:off x="609600" y="1628775"/>
            <a:ext cx="5056632" cy="443369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Online Image Placeholder 7">
            <a:extLst>
              <a:ext uri="{FF2B5EF4-FFF2-40B4-BE49-F238E27FC236}">
                <a16:creationId xmlns:a16="http://schemas.microsoft.com/office/drawing/2014/main" id="{6934093B-F2A7-4E1E-B334-D9A404D4110A}"/>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Tree>
    <p:extLst>
      <p:ext uri="{BB962C8B-B14F-4D97-AF65-F5344CB8AC3E}">
        <p14:creationId xmlns:p14="http://schemas.microsoft.com/office/powerpoint/2010/main" val="425571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and Content">
    <p:bg>
      <p:bgPr>
        <a:solidFill>
          <a:schemeClr val="bg1"/>
        </a:solidFill>
        <a:effectLst/>
      </p:bgPr>
    </p:bg>
    <p:spTree>
      <p:nvGrpSpPr>
        <p:cNvPr id="1" name=""/>
        <p:cNvGrpSpPr/>
        <p:nvPr/>
      </p:nvGrpSpPr>
      <p:grpSpPr>
        <a:xfrm>
          <a:off x="0" y="0"/>
          <a:ext cx="0" cy="0"/>
          <a:chOff x="0" y="0"/>
          <a:chExt cx="0" cy="0"/>
        </a:xfrm>
      </p:grpSpPr>
      <p:sp>
        <p:nvSpPr>
          <p:cNvPr id="37" name="Picture Placeholder 3">
            <a:extLst>
              <a:ext uri="{FF2B5EF4-FFF2-40B4-BE49-F238E27FC236}">
                <a16:creationId xmlns:a16="http://schemas.microsoft.com/office/drawing/2014/main" id="{9A8A3119-8FBA-4783-8FBD-9A15FFC02902}"/>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6108192" cy="6885432"/>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25" name="Text Placeholder 7">
            <a:extLst>
              <a:ext uri="{FF2B5EF4-FFF2-40B4-BE49-F238E27FC236}">
                <a16:creationId xmlns:a16="http://schemas.microsoft.com/office/drawing/2014/main" id="{92053DD7-7B95-4D58-8EBA-0F48F7F1E9C6}"/>
              </a:ext>
            </a:extLst>
          </p:cNvPr>
          <p:cNvSpPr>
            <a:spLocks noGrp="1"/>
          </p:cNvSpPr>
          <p:nvPr>
            <p:ph type="body" sz="quarter" idx="13" hasCustomPrompt="1"/>
          </p:nvPr>
        </p:nvSpPr>
        <p:spPr>
          <a:xfrm>
            <a:off x="6338888" y="1125538"/>
            <a:ext cx="5226797"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pic>
        <p:nvPicPr>
          <p:cNvPr id="13" name="Picture 12">
            <a:extLst>
              <a:ext uri="{FF2B5EF4-FFF2-40B4-BE49-F238E27FC236}">
                <a16:creationId xmlns:a16="http://schemas.microsoft.com/office/drawing/2014/main" id="{4DFF57C2-9664-3649-84D5-BF718DBEE6B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422144" y="6310008"/>
            <a:ext cx="1157208" cy="262560"/>
          </a:xfrm>
          <a:prstGeom prst="rect">
            <a:avLst/>
          </a:prstGeom>
        </p:spPr>
      </p:pic>
      <p:sp>
        <p:nvSpPr>
          <p:cNvPr id="26" name="TextBox 25">
            <a:extLst>
              <a:ext uri="{FF2B5EF4-FFF2-40B4-BE49-F238E27FC236}">
                <a16:creationId xmlns:a16="http://schemas.microsoft.com/office/drawing/2014/main" id="{6AF92091-8416-433B-9488-D438A02ED0B7}"/>
              </a:ext>
            </a:extLst>
          </p:cNvPr>
          <p:cNvSpPr txBox="1"/>
          <p:nvPr userDrawn="1"/>
        </p:nvSpPr>
        <p:spPr>
          <a:xfrm>
            <a:off x="0" y="6957236"/>
            <a:ext cx="6108192" cy="707886"/>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320E0FB1-09C1-034E-813E-144D3484C321}"/>
              </a:ext>
            </a:extLst>
          </p:cNvPr>
          <p:cNvSpPr>
            <a:spLocks noGrp="1"/>
          </p:cNvSpPr>
          <p:nvPr>
            <p:ph type="title"/>
          </p:nvPr>
        </p:nvSpPr>
        <p:spPr>
          <a:xfrm>
            <a:off x="6339317" y="269096"/>
            <a:ext cx="5234940" cy="804672"/>
          </a:xfrm>
        </p:spPr>
        <p:txBody>
          <a:body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4C1807C1-A329-4D76-82E3-A2492F37D34D}"/>
              </a:ext>
            </a:extLst>
          </p:cNvPr>
          <p:cNvSpPr>
            <a:spLocks noGrp="1"/>
          </p:cNvSpPr>
          <p:nvPr>
            <p:ph sz="quarter" idx="20"/>
          </p:nvPr>
        </p:nvSpPr>
        <p:spPr>
          <a:xfrm>
            <a:off x="6338888" y="1628775"/>
            <a:ext cx="5235575" cy="443369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Footer Placeholder 6">
            <a:extLst>
              <a:ext uri="{FF2B5EF4-FFF2-40B4-BE49-F238E27FC236}">
                <a16:creationId xmlns:a16="http://schemas.microsoft.com/office/drawing/2014/main" id="{8FC2432D-577E-3640-97AF-BF775FD943D8}"/>
              </a:ext>
            </a:extLst>
          </p:cNvPr>
          <p:cNvSpPr>
            <a:spLocks noGrp="1"/>
          </p:cNvSpPr>
          <p:nvPr>
            <p:ph type="ftr" sz="quarter" idx="22"/>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9CA9E565-F5B7-1D4A-80D7-0A91592788DB}"/>
              </a:ext>
            </a:extLst>
          </p:cNvPr>
          <p:cNvSpPr>
            <a:spLocks noGrp="1"/>
          </p:cNvSpPr>
          <p:nvPr>
            <p:ph type="sldNum" sz="quarter" idx="23"/>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303333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Narrow Photo">
    <p:bg>
      <p:bgPr>
        <a:solidFill>
          <a:schemeClr val="bg1"/>
        </a:solidFill>
        <a:effectLst/>
      </p:bgPr>
    </p:bg>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A54A5263-9E93-BF43-A15F-DBB8E60FB288}"/>
              </a:ext>
            </a:extLst>
          </p:cNvPr>
          <p:cNvSpPr>
            <a:spLocks noGrp="1"/>
          </p:cNvSpPr>
          <p:nvPr>
            <p:ph type="body" sz="quarter" idx="13" hasCustomPrompt="1"/>
          </p:nvPr>
        </p:nvSpPr>
        <p:spPr>
          <a:xfrm>
            <a:off x="606552" y="1130431"/>
            <a:ext cx="716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609600" y="5673307"/>
            <a:ext cx="7162800" cy="365760"/>
          </a:xfrm>
        </p:spPr>
        <p:txBody>
          <a:bodyPr anchor="b">
            <a:noAutofit/>
          </a:bodyPr>
          <a:lstStyle>
            <a:lvl1pPr marL="0" indent="0">
              <a:lnSpc>
                <a:spcPts val="1200"/>
              </a:lnSpc>
              <a:spcAft>
                <a:spcPts val="0"/>
              </a:spcAft>
              <a:buNone/>
              <a:defRPr sz="1000" b="0" cap="none" baseline="0">
                <a:solidFill>
                  <a:schemeClr val="tx1"/>
                </a:solidFill>
                <a:latin typeface="+mn-lt"/>
                <a:cs typeface="Calibri" panose="020F0502020204030204" pitchFamily="34" charset="0"/>
              </a:defRPr>
            </a:lvl1pPr>
          </a:lstStyle>
          <a:p>
            <a:pPr lvl="0"/>
            <a:r>
              <a:rPr lang="en-GB" dirty="0"/>
              <a:t>Insert Reference, Source or Caption text</a:t>
            </a:r>
          </a:p>
        </p:txBody>
      </p:sp>
      <p:sp>
        <p:nvSpPr>
          <p:cNvPr id="27" name="Picture Placeholder 3">
            <a:extLst>
              <a:ext uri="{FF2B5EF4-FFF2-40B4-BE49-F238E27FC236}">
                <a16:creationId xmlns:a16="http://schemas.microsoft.com/office/drawing/2014/main" id="{6B4653AF-6DD3-47CE-92B6-B0560F7D04D9}"/>
              </a:ext>
              <a:ext uri="{C183D7F6-B498-43B3-948B-1728B52AA6E4}">
                <adec:decorative xmlns:adec="http://schemas.microsoft.com/office/drawing/2017/decorative" val="1"/>
              </a:ext>
            </a:extLst>
          </p:cNvPr>
          <p:cNvSpPr>
            <a:spLocks noGrp="1"/>
          </p:cNvSpPr>
          <p:nvPr>
            <p:ph type="pic" sz="quarter" idx="15" hasCustomPrompt="1"/>
          </p:nvPr>
        </p:nvSpPr>
        <p:spPr>
          <a:xfrm>
            <a:off x="8128000" y="-9144"/>
            <a:ext cx="4069080"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26" name="TextBox 25">
            <a:extLst>
              <a:ext uri="{FF2B5EF4-FFF2-40B4-BE49-F238E27FC236}">
                <a16:creationId xmlns:a16="http://schemas.microsoft.com/office/drawing/2014/main" id="{EDBC5502-C42F-42D3-88E6-899DA36A4255}"/>
              </a:ext>
            </a:extLst>
          </p:cNvPr>
          <p:cNvSpPr txBox="1"/>
          <p:nvPr userDrawn="1"/>
        </p:nvSpPr>
        <p:spPr>
          <a:xfrm>
            <a:off x="8128000" y="6957236"/>
            <a:ext cx="4064000" cy="1015663"/>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A2B82DC-8F36-3848-9653-E5135D69FA68}"/>
              </a:ext>
            </a:extLst>
          </p:cNvPr>
          <p:cNvSpPr>
            <a:spLocks noGrp="1"/>
          </p:cNvSpPr>
          <p:nvPr>
            <p:ph type="title"/>
          </p:nvPr>
        </p:nvSpPr>
        <p:spPr>
          <a:xfrm>
            <a:off x="609600" y="269096"/>
            <a:ext cx="7159752" cy="804672"/>
          </a:xfrm>
        </p:spPr>
        <p:txBody>
          <a:bodyPr/>
          <a:lstStyle/>
          <a:p>
            <a:r>
              <a:rPr lang="en-GB"/>
              <a:t>Click to edit Master title style</a:t>
            </a:r>
            <a:endParaRPr lang="en-US" dirty="0"/>
          </a:p>
        </p:txBody>
      </p:sp>
      <p:sp>
        <p:nvSpPr>
          <p:cNvPr id="7" name="Footer Placeholder 6">
            <a:extLst>
              <a:ext uri="{FF2B5EF4-FFF2-40B4-BE49-F238E27FC236}">
                <a16:creationId xmlns:a16="http://schemas.microsoft.com/office/drawing/2014/main" id="{9D9D7F0B-21E3-9645-A7FD-04C55F6A0DB5}"/>
              </a:ext>
            </a:extLst>
          </p:cNvPr>
          <p:cNvSpPr>
            <a:spLocks noGrp="1"/>
          </p:cNvSpPr>
          <p:nvPr>
            <p:ph type="ftr" sz="quarter" idx="23"/>
          </p:nvPr>
        </p:nvSpPr>
        <p:spPr/>
        <p:txBody>
          <a:bodyPr/>
          <a:lstStyle/>
          <a:p>
            <a:r>
              <a:rPr lang="en-US" dirty="0"/>
              <a:t>For Internal Use Only. © 2026 AVEVA Group Limited or its subsidiaries. All rights reserved.</a:t>
            </a:r>
            <a:endParaRPr lang="en-GB" dirty="0"/>
          </a:p>
        </p:txBody>
      </p:sp>
      <p:sp>
        <p:nvSpPr>
          <p:cNvPr id="8" name="Slide Number Placeholder 7">
            <a:extLst>
              <a:ext uri="{FF2B5EF4-FFF2-40B4-BE49-F238E27FC236}">
                <a16:creationId xmlns:a16="http://schemas.microsoft.com/office/drawing/2014/main" id="{FC5FE75A-F24B-C849-8104-2B090C965D82}"/>
              </a:ext>
            </a:extLst>
          </p:cNvPr>
          <p:cNvSpPr>
            <a:spLocks noGrp="1"/>
          </p:cNvSpPr>
          <p:nvPr>
            <p:ph type="sldNum" sz="quarter" idx="24"/>
          </p:nvPr>
        </p:nvSpPr>
        <p:spPr/>
        <p:txBody>
          <a:bodyPr/>
          <a:lstStyle/>
          <a:p>
            <a:fld id="{267CDB12-45E5-4FD7-AE50-9CB5AFC72BA1}" type="slidenum">
              <a:rPr lang="en-GB" smtClean="0"/>
              <a:pPr/>
              <a:t>‹#›</a:t>
            </a:fld>
            <a:endParaRPr lang="en-GB"/>
          </a:p>
        </p:txBody>
      </p:sp>
      <p:sp>
        <p:nvSpPr>
          <p:cNvPr id="5" name="Content Placeholder 4">
            <a:extLst>
              <a:ext uri="{FF2B5EF4-FFF2-40B4-BE49-F238E27FC236}">
                <a16:creationId xmlns:a16="http://schemas.microsoft.com/office/drawing/2014/main" id="{32C4C915-723A-4175-9886-B5B3042C13DE}"/>
              </a:ext>
            </a:extLst>
          </p:cNvPr>
          <p:cNvSpPr>
            <a:spLocks noGrp="1"/>
          </p:cNvSpPr>
          <p:nvPr>
            <p:ph sz="quarter" idx="25"/>
          </p:nvPr>
        </p:nvSpPr>
        <p:spPr>
          <a:xfrm>
            <a:off x="609600" y="1628775"/>
            <a:ext cx="7162800" cy="40405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Online Image Placeholder 7">
            <a:extLst>
              <a:ext uri="{FF2B5EF4-FFF2-40B4-BE49-F238E27FC236}">
                <a16:creationId xmlns:a16="http://schemas.microsoft.com/office/drawing/2014/main" id="{0206A656-1958-4BF0-B3CF-3A3A6BDAAFA3}"/>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Tree>
    <p:extLst>
      <p:ext uri="{BB962C8B-B14F-4D97-AF65-F5344CB8AC3E}">
        <p14:creationId xmlns:p14="http://schemas.microsoft.com/office/powerpoint/2010/main" val="130693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arrow Photo and Content">
    <p:bg>
      <p:bgPr>
        <a:solidFill>
          <a:schemeClr val="bg1"/>
        </a:solidFill>
        <a:effectLst/>
      </p:bgPr>
    </p:bg>
    <p:spTree>
      <p:nvGrpSpPr>
        <p:cNvPr id="1" name=""/>
        <p:cNvGrpSpPr/>
        <p:nvPr/>
      </p:nvGrpSpPr>
      <p:grpSpPr>
        <a:xfrm>
          <a:off x="0" y="0"/>
          <a:ext cx="0" cy="0"/>
          <a:chOff x="0" y="0"/>
          <a:chExt cx="0" cy="0"/>
        </a:xfrm>
      </p:grpSpPr>
      <p:sp>
        <p:nvSpPr>
          <p:cNvPr id="42" name="Picture Placeholder 3">
            <a:extLst>
              <a:ext uri="{FF2B5EF4-FFF2-40B4-BE49-F238E27FC236}">
                <a16:creationId xmlns:a16="http://schemas.microsoft.com/office/drawing/2014/main" id="{243575B6-5C62-4FFF-BBDA-EFD258EAD15A}"/>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4032504"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14" name="Text Placeholder 7">
            <a:extLst>
              <a:ext uri="{FF2B5EF4-FFF2-40B4-BE49-F238E27FC236}">
                <a16:creationId xmlns:a16="http://schemas.microsoft.com/office/drawing/2014/main" id="{4A3D1AE9-7382-3C4C-9BFD-611B5DB13146}"/>
              </a:ext>
            </a:extLst>
          </p:cNvPr>
          <p:cNvSpPr>
            <a:spLocks noGrp="1"/>
          </p:cNvSpPr>
          <p:nvPr>
            <p:ph type="body" sz="quarter" idx="13" hasCustomPrompt="1"/>
          </p:nvPr>
        </p:nvSpPr>
        <p:spPr>
          <a:xfrm>
            <a:off x="4389118" y="1125538"/>
            <a:ext cx="7193281"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4389118" y="5665258"/>
            <a:ext cx="7196328" cy="392642"/>
          </a:xfrm>
        </p:spPr>
        <p:txBody>
          <a:bodyPr anchor="b">
            <a:noAutofit/>
          </a:bodyPr>
          <a:lstStyle>
            <a:lvl1pPr marL="0" indent="0">
              <a:lnSpc>
                <a:spcPts val="1200"/>
              </a:lnSpc>
              <a:spcAft>
                <a:spcPts val="0"/>
              </a:spcAft>
              <a:buNone/>
              <a:defRPr sz="1000" b="0" cap="none" baseline="0">
                <a:solidFill>
                  <a:schemeClr val="tx1"/>
                </a:solidFill>
                <a:latin typeface="+mn-lt"/>
                <a:cs typeface="Calibri" panose="020F0502020204030204" pitchFamily="34" charset="0"/>
              </a:defRPr>
            </a:lvl1pPr>
          </a:lstStyle>
          <a:p>
            <a:pPr lvl="0"/>
            <a:r>
              <a:rPr lang="en-GB" dirty="0"/>
              <a:t>Insert Reference, Source or Caption text</a:t>
            </a:r>
          </a:p>
        </p:txBody>
      </p:sp>
      <p:pic>
        <p:nvPicPr>
          <p:cNvPr id="15" name="Picture 14">
            <a:extLst>
              <a:ext uri="{FF2B5EF4-FFF2-40B4-BE49-F238E27FC236}">
                <a16:creationId xmlns:a16="http://schemas.microsoft.com/office/drawing/2014/main" id="{74C69ECE-70B8-424C-8723-571A776EE1E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422144" y="6310008"/>
            <a:ext cx="1157208" cy="262560"/>
          </a:xfrm>
          <a:prstGeom prst="rect">
            <a:avLst/>
          </a:prstGeom>
        </p:spPr>
      </p:pic>
      <p:sp>
        <p:nvSpPr>
          <p:cNvPr id="23" name="TextBox 22">
            <a:extLst>
              <a:ext uri="{FF2B5EF4-FFF2-40B4-BE49-F238E27FC236}">
                <a16:creationId xmlns:a16="http://schemas.microsoft.com/office/drawing/2014/main" id="{F44BBA1C-64EF-488A-80A5-6B063D477D15}"/>
              </a:ext>
            </a:extLst>
          </p:cNvPr>
          <p:cNvSpPr txBox="1"/>
          <p:nvPr userDrawn="1"/>
        </p:nvSpPr>
        <p:spPr>
          <a:xfrm>
            <a:off x="1" y="6957236"/>
            <a:ext cx="4064000" cy="1015663"/>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ABFC0230-4F3A-0A49-90F7-7793BAFF4812}"/>
              </a:ext>
            </a:extLst>
          </p:cNvPr>
          <p:cNvSpPr>
            <a:spLocks noGrp="1"/>
          </p:cNvSpPr>
          <p:nvPr>
            <p:ph type="title"/>
          </p:nvPr>
        </p:nvSpPr>
        <p:spPr>
          <a:xfrm>
            <a:off x="4389118" y="267164"/>
            <a:ext cx="7196330" cy="804672"/>
          </a:xfrm>
        </p:spPr>
        <p:txBody>
          <a:body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A3672EDD-84B5-4B37-8945-594B07631AA3}"/>
              </a:ext>
            </a:extLst>
          </p:cNvPr>
          <p:cNvSpPr>
            <a:spLocks noGrp="1"/>
          </p:cNvSpPr>
          <p:nvPr>
            <p:ph sz="quarter" idx="22"/>
          </p:nvPr>
        </p:nvSpPr>
        <p:spPr>
          <a:xfrm>
            <a:off x="4389437" y="1628775"/>
            <a:ext cx="7196328" cy="40405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Footer Placeholder 6">
            <a:extLst>
              <a:ext uri="{FF2B5EF4-FFF2-40B4-BE49-F238E27FC236}">
                <a16:creationId xmlns:a16="http://schemas.microsoft.com/office/drawing/2014/main" id="{4CF1127D-5A5B-BE44-AF70-B03D9874146E}"/>
              </a:ext>
            </a:extLst>
          </p:cNvPr>
          <p:cNvSpPr>
            <a:spLocks noGrp="1"/>
          </p:cNvSpPr>
          <p:nvPr>
            <p:ph type="ftr" sz="quarter" idx="24"/>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BBB8591D-EA2A-B945-9BC6-5B0694FA9821}"/>
              </a:ext>
            </a:extLst>
          </p:cNvPr>
          <p:cNvSpPr>
            <a:spLocks noGrp="1"/>
          </p:cNvSpPr>
          <p:nvPr>
            <p:ph type="sldNum" sz="quarter" idx="25"/>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47" name="TextBox 46">
            <a:extLst>
              <a:ext uri="{FF2B5EF4-FFF2-40B4-BE49-F238E27FC236}">
                <a16:creationId xmlns:a16="http://schemas.microsoft.com/office/drawing/2014/main" id="{3BD86FB8-BDE2-408D-9C9A-0307EAA33E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882EB957-D0C2-B107-3E59-AFFD904D8540}"/>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2F3E13DD-2DA7-1921-26DA-C150140DFE8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F6807046-11D6-D7B1-6B3C-769A7C746500}"/>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AA34D6EA-248E-A686-AFB4-6116A81C7376}"/>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Rectangle 9">
              <a:extLst>
                <a:ext uri="{FF2B5EF4-FFF2-40B4-BE49-F238E27FC236}">
                  <a16:creationId xmlns:a16="http://schemas.microsoft.com/office/drawing/2014/main" id="{5E63C3F8-CD2A-EEA9-436D-C346B2798886}"/>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1" name="Oval 10">
              <a:extLst>
                <a:ext uri="{FF2B5EF4-FFF2-40B4-BE49-F238E27FC236}">
                  <a16:creationId xmlns:a16="http://schemas.microsoft.com/office/drawing/2014/main" id="{D8B7905C-472A-8E27-FEB2-41DAA8C7A90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Oval 11">
              <a:extLst>
                <a:ext uri="{FF2B5EF4-FFF2-40B4-BE49-F238E27FC236}">
                  <a16:creationId xmlns:a16="http://schemas.microsoft.com/office/drawing/2014/main" id="{A9E945B1-7829-279D-B81E-CDDDEF0A14E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E883F092-C9D5-A823-1944-2E03B1DAD803}"/>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8" name="Oval 47">
              <a:extLst>
                <a:ext uri="{FF2B5EF4-FFF2-40B4-BE49-F238E27FC236}">
                  <a16:creationId xmlns:a16="http://schemas.microsoft.com/office/drawing/2014/main" id="{677DFF3E-8519-77E8-95B6-D5838A18EE02}"/>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49" name="Group 48">
              <a:extLst>
                <a:ext uri="{FF2B5EF4-FFF2-40B4-BE49-F238E27FC236}">
                  <a16:creationId xmlns:a16="http://schemas.microsoft.com/office/drawing/2014/main" id="{37072FD4-7FAF-D49B-7F8E-B2F80D31262D}"/>
                </a:ext>
              </a:extLst>
            </p:cNvPr>
            <p:cNvGrpSpPr/>
            <p:nvPr userDrawn="1"/>
          </p:nvGrpSpPr>
          <p:grpSpPr>
            <a:xfrm>
              <a:off x="12500773" y="3802778"/>
              <a:ext cx="971741" cy="1940780"/>
              <a:chOff x="12431200" y="2678506"/>
              <a:chExt cx="971741" cy="1940780"/>
            </a:xfrm>
          </p:grpSpPr>
          <p:sp>
            <p:nvSpPr>
              <p:cNvPr id="53" name="Rectangle 52">
                <a:extLst>
                  <a:ext uri="{FF2B5EF4-FFF2-40B4-BE49-F238E27FC236}">
                    <a16:creationId xmlns:a16="http://schemas.microsoft.com/office/drawing/2014/main" id="{5E896C1D-3EBC-8482-CC02-36B14B5E4D67}"/>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54" name="Oval 53">
                <a:extLst>
                  <a:ext uri="{FF2B5EF4-FFF2-40B4-BE49-F238E27FC236}">
                    <a16:creationId xmlns:a16="http://schemas.microsoft.com/office/drawing/2014/main" id="{3F40E5F4-49B9-1FBC-E941-1C158BDC720B}"/>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5" name="Oval 54">
                <a:extLst>
                  <a:ext uri="{FF2B5EF4-FFF2-40B4-BE49-F238E27FC236}">
                    <a16:creationId xmlns:a16="http://schemas.microsoft.com/office/drawing/2014/main" id="{F20A40E6-76B3-5F28-9200-57D8A32C3262}"/>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6" name="Oval 55">
                <a:extLst>
                  <a:ext uri="{FF2B5EF4-FFF2-40B4-BE49-F238E27FC236}">
                    <a16:creationId xmlns:a16="http://schemas.microsoft.com/office/drawing/2014/main" id="{D30B1F4F-E88C-6564-E643-DFD23DF1524A}"/>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7" name="Oval 56">
                <a:extLst>
                  <a:ext uri="{FF2B5EF4-FFF2-40B4-BE49-F238E27FC236}">
                    <a16:creationId xmlns:a16="http://schemas.microsoft.com/office/drawing/2014/main" id="{7101AF53-1399-29D4-27A9-B2EC1F6CE5B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8" name="Oval 57">
                <a:extLst>
                  <a:ext uri="{FF2B5EF4-FFF2-40B4-BE49-F238E27FC236}">
                    <a16:creationId xmlns:a16="http://schemas.microsoft.com/office/drawing/2014/main" id="{45349D17-CEC2-3F83-42AA-41A57B0722F3}"/>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9" name="Oval 58">
                <a:extLst>
                  <a:ext uri="{FF2B5EF4-FFF2-40B4-BE49-F238E27FC236}">
                    <a16:creationId xmlns:a16="http://schemas.microsoft.com/office/drawing/2014/main" id="{C5E399E2-3D01-51F3-09B2-65896FD207C3}"/>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50" name="TextBox 49">
              <a:extLst>
                <a:ext uri="{FF2B5EF4-FFF2-40B4-BE49-F238E27FC236}">
                  <a16:creationId xmlns:a16="http://schemas.microsoft.com/office/drawing/2014/main" id="{26403158-825A-866A-A06B-ACE7887D9C37}"/>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51" name="Picture 50">
              <a:extLst>
                <a:ext uri="{FF2B5EF4-FFF2-40B4-BE49-F238E27FC236}">
                  <a16:creationId xmlns:a16="http://schemas.microsoft.com/office/drawing/2014/main" id="{9004B64C-CC0E-4EB1-042B-96096FECD94F}"/>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52" name="Rectangle 51">
              <a:extLst>
                <a:ext uri="{FF2B5EF4-FFF2-40B4-BE49-F238E27FC236}">
                  <a16:creationId xmlns:a16="http://schemas.microsoft.com/office/drawing/2014/main" id="{8DC2F8FD-5D26-2DBE-9BFB-B862C7FA3267}"/>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68188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rge Photo">
    <p:bg>
      <p:bgPr>
        <a:solidFill>
          <a:schemeClr val="tx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BAA8A37-C902-D64B-A0D2-C155BACAA75D}"/>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12207240" cy="6879600"/>
          </a:xfrm>
          <a:prstGeom prst="rect">
            <a:avLst/>
          </a:prstGeom>
          <a:gradFill>
            <a:gsLst>
              <a:gs pos="25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7" name="Online Image Placeholder 7">
            <a:extLst>
              <a:ext uri="{FF2B5EF4-FFF2-40B4-BE49-F238E27FC236}">
                <a16:creationId xmlns:a16="http://schemas.microsoft.com/office/drawing/2014/main" id="{BC64D873-B6D7-4E41-8389-BFCC22FB4C5A}"/>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
        <p:nvSpPr>
          <p:cNvPr id="35" name="Footer Placeholder 34">
            <a:extLst>
              <a:ext uri="{FF2B5EF4-FFF2-40B4-BE49-F238E27FC236}">
                <a16:creationId xmlns:a16="http://schemas.microsoft.com/office/drawing/2014/main" id="{937FDBC0-9928-2941-A57C-F584CC6240C9}"/>
              </a:ext>
            </a:extLst>
          </p:cNvPr>
          <p:cNvSpPr>
            <a:spLocks noGrp="1"/>
          </p:cNvSpPr>
          <p:nvPr>
            <p:ph type="ftr" sz="quarter" idx="22"/>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6" name="Slide Number Placeholder 35">
            <a:extLst>
              <a:ext uri="{FF2B5EF4-FFF2-40B4-BE49-F238E27FC236}">
                <a16:creationId xmlns:a16="http://schemas.microsoft.com/office/drawing/2014/main" id="{EF8C9E19-6C1E-A843-913C-4518C8C89B7C}"/>
              </a:ext>
            </a:extLst>
          </p:cNvPr>
          <p:cNvSpPr>
            <a:spLocks noGrp="1"/>
          </p:cNvSpPr>
          <p:nvPr>
            <p:ph type="sldNum" sz="quarter" idx="23"/>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4" name="TextBox 63">
            <a:extLst>
              <a:ext uri="{FF2B5EF4-FFF2-40B4-BE49-F238E27FC236}">
                <a16:creationId xmlns:a16="http://schemas.microsoft.com/office/drawing/2014/main" id="{97B5313E-12DB-4137-96D6-BED0CAEF0161}"/>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23D696A-8A66-6375-3C2C-20201F696E91}"/>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1F2D5AE3-A05F-26DB-1F97-2C1CC1939D2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B96963C6-7C1B-3080-4FB0-60F8E0C9454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3C8F6170-0A21-B21D-6406-280CB32FD3E7}"/>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3EFB5CCC-313F-D26C-7BF5-D6C42C080E0C}"/>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9" name="Oval 8">
              <a:extLst>
                <a:ext uri="{FF2B5EF4-FFF2-40B4-BE49-F238E27FC236}">
                  <a16:creationId xmlns:a16="http://schemas.microsoft.com/office/drawing/2014/main" id="{C64BD031-53F7-6CB2-5FFF-37D9B60D0A0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Oval 9">
              <a:extLst>
                <a:ext uri="{FF2B5EF4-FFF2-40B4-BE49-F238E27FC236}">
                  <a16:creationId xmlns:a16="http://schemas.microsoft.com/office/drawing/2014/main" id="{F9C7B803-CD1D-3E5C-F830-4B470456A934}"/>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3BA1914F-AC70-04C2-7818-C3C641150219}"/>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Oval 11">
              <a:extLst>
                <a:ext uri="{FF2B5EF4-FFF2-40B4-BE49-F238E27FC236}">
                  <a16:creationId xmlns:a16="http://schemas.microsoft.com/office/drawing/2014/main" id="{39D3E1F0-3F07-6CB5-659C-8321C9A36B62}"/>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3" name="Group 12">
              <a:extLst>
                <a:ext uri="{FF2B5EF4-FFF2-40B4-BE49-F238E27FC236}">
                  <a16:creationId xmlns:a16="http://schemas.microsoft.com/office/drawing/2014/main" id="{4F9705AF-2E9F-09B8-E6AA-0B0D4BDD416D}"/>
                </a:ext>
              </a:extLst>
            </p:cNvPr>
            <p:cNvGrpSpPr/>
            <p:nvPr userDrawn="1"/>
          </p:nvGrpSpPr>
          <p:grpSpPr>
            <a:xfrm>
              <a:off x="12500773" y="3802778"/>
              <a:ext cx="971741" cy="1940780"/>
              <a:chOff x="12431200" y="2678506"/>
              <a:chExt cx="971741" cy="1940780"/>
            </a:xfrm>
          </p:grpSpPr>
          <p:sp>
            <p:nvSpPr>
              <p:cNvPr id="17" name="Rectangle 16">
                <a:extLst>
                  <a:ext uri="{FF2B5EF4-FFF2-40B4-BE49-F238E27FC236}">
                    <a16:creationId xmlns:a16="http://schemas.microsoft.com/office/drawing/2014/main" id="{4EE9D3F6-8611-3096-AD4E-E6BD2F54D762}"/>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18" name="Oval 17">
                <a:extLst>
                  <a:ext uri="{FF2B5EF4-FFF2-40B4-BE49-F238E27FC236}">
                    <a16:creationId xmlns:a16="http://schemas.microsoft.com/office/drawing/2014/main" id="{3FC97EA9-B657-FDA7-7084-A714F222117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5ED788DD-BD3C-82F8-3C06-07D23B050CD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9BC8EDF3-7332-C1EE-7E27-753F79A7D33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F044E596-9405-33BE-04C0-4A3554EEB1C1}"/>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56E94C23-9F74-AA35-4EE4-264018BF46D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AF690B1A-AFDD-6E21-1A0A-4B528B4DE7C6}"/>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4" name="TextBox 13">
              <a:extLst>
                <a:ext uri="{FF2B5EF4-FFF2-40B4-BE49-F238E27FC236}">
                  <a16:creationId xmlns:a16="http://schemas.microsoft.com/office/drawing/2014/main" id="{83A7DB82-77F7-09B0-E325-1693A026806F}"/>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5" name="Picture 14">
              <a:extLst>
                <a:ext uri="{FF2B5EF4-FFF2-40B4-BE49-F238E27FC236}">
                  <a16:creationId xmlns:a16="http://schemas.microsoft.com/office/drawing/2014/main" id="{C5E035D5-47BC-6427-5264-986CF2240882}"/>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16" name="Rectangle 15">
              <a:extLst>
                <a:ext uri="{FF2B5EF4-FFF2-40B4-BE49-F238E27FC236}">
                  <a16:creationId xmlns:a16="http://schemas.microsoft.com/office/drawing/2014/main" id="{5DE5996E-08E0-5A89-B13A-DACD7ED4685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089881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ation - Dark">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86E52A5-4EFD-4CDC-84A0-69CD15B152A9}"/>
              </a:ext>
            </a:extLst>
          </p:cNvPr>
          <p:cNvSpPr>
            <a:spLocks noGrp="1"/>
          </p:cNvSpPr>
          <p:nvPr>
            <p:ph type="body" sz="quarter" idx="13"/>
          </p:nvPr>
        </p:nvSpPr>
        <p:spPr>
          <a:xfrm>
            <a:off x="1572767" y="1783080"/>
            <a:ext cx="9043416" cy="2713037"/>
          </a:xfrm>
        </p:spPr>
        <p:txBody>
          <a:bodyPr anchor="ctr"/>
          <a:lstStyle>
            <a:lvl1pPr marL="0" indent="0" algn="ctr">
              <a:lnSpc>
                <a:spcPct val="90000"/>
              </a:lnSpc>
              <a:buFontTx/>
              <a:buNone/>
              <a:defRPr sz="3600" b="0" i="0">
                <a:solidFill>
                  <a:schemeClr val="bg1"/>
                </a:solidFill>
                <a:latin typeface="+mj-lt"/>
              </a:defRPr>
            </a:lvl1pPr>
            <a:lvl2pPr marL="0" indent="0" algn="ctr">
              <a:lnSpc>
                <a:spcPct val="90000"/>
              </a:lnSpc>
              <a:spcBef>
                <a:spcPts val="3500"/>
              </a:spcBef>
              <a:spcAft>
                <a:spcPts val="0"/>
              </a:spcAft>
              <a:buFontTx/>
              <a:buNone/>
              <a:defRPr sz="1800">
                <a:solidFill>
                  <a:schemeClr val="bg1"/>
                </a:solidFill>
                <a:latin typeface="+mn-lt"/>
              </a:defRPr>
            </a:lvl2pPr>
            <a:lvl3pPr marL="576662" indent="0">
              <a:buFontTx/>
              <a:buNone/>
              <a:defRPr>
                <a:solidFill>
                  <a:schemeClr val="bg1"/>
                </a:solidFill>
              </a:defRPr>
            </a:lvl3pPr>
            <a:lvl4pPr marL="863600" indent="0">
              <a:buFontTx/>
              <a:buNone/>
              <a:defRPr>
                <a:solidFill>
                  <a:schemeClr val="bg1"/>
                </a:solidFill>
              </a:defRPr>
            </a:lvl4pPr>
            <a:lvl5pPr marL="1152525" indent="0">
              <a:buFontTx/>
              <a:buNone/>
              <a:defRPr>
                <a:solidFill>
                  <a:schemeClr val="bg1"/>
                </a:solidFill>
              </a:defRPr>
            </a:lvl5pPr>
          </a:lstStyle>
          <a:p>
            <a:pPr lvl="0"/>
            <a:r>
              <a:rPr lang="en-GB"/>
              <a:t>Click to edit Master text styles</a:t>
            </a:r>
          </a:p>
          <a:p>
            <a:pPr lvl="1"/>
            <a:r>
              <a:rPr lang="en-GB"/>
              <a:t>Second level</a:t>
            </a:r>
          </a:p>
        </p:txBody>
      </p:sp>
      <p:grpSp>
        <p:nvGrpSpPr>
          <p:cNvPr id="11" name="Group 4">
            <a:extLst>
              <a:ext uri="{FF2B5EF4-FFF2-40B4-BE49-F238E27FC236}">
                <a16:creationId xmlns:a16="http://schemas.microsoft.com/office/drawing/2014/main" id="{7F7D4FFE-D0F0-447C-B732-E83D8A2B88C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2" name="Freeform 5">
              <a:extLst>
                <a:ext uri="{FF2B5EF4-FFF2-40B4-BE49-F238E27FC236}">
                  <a16:creationId xmlns:a16="http://schemas.microsoft.com/office/drawing/2014/main" id="{A9D6C45B-AB0A-42F2-A8B1-EF173835B96A}"/>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3C1046CE-F8D6-46C6-BCC0-593C7932C847}"/>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2E28D404-3216-46E4-9244-0094820F756E}"/>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5C45158B-20BA-48A4-82DA-563BA44CBFBB}"/>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2FAAEA42-D27B-458D-B3FB-6D5FF8C8C8CF}"/>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0A0E7B91-E440-4B18-8D03-966A228F0F9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D2D49480-1518-4ED0-8163-10BFEE43748E}"/>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B8EBE62E-B597-204A-8006-7CA5870BD8B6}"/>
              </a:ext>
            </a:extLst>
          </p:cNvPr>
          <p:cNvSpPr>
            <a:spLocks noGrp="1"/>
          </p:cNvSpPr>
          <p:nvPr>
            <p:ph type="ftr" sz="quarter" idx="15"/>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8EA9D2F9-C526-8043-AE25-01D74215FFAB}"/>
              </a:ext>
            </a:extLst>
          </p:cNvPr>
          <p:cNvSpPr>
            <a:spLocks noGrp="1"/>
          </p:cNvSpPr>
          <p:nvPr>
            <p:ph type="sldNum" sz="quarter" idx="16"/>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0" name="TextBox 69">
            <a:extLst>
              <a:ext uri="{FF2B5EF4-FFF2-40B4-BE49-F238E27FC236}">
                <a16:creationId xmlns:a16="http://schemas.microsoft.com/office/drawing/2014/main" id="{15B1906B-81AB-41E4-B957-141F333C8AC5}"/>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B1A52201-C4E5-F6D0-AEEC-556391FA036C}"/>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B9F7A15-9A83-3C74-745D-08CF0B3948B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D21937F-2E69-AC8D-BDCA-8952334247E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262BE45F-C295-E23C-1A9A-16A2A0E6A1C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52CCC806-2DBA-4609-A6FA-AB5FF5D03F1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59CAB116-B5ED-1D80-8B2F-25E4797E9456}"/>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B7867309-F270-45BF-BF68-73B0B86C1670}"/>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1A240449-6BE4-CAE3-5168-4482E288D429}"/>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280BE9F6-D942-3880-3994-D03F32460A0A}"/>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AF0E3596-2134-9616-4EA1-ECD07B263095}"/>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B642FDD1-AEF2-31BC-8BE0-EB38030CBE5D}"/>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71C393E-DD29-A336-EC48-05588D65E4C0}"/>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90A910A4-3AC3-6A8B-4FD3-35D51ABE62E0}"/>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261008E8-5ACC-08BF-7813-71316A2FD28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5FE26C4F-8451-0F5F-584A-727F6BED6495}"/>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8F0D02CC-1F25-D1D1-2849-480A8837388E}"/>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43901AA9-21FB-D614-E408-B6607A0C77FB}"/>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DA70FB2F-D751-C8F4-BB63-994656429BB6}"/>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3727492B-91A7-9420-93ED-47A60656E4A1}"/>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0BF5B87E-5393-7080-E528-42CDF65FF13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34445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07CF30F0-D477-5341-B92C-2C107A8F94B1}"/>
              </a:ext>
            </a:extLst>
          </p:cNvPr>
          <p:cNvSpPr>
            <a:spLocks noGrp="1"/>
          </p:cNvSpPr>
          <p:nvPr>
            <p:ph type="body" sz="quarter" idx="13" hasCustomPrompt="1"/>
          </p:nvPr>
        </p:nvSpPr>
        <p:spPr>
          <a:xfrm>
            <a:off x="609600" y="1130706"/>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3" name="Title 2">
            <a:extLst>
              <a:ext uri="{FF2B5EF4-FFF2-40B4-BE49-F238E27FC236}">
                <a16:creationId xmlns:a16="http://schemas.microsoft.com/office/drawing/2014/main" id="{4B09B95D-1CBD-6F48-94CF-40A74FC99178}"/>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9EC481AD-9FF0-5449-975D-C622F0ACF19F}"/>
              </a:ext>
            </a:extLst>
          </p:cNvPr>
          <p:cNvSpPr>
            <a:spLocks noGrp="1"/>
          </p:cNvSpPr>
          <p:nvPr>
            <p:ph type="ftr" sz="quarter" idx="15"/>
          </p:nvPr>
        </p:nvSpPr>
        <p:spPr/>
        <p:txBody>
          <a:bodyPr/>
          <a:lstStyle/>
          <a:p>
            <a:r>
              <a:rPr lang="en-US" dirty="0"/>
              <a:t>For Internal Use Only. © 2026 AVEVA Group Limited or its subsidiaries. All rights reserved.</a:t>
            </a:r>
            <a:endParaRPr lang="en-GB" dirty="0"/>
          </a:p>
        </p:txBody>
      </p:sp>
      <p:sp>
        <p:nvSpPr>
          <p:cNvPr id="6" name="Slide Number Placeholder 5">
            <a:extLst>
              <a:ext uri="{FF2B5EF4-FFF2-40B4-BE49-F238E27FC236}">
                <a16:creationId xmlns:a16="http://schemas.microsoft.com/office/drawing/2014/main" id="{6D1562B2-AD6B-E34C-ACCC-70A6B537DD30}"/>
              </a:ext>
            </a:extLst>
          </p:cNvPr>
          <p:cNvSpPr>
            <a:spLocks noGrp="1"/>
          </p:cNvSpPr>
          <p:nvPr>
            <p:ph type="sldNum" sz="quarter" idx="16"/>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871851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9BF2-C511-CA46-BDD2-C36BEE350D48}"/>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4C19AC21-1CD0-2542-848F-A9D2CBADC0B4}"/>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6" name="Slide Number Placeholder 5">
            <a:extLst>
              <a:ext uri="{FF2B5EF4-FFF2-40B4-BE49-F238E27FC236}">
                <a16:creationId xmlns:a16="http://schemas.microsoft.com/office/drawing/2014/main" id="{F25690AC-7E6A-0C4D-BA31-49C380A7F649}"/>
              </a:ext>
            </a:extLst>
          </p:cNvPr>
          <p:cNvSpPr>
            <a:spLocks noGrp="1"/>
          </p:cNvSpPr>
          <p:nvPr>
            <p:ph type="sldNum" sz="quarter" idx="12"/>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2600656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0F91E29F-0029-8941-A2E4-13B078A90B87}"/>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8" name="Slide Number Placeholder 7">
            <a:extLst>
              <a:ext uri="{FF2B5EF4-FFF2-40B4-BE49-F238E27FC236}">
                <a16:creationId xmlns:a16="http://schemas.microsoft.com/office/drawing/2014/main" id="{D81BEA3A-0FEC-6941-95DC-E2C7AA751595}"/>
              </a:ext>
            </a:extLst>
          </p:cNvPr>
          <p:cNvSpPr>
            <a:spLocks noGrp="1"/>
          </p:cNvSpPr>
          <p:nvPr>
            <p:ph type="sldNum" sz="quarter" idx="12"/>
          </p:nvPr>
        </p:nvSpPr>
        <p:spPr/>
        <p:txBody>
          <a:bodyPr/>
          <a:lstStyle/>
          <a:p>
            <a:fld id="{267CDB12-45E5-4FD7-AE50-9CB5AFC72BA1}" type="slidenum">
              <a:rPr lang="en-GB" smtClean="0"/>
              <a:pPr/>
              <a:t>‹#›</a:t>
            </a:fld>
            <a:endParaRPr lang="en-GB"/>
          </a:p>
        </p:txBody>
      </p:sp>
      <p:grpSp>
        <p:nvGrpSpPr>
          <p:cNvPr id="10" name="Group 4">
            <a:extLst>
              <a:ext uri="{FF2B5EF4-FFF2-40B4-BE49-F238E27FC236}">
                <a16:creationId xmlns:a16="http://schemas.microsoft.com/office/drawing/2014/main" id="{0AE8FD8C-4215-460A-999B-552FB066D5E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1" name="Freeform 5">
              <a:extLst>
                <a:ext uri="{FF2B5EF4-FFF2-40B4-BE49-F238E27FC236}">
                  <a16:creationId xmlns:a16="http://schemas.microsoft.com/office/drawing/2014/main" id="{EFB39AD8-C733-4EF2-942B-818BF5E7C796}"/>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396C73B0-9345-4EDB-94B1-6AA1026B27CE}"/>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4FA550DC-B86E-432B-A291-49D83FE55056}"/>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60BF4E1-7DCF-4D69-9472-FB81EC6A8887}"/>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7338B91A-7618-4161-A6DE-658CFD035279}"/>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D1486F2D-D4AA-4C1C-BBD2-8B3FF08BD309}"/>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D7B798E7-5BDE-4817-81D3-CA68475DB2E4}"/>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9" name="TextBox 68">
            <a:extLst>
              <a:ext uri="{FF2B5EF4-FFF2-40B4-BE49-F238E27FC236}">
                <a16:creationId xmlns:a16="http://schemas.microsoft.com/office/drawing/2014/main" id="{61FEB41C-17FA-4EBB-91E9-E816E4D14A11}"/>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6DAFF116-17FD-EF3B-9913-ECA59236A4BA}"/>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F94DFB41-DA50-1A8F-62DC-4B85420B2070}"/>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 name="Oval 3">
              <a:extLst>
                <a:ext uri="{FF2B5EF4-FFF2-40B4-BE49-F238E27FC236}">
                  <a16:creationId xmlns:a16="http://schemas.microsoft.com/office/drawing/2014/main" id="{4AC4CB66-0FA5-829B-09D8-FF86679FBDBD}"/>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DA67748C-43B4-28A9-EA18-F31F13E12252}"/>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Rectangle 5">
              <a:extLst>
                <a:ext uri="{FF2B5EF4-FFF2-40B4-BE49-F238E27FC236}">
                  <a16:creationId xmlns:a16="http://schemas.microsoft.com/office/drawing/2014/main" id="{9F3D7DE1-5AA4-4A7C-5FFE-744AD1D680E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9" name="Oval 8">
              <a:extLst>
                <a:ext uri="{FF2B5EF4-FFF2-40B4-BE49-F238E27FC236}">
                  <a16:creationId xmlns:a16="http://schemas.microsoft.com/office/drawing/2014/main" id="{812EE21B-7189-CA55-97E0-85B2B0A06AB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220D9882-5F25-7924-E331-60741774EF8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E6740206-A92D-B56C-1FAD-1A00752EDBC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C3B67673-EC50-4D35-FE30-F345355488F5}"/>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1" name="Group 20">
              <a:extLst>
                <a:ext uri="{FF2B5EF4-FFF2-40B4-BE49-F238E27FC236}">
                  <a16:creationId xmlns:a16="http://schemas.microsoft.com/office/drawing/2014/main" id="{8EF7A5C8-B046-D430-CD7D-8BB3D1551609}"/>
                </a:ext>
              </a:extLst>
            </p:cNvPr>
            <p:cNvGrpSpPr/>
            <p:nvPr userDrawn="1"/>
          </p:nvGrpSpPr>
          <p:grpSpPr>
            <a:xfrm>
              <a:off x="12500773" y="3802778"/>
              <a:ext cx="971741" cy="1940780"/>
              <a:chOff x="12431200" y="2678506"/>
              <a:chExt cx="971741" cy="1940780"/>
            </a:xfrm>
          </p:grpSpPr>
          <p:sp>
            <p:nvSpPr>
              <p:cNvPr id="25" name="Rectangle 24">
                <a:extLst>
                  <a:ext uri="{FF2B5EF4-FFF2-40B4-BE49-F238E27FC236}">
                    <a16:creationId xmlns:a16="http://schemas.microsoft.com/office/drawing/2014/main" id="{90491830-8158-BDB3-D220-FE3172F39FAF}"/>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6" name="Oval 25">
                <a:extLst>
                  <a:ext uri="{FF2B5EF4-FFF2-40B4-BE49-F238E27FC236}">
                    <a16:creationId xmlns:a16="http://schemas.microsoft.com/office/drawing/2014/main" id="{08A2B57D-71DB-DAA3-6270-96A5E913EFB7}"/>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F9B2E4FB-2193-4F7C-6474-26D11844FD7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17AFBF16-8916-D930-F9EB-1EC3D643D08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01F66FE5-BB39-EFEF-59B0-210830A064AE}"/>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7C00A0B3-70EB-74FF-150F-494415B5C4D0}"/>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BD943BC-DE7B-CF84-B671-5B8801EAF05A}"/>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2" name="TextBox 21">
              <a:extLst>
                <a:ext uri="{FF2B5EF4-FFF2-40B4-BE49-F238E27FC236}">
                  <a16:creationId xmlns:a16="http://schemas.microsoft.com/office/drawing/2014/main" id="{7984DAEC-BBC4-9467-26B3-AB73999F692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3" name="Picture 22">
              <a:extLst>
                <a:ext uri="{FF2B5EF4-FFF2-40B4-BE49-F238E27FC236}">
                  <a16:creationId xmlns:a16="http://schemas.microsoft.com/office/drawing/2014/main" id="{8485B77F-EBD4-45C3-4B92-36CA3E9A327F}"/>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24" name="Rectangle 23">
              <a:extLst>
                <a:ext uri="{FF2B5EF4-FFF2-40B4-BE49-F238E27FC236}">
                  <a16:creationId xmlns:a16="http://schemas.microsoft.com/office/drawing/2014/main" id="{022A79D0-025B-9F92-E20D-45C77117F2B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85116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41462-AE1A-17A0-0398-E1B6D259E8EE}"/>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E400EDB2-2080-8783-5737-F5218DEE54D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 name="Oval 3">
              <a:extLst>
                <a:ext uri="{FF2B5EF4-FFF2-40B4-BE49-F238E27FC236}">
                  <a16:creationId xmlns:a16="http://schemas.microsoft.com/office/drawing/2014/main" id="{E8FF206E-7D9B-BBDE-6C58-EB02331717EF}"/>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F3A5E247-2DEA-EC25-E9AE-C8777C575AC2}"/>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Rectangle 5">
              <a:extLst>
                <a:ext uri="{FF2B5EF4-FFF2-40B4-BE49-F238E27FC236}">
                  <a16:creationId xmlns:a16="http://schemas.microsoft.com/office/drawing/2014/main" id="{30632BF2-32E2-CA80-FD2B-E0AA4E6991E5}"/>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7" name="Oval 6">
              <a:extLst>
                <a:ext uri="{FF2B5EF4-FFF2-40B4-BE49-F238E27FC236}">
                  <a16:creationId xmlns:a16="http://schemas.microsoft.com/office/drawing/2014/main" id="{155D74A4-A881-04EB-976E-56F906E0143A}"/>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4C3AF47F-9EF1-D6D3-AA07-3451854C569B}"/>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Oval 8">
              <a:extLst>
                <a:ext uri="{FF2B5EF4-FFF2-40B4-BE49-F238E27FC236}">
                  <a16:creationId xmlns:a16="http://schemas.microsoft.com/office/drawing/2014/main" id="{AFD1A875-B059-744A-1335-8CC9A85CD5B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Oval 9">
              <a:extLst>
                <a:ext uri="{FF2B5EF4-FFF2-40B4-BE49-F238E27FC236}">
                  <a16:creationId xmlns:a16="http://schemas.microsoft.com/office/drawing/2014/main" id="{1AFE8DE0-B5A9-C2E9-C20C-3F4E609936AC}"/>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1" name="Group 10">
              <a:extLst>
                <a:ext uri="{FF2B5EF4-FFF2-40B4-BE49-F238E27FC236}">
                  <a16:creationId xmlns:a16="http://schemas.microsoft.com/office/drawing/2014/main" id="{C789BB8F-AF13-777C-1C46-7528D70916D7}"/>
                </a:ext>
              </a:extLst>
            </p:cNvPr>
            <p:cNvGrpSpPr/>
            <p:nvPr userDrawn="1"/>
          </p:nvGrpSpPr>
          <p:grpSpPr>
            <a:xfrm>
              <a:off x="12500773" y="3802778"/>
              <a:ext cx="971741" cy="1940780"/>
              <a:chOff x="12431200" y="2678506"/>
              <a:chExt cx="971741" cy="1940780"/>
            </a:xfrm>
          </p:grpSpPr>
          <p:sp>
            <p:nvSpPr>
              <p:cNvPr id="15" name="Rectangle 14">
                <a:extLst>
                  <a:ext uri="{FF2B5EF4-FFF2-40B4-BE49-F238E27FC236}">
                    <a16:creationId xmlns:a16="http://schemas.microsoft.com/office/drawing/2014/main" id="{935350D9-431C-495C-241C-7196A05D05BD}"/>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16" name="Oval 15">
                <a:extLst>
                  <a:ext uri="{FF2B5EF4-FFF2-40B4-BE49-F238E27FC236}">
                    <a16:creationId xmlns:a16="http://schemas.microsoft.com/office/drawing/2014/main" id="{EF65AE4B-4F89-9CB5-AD39-C855D015B2A0}"/>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37AD62BC-BE4C-E9BC-685D-E881E361282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2A002401-ECAB-13B5-76A8-59682A03C43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C6D7B5BB-2FC2-EC47-8A3F-1F67D5036F7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DFBE82E0-1A37-DC3F-5EFF-AA5E4ED32C8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F3D4CC84-8D79-D6B9-1A26-DC272C1F0D31}"/>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2" name="TextBox 11">
              <a:extLst>
                <a:ext uri="{FF2B5EF4-FFF2-40B4-BE49-F238E27FC236}">
                  <a16:creationId xmlns:a16="http://schemas.microsoft.com/office/drawing/2014/main" id="{401A4952-D78C-3B0D-4398-69737BA783E5}"/>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3" name="Picture 12">
              <a:extLst>
                <a:ext uri="{FF2B5EF4-FFF2-40B4-BE49-F238E27FC236}">
                  <a16:creationId xmlns:a16="http://schemas.microsoft.com/office/drawing/2014/main" id="{A30B46CD-7AA9-7ADB-D78F-55D9B065EDA2}"/>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14" name="Rectangle 13">
              <a:extLst>
                <a:ext uri="{FF2B5EF4-FFF2-40B4-BE49-F238E27FC236}">
                  <a16:creationId xmlns:a16="http://schemas.microsoft.com/office/drawing/2014/main" id="{6B0E3046-4736-035A-1D9B-7AEAC87C4F73}"/>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923542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0E18131A-310A-7B20-D50A-72D7928F0CA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8B24DE73-C89E-C242-3CD8-3F8E5E766F4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B1D20A81-B0CE-ADF2-E023-0325A3995550}"/>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E5852DA6-D9E2-90C7-FECF-987DA4D98DAC}"/>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FA5C8940-835E-C817-FA2D-B41600B47228}"/>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32C4EC7A-830B-D0FF-868F-CC21B44ECCF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18428908-58B7-55DC-B108-2019C2C2F76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995C2A07-DA6D-3ECF-55C8-C327712D0E2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A96133F-6CE7-56D3-C850-9D541D7DCEE9}"/>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32B93C90-ABCD-4894-9DFC-3982CD08FA9B}"/>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B45239A8-7B11-DEF0-5B89-04B1CE1A6DEC}"/>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AEB9246-465B-762D-5605-F8115E709F4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84A44A8A-C253-8575-BE74-EC9C1CB371DD}"/>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7A0DBF4E-074C-23A1-7D53-6EA3C2D5FDF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FA5814C8-8ABB-D789-281E-BC8BE2668355}"/>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48B9C7D-76FC-EBE9-C185-36CCC7A76770}"/>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6BCE58AD-D8D8-DC12-CBAE-7D385851353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8D0C8F2D-93B0-89D9-7499-53808F2D290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046689FB-55B4-D645-C0E6-6CE77248F4E9}"/>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AB77CA-9FE6-95E0-A65F-33EE54D3B1C1}"/>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5417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84D80B3-92B6-F3B6-1F2F-A7E1FB175AC7}"/>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E4693237-7479-ED6E-FDD1-232D093C394B}"/>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1CAAEEA-D471-F42E-71AC-95CBB9B2A45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D9A9EF03-2856-431D-BB0A-ECB9BA57A31E}"/>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02620746-87E6-5EAB-25DA-0EB803640FAA}"/>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6426134B-393F-BD69-86B3-9FE4A24A477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31CCC69F-4F5C-E0A7-A357-4AFDEC7F15B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1B1CE298-2D15-5690-C81F-577AF4C9296C}"/>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CD6E790-CBDA-F941-46AB-FD29EF03BE87}"/>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CCEC817B-90E2-4A9C-D7AD-9F7632C49131}"/>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EA145ABC-180A-D003-0469-EEC964D49A9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C9AB2778-6B5F-68F3-5582-90DAC40A0366}"/>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5125CCC-E031-872A-3AA9-33CCB014D3F5}"/>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296D654-6FA9-A15A-1B81-37643DFE024D}"/>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CD8FBCA9-8995-CCE4-8DFD-E14AC8C800B2}"/>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B7742DF-3691-FECA-46E1-535857B0ED3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88303169-D0B9-2EC3-F5B4-8B8981EEFE75}"/>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3B03409-0D1F-6C5D-4ACE-4BFD1B718B7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8EF1D665-CEF4-5735-BB5A-7289AEAFD01C}"/>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2B5460A-6331-4210-C69D-FC5A1F221C8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8410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F2BA69F9-A03D-E65B-B361-48C1BCD56B40}"/>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5ABF0EBB-5FFA-2902-4C4D-24E4D11B1C1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832DC012-7E75-97BA-B6EA-BE19A9C3505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75562A13-1985-486B-05A0-5861A1C879E4}"/>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8739504C-4FDA-C51D-1565-E6750D9E8B3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16859F0E-2A57-1F3D-6D45-374AA6851C48}"/>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941BBCEC-FED8-CDFD-CE5C-0A4EDE9E909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C268D3F0-DA8A-7C19-7E50-A9922F9B709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DCF76C4E-BC52-9D36-7968-69EA1C7A8B5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412827D2-62E9-77FA-315C-0B8D5568B7F0}"/>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51A8A078-A9A5-D176-B7F2-5857C07BB90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1430623E-9A43-DA5A-E8B8-24EAF5B9D237}"/>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8E3EE10E-296F-EA39-2A20-77D693437AED}"/>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32933A6F-5A8F-306D-A1A8-76C64F6BC3A8}"/>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3E4617DE-83A3-57E6-1A01-E9D876D9495B}"/>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2C1AF2CF-13A4-EC7A-E456-387AADFC8D72}"/>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D0511DA9-3858-4700-56DC-5672A89A1E97}"/>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9882935-31FC-83FE-ABE1-053F5330294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219158B6-7AC0-7196-7B93-529EF4DD53FB}"/>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264A608-D6A0-AC8E-E206-837C3DD22B3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52495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4084DFC2-D3CE-F370-56FC-4806915DD8D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E03D554-5A95-AA43-7980-D8359E5C01BD}"/>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17B0A92B-D7E9-1C66-7AC0-9D7B18FA722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87FE758D-6038-8930-59F1-4F2FC50E5277}"/>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B81E5702-DB34-3FAD-55CD-B36A670037AC}"/>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099CE05B-9640-301C-C7AA-E946FE89B98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236F9878-2621-E6CA-A364-AB1AAEDA80A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B971C6E2-E8F5-094C-5693-259ED6BE80F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752D7FA-9215-71E2-94A6-291917DD21C6}"/>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7C1B3601-AD0F-CA72-F7DD-F77AF7C8B385}"/>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1995DC4-B575-1C8C-1504-F33CE11F864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03295F74-BB42-9F12-00A3-95E223AFD1CF}"/>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E665CD5-2D2B-4E34-CFC9-7283C736734B}"/>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EEA41B1F-ECF1-EEE7-170C-D6958A62465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6A40AF06-E970-3742-52CF-B4646A630D61}"/>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5234918D-5D3A-2819-3A9C-5B71D8EFA09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CA4ABA95-30D2-BF07-E9F0-8434FFD94769}"/>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48D12D5D-ECCA-E3C1-B729-86523C44BE6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A6C3D79B-D0EC-BE98-F57F-C08835414015}"/>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613779B5-9068-2F54-47EF-270654575464}"/>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71261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48DC4359-0590-37D1-FEA1-78819CF83D4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8FC586A0-6C39-383D-CEE9-2E90ADEFEA6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9106AB69-278E-932E-8E85-B07DC654B04E}"/>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3AD414A0-E164-E2D5-67EF-19A84E7F9C84}"/>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A6DB8ABB-D378-946B-82DA-E5320768FB2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5653A72C-8E3B-06BA-A6D5-C07C6E999F0B}"/>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87A6A7C4-3E02-D5D4-BF89-DF2EBF3540C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357B47CE-4F92-5B45-B9FF-7B261E963CF5}"/>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E097B90-1A2A-6689-3640-9C75D57A367D}"/>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008FEC0-EDDB-0541-2B2C-D7C739CAFDD4}"/>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3E895B90-B5D3-4D2C-ADC1-640B1C68C686}"/>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DB40C13-6471-DCE8-F0A9-AF0A752D73BD}"/>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AA25098-26EA-A7B1-AE77-C6D569EB6EEE}"/>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C309ADAF-EF36-3124-AA7E-3D8C8A97DFCB}"/>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A6F03D62-18D2-8064-EBD0-C24DCE5C8F49}"/>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138FE020-6336-09C2-2CA3-9B9AC14B708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FAD4DEB5-DAD3-C9B7-7B5A-C0455AF299DF}"/>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4B23B9F3-CF0C-B7AD-378F-4AFB226AE1C0}"/>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7971F021-1A53-9ED3-D13D-E28B314B6418}"/>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9585774-35A3-B88C-2CC2-C9B06EF427B2}"/>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6136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DB3191BD-2BF5-6C15-B68B-A410A80F781E}"/>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5BE4525-EB8F-A820-CD55-7F0DF2DB762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41EC4A14-8CE2-AB85-B0E7-613E50E6A5E2}"/>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440C0303-9554-38B9-0AF4-269892B19A1C}"/>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CF43031A-F1D1-8CAA-4310-37ADC6FAE80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D81E4DE3-2C77-4CF1-0599-1C43DEDC31B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D5709EA8-3A13-DB26-2FB0-2DC85F69B14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37FA4108-8A72-A05E-562C-69B576B4B272}"/>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866B96B-CFBC-D568-8822-1837FB9832A0}"/>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18338A5-2E4F-16B8-C978-5398505BE17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80BA5F5-5673-60EB-BA0C-8AEF76BEB186}"/>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55152411-A30B-F8D5-496D-835755197043}"/>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6F0773F-BCDB-2589-F803-ABDA1D9DFCB9}"/>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B84EF4C-C6CA-5918-9F64-1646BAE3B176}"/>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2247A39E-9556-5ABE-238E-85ED4BC93F46}"/>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BFA9D7D4-4509-75CD-0ACF-53CBCEF94AD4}"/>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782D678E-F400-F147-CF30-48320F870645}"/>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1FC8C32-3BD7-37FA-94B6-4541C4BA51C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AB6FE6F1-54B8-0B3E-A5CB-7A92F60AD8DC}"/>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BFF6306E-6651-7B24-1C09-DECB789CD07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62557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1758AD-A9E4-984C-3FD2-7A7777402165}"/>
              </a:ext>
            </a:extLst>
          </p:cNvPr>
          <p:cNvSpPr/>
          <p:nvPr userDrawn="1"/>
        </p:nvSpPr>
        <p:spPr>
          <a:xfrm>
            <a:off x="0" y="0"/>
            <a:ext cx="9103540" cy="6858000"/>
          </a:xfrm>
          <a:prstGeom prst="rect">
            <a:avLst/>
          </a:prstGeom>
          <a:gradFill>
            <a:gsLst>
              <a:gs pos="34000">
                <a:srgbClr val="6E05AA">
                  <a:alpha val="30000"/>
                </a:srgbClr>
              </a:gs>
              <a:gs pos="0">
                <a:srgbClr val="8E10C6">
                  <a:alpha val="0"/>
                </a:srgbClr>
              </a:gs>
              <a:gs pos="100000">
                <a:srgbClr val="6E05AA">
                  <a:alpha val="0"/>
                </a:srgbClr>
              </a:gs>
            </a:gsLst>
            <a:lin ang="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err="1">
              <a:solidFill>
                <a:schemeClr val="tx1"/>
              </a:solidFill>
            </a:endParaRPr>
          </a:p>
        </p:txBody>
      </p:sp>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mn-lt"/>
                <a:cs typeface="Calibri" panose="020F0502020204030204" pitchFamily="34" charset="0"/>
              </a:rPr>
              <a:t>linkedin.com/company/</a:t>
            </a:r>
            <a:r>
              <a:rPr lang="en-GB" sz="1800" b="0" dirty="0" err="1">
                <a:solidFill>
                  <a:schemeClr val="bg1"/>
                </a:solidFill>
                <a:latin typeface="+mn-lt"/>
                <a:cs typeface="Calibri" panose="020F0502020204030204" pitchFamily="34" charset="0"/>
              </a:rPr>
              <a:t>aveva</a:t>
            </a:r>
            <a:r>
              <a:rPr lang="en-GB" sz="1800" b="0" dirty="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dirty="0">
                <a:solidFill>
                  <a:schemeClr val="bg1"/>
                </a:solidFill>
                <a:latin typeface="+mn-lt"/>
                <a:cs typeface="Calibri" panose="020F0502020204030204" pitchFamily="34" charset="0"/>
              </a:rPr>
              <a:t> </a:t>
            </a:r>
          </a:p>
        </p:txBody>
      </p:sp>
      <p:sp>
        <p:nvSpPr>
          <p:cNvPr id="74" name="TextBox 73">
            <a:extLst>
              <a:ext uri="{FF2B5EF4-FFF2-40B4-BE49-F238E27FC236}">
                <a16:creationId xmlns:a16="http://schemas.microsoft.com/office/drawing/2014/main" id="{5CC7D704-5F56-4F2C-A11C-B264B4121718}"/>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bg1"/>
                </a:solidFill>
                <a:latin typeface="+mn-lt"/>
                <a:cs typeface="Calibri" panose="020F0502020204030204" pitchFamily="34" charset="0"/>
              </a:rPr>
              <a:t>About AVEVA </a:t>
            </a:r>
          </a:p>
          <a:p>
            <a:pPr>
              <a:lnSpc>
                <a:spcPts val="1200"/>
              </a:lnSpc>
              <a:spcAft>
                <a:spcPts val="600"/>
              </a:spcAft>
            </a:pPr>
            <a:r>
              <a:rPr lang="en-US" sz="1000" spc="20" dirty="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bg1"/>
                </a:solidFill>
                <a:latin typeface="+mn-lt"/>
                <a:cs typeface="Calibri" panose="020F0502020204030204" pitchFamily="34" charset="0"/>
              </a:rPr>
              <a:t>Learn more at </a:t>
            </a:r>
            <a:r>
              <a:rPr lang="en-US" sz="1000" spc="20" dirty="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dirty="0">
                <a:solidFill>
                  <a:schemeClr val="bg1"/>
                </a:solidFill>
                <a:latin typeface="+mn-lt"/>
                <a:cs typeface="Calibri" panose="020F0502020204030204" pitchFamily="34" charset="0"/>
              </a:rPr>
              <a:t> </a:t>
            </a:r>
            <a:endParaRPr lang="en-GB" sz="1000" b="0" spc="20" dirty="0">
              <a:solidFill>
                <a:schemeClr val="bg1"/>
              </a:solidFill>
              <a:latin typeface="+mn-lt"/>
              <a:cs typeface="Calibri" panose="020F0502020204030204" pitchFamily="34" charset="0"/>
            </a:endParaRP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 name="Group 2">
            <a:extLst>
              <a:ext uri="{FF2B5EF4-FFF2-40B4-BE49-F238E27FC236}">
                <a16:creationId xmlns:a16="http://schemas.microsoft.com/office/drawing/2014/main" id="{B29EC1BB-C352-7265-9FB7-66825A10FCD5}"/>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68F9F16-922C-F306-B7B8-8C50642257A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597E19AD-C68B-5B71-008E-1044B0B9223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63514A64-2D45-87B5-2776-99B61E8519DD}"/>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0B2A6D26-0CE3-1ACA-2E79-B357C2EC7A26}"/>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07AD09EB-38F7-D704-7458-C868E5C7680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7E53BE03-C2C8-94C4-C48F-A6342CEF43C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BFA19EB2-2914-5DDA-37F6-EB2F1AE103BB}"/>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04A64ACA-4030-BDAC-0A80-1D3254C312C4}"/>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76E22E3C-F673-9BE6-AB72-690005D273E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F31CBAE5-370E-4541-F578-5C145C1AB1A0}"/>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8DEDADA-91DB-404F-8B3B-C807DCF627A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B5A1FD53-F1A2-B799-CEFF-BADCF4E325F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1343E4D4-F359-A2EF-1B29-CFB2B58E71B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548CA2D4-EA1F-139A-E04A-F94EF04AEC0A}"/>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948DEB87-5779-E4AC-1C61-8BB1793A4DF1}"/>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1974A7B8-F284-05AF-1A70-CEB5C5B1DE16}"/>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09D6623D-5B00-EE23-72D0-FCF7181F1D03}"/>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3943358F-37AA-EC84-5610-FACF83D9A071}"/>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6CA96C4-5398-87E4-19C0-C832AD84566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542760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tx2"/>
                </a:solidFill>
                <a:latin typeface="+mn-lt"/>
                <a:cs typeface="Calibri" panose="020F0502020204030204" pitchFamily="34" charset="0"/>
              </a:rPr>
              <a:t>linkedin.com/company/</a:t>
            </a:r>
            <a:r>
              <a:rPr lang="en-GB" sz="1800" b="0" dirty="0" err="1">
                <a:solidFill>
                  <a:schemeClr val="tx2"/>
                </a:solidFill>
                <a:latin typeface="+mn-lt"/>
                <a:cs typeface="Calibri" panose="020F0502020204030204" pitchFamily="34" charset="0"/>
              </a:rPr>
              <a:t>aveva</a:t>
            </a:r>
            <a:r>
              <a:rPr lang="en-GB" sz="1800" b="0" dirty="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dirty="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6179662-44EA-7BE1-18D4-33B691394926}"/>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tx2"/>
                </a:solidFill>
                <a:latin typeface="+mn-lt"/>
                <a:cs typeface="Calibri" panose="020F0502020204030204" pitchFamily="34" charset="0"/>
              </a:rPr>
              <a:t>About AVEVA </a:t>
            </a:r>
          </a:p>
          <a:p>
            <a:pPr>
              <a:lnSpc>
                <a:spcPts val="1200"/>
              </a:lnSpc>
              <a:spcAft>
                <a:spcPts val="600"/>
              </a:spcAft>
            </a:pPr>
            <a:r>
              <a:rPr lang="en-US" sz="1000" spc="20" dirty="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tx2"/>
                </a:solidFill>
                <a:latin typeface="+mn-lt"/>
                <a:cs typeface="Calibri" panose="020F0502020204030204" pitchFamily="34" charset="0"/>
              </a:rPr>
              <a:t>Learn more at </a:t>
            </a:r>
            <a:r>
              <a:rPr lang="en-US" sz="1000" kern="1200" spc="20" dirty="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dirty="0">
                <a:solidFill>
                  <a:srgbClr val="4D69E0"/>
                </a:solidFill>
                <a:latin typeface="+mn-lt"/>
                <a:ea typeface="+mn-ea"/>
                <a:cs typeface="Calibri" panose="020F0502020204030204" pitchFamily="34" charset="0"/>
              </a:rPr>
              <a:t> </a:t>
            </a:r>
            <a:endParaRPr lang="en-GB" sz="1000" kern="1200" spc="20" dirty="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BB2430E1-636E-EDC9-E6FC-6080540BB519}"/>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5085843-4EB3-F510-9130-16CCC29BABC4}"/>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26075EB9-3B3D-695A-279E-CD7F82007C9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30B79E33-6912-452A-9329-4E240D6FD84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E12798D0-69A6-D7AC-29D5-70D07A56F73F}"/>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BA3EC460-5EB3-010C-99E7-3B19A6F5F66A}"/>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4DD3F717-B8E7-F5D9-9EE5-464E8081D49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65FA4C4D-6112-10FC-F26B-B64C8D6861B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4A09789-6CE7-BC2E-66A4-E62EE09F4C45}"/>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AFF3DA62-A555-64D9-8E46-BF39BB3C5024}"/>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426C6E5D-39F9-A195-2145-CC24CD35874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9D7E05A-2FD0-78D3-BF7E-C16C2E0AF3BA}"/>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F4056A1-6EF9-10C6-3158-4F67E33FCF84}"/>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409B074-66DB-D368-FB19-238BC10DBB7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2AC9F7B-11B7-B210-7C8F-1D924BA59A0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0127CBB3-FDBB-481B-D00F-2BED4746A86F}"/>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F9013E1A-7304-4322-7565-7B58FA8F1C6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28DC1FE8-6406-BAF3-24A7-15C80974A26E}"/>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D3CDCE64-0C7C-359A-B381-EA8E3082D094}"/>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95EFD596-0DA5-3B9C-C378-413B0891A2C7}"/>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21791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mn-lt"/>
                <a:cs typeface="Calibri" panose="020F0502020204030204" pitchFamily="34" charset="0"/>
              </a:rPr>
              <a:t>linkedin.com/company/</a:t>
            </a:r>
            <a:r>
              <a:rPr lang="en-GB" sz="1800" b="0" dirty="0" err="1">
                <a:solidFill>
                  <a:schemeClr val="bg1"/>
                </a:solidFill>
                <a:latin typeface="+mn-lt"/>
                <a:cs typeface="Calibri" panose="020F0502020204030204" pitchFamily="34" charset="0"/>
              </a:rPr>
              <a:t>aveva</a:t>
            </a:r>
            <a:r>
              <a:rPr lang="en-GB" sz="1800" b="0" dirty="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dirty="0">
                <a:solidFill>
                  <a:schemeClr val="bg1"/>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65FB058-6305-A206-ECE4-04C8E1087DB7}"/>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bg1"/>
                </a:solidFill>
                <a:latin typeface="+mn-lt"/>
                <a:cs typeface="Calibri" panose="020F0502020204030204" pitchFamily="34" charset="0"/>
              </a:rPr>
              <a:t>About AVEVA </a:t>
            </a:r>
          </a:p>
          <a:p>
            <a:pPr>
              <a:lnSpc>
                <a:spcPts val="1200"/>
              </a:lnSpc>
              <a:spcAft>
                <a:spcPts val="600"/>
              </a:spcAft>
            </a:pPr>
            <a:r>
              <a:rPr lang="en-US" sz="1000" spc="20" dirty="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bg1"/>
                </a:solidFill>
                <a:latin typeface="+mn-lt"/>
                <a:cs typeface="Calibri" panose="020F0502020204030204" pitchFamily="34" charset="0"/>
              </a:rPr>
              <a:t>Learn more at </a:t>
            </a:r>
            <a:r>
              <a:rPr lang="en-US" sz="1000" spc="20" dirty="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dirty="0">
                <a:solidFill>
                  <a:schemeClr val="bg1"/>
                </a:solidFill>
                <a:latin typeface="+mn-lt"/>
                <a:cs typeface="Calibri" panose="020F0502020204030204" pitchFamily="34" charset="0"/>
              </a:rPr>
              <a:t> </a:t>
            </a:r>
            <a:endParaRPr lang="en-GB" sz="1000" b="0" spc="20" dirty="0">
              <a:solidFill>
                <a:schemeClr val="bg1"/>
              </a:solidFill>
              <a:latin typeface="+mn-lt"/>
              <a:cs typeface="Calibri" panose="020F0502020204030204" pitchFamily="34" charset="0"/>
            </a:endParaRPr>
          </a:p>
        </p:txBody>
      </p:sp>
      <p:grpSp>
        <p:nvGrpSpPr>
          <p:cNvPr id="3" name="Group 2">
            <a:extLst>
              <a:ext uri="{FF2B5EF4-FFF2-40B4-BE49-F238E27FC236}">
                <a16:creationId xmlns:a16="http://schemas.microsoft.com/office/drawing/2014/main" id="{56D0D191-C2ED-49C9-D531-BC50293E3AEF}"/>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F40CBE1A-1955-4A66-0B1B-16EBE2A0020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98F5E5A-1607-65D7-EC9F-E99D7C882CA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C0280CC6-C2CB-3311-5187-FC4B166E1EF9}"/>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744CB6D8-BC77-3FD1-30C4-06E6E93AF44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0EFF74E6-53AD-1F0E-0749-ECD0365AD49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7FE61EEB-9D53-3E1A-FC09-5B5B4DFC82DD}"/>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68CF095A-1050-5FB5-66EC-69AF87D78D7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7C368307-FA3A-6C81-2F63-E7401D44ED16}"/>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D24F2AC1-13EC-40DD-C65C-1EC61E85B05B}"/>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60022644-65F1-CDF1-99C8-7D95ABC9A1A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169B5732-7BCC-59D6-8B39-A44133A871A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CC94067B-AB70-11A4-F3BA-5E8646338C13}"/>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75FF1619-F3DE-3C16-4DB5-5C79BFC81DB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3727578E-1C0F-E5FE-F971-0F44BDEA291E}"/>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8FA9E47C-E5A3-8B50-643A-7D8B5C15F44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7F87981B-53EA-C970-1313-06E66D04531C}"/>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D18F7AA6-EAA6-4FEA-6209-15035A70C108}"/>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30A11E7D-8B90-9481-D71F-11AAFB1DB31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4C6496FF-7E50-7007-1A5B-AD2530DAD38F}"/>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100111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tx2"/>
                </a:solidFill>
                <a:latin typeface="+mn-lt"/>
                <a:cs typeface="Calibri" panose="020F0502020204030204" pitchFamily="34" charset="0"/>
              </a:rPr>
              <a:t>linkedin.com/company/</a:t>
            </a:r>
            <a:r>
              <a:rPr lang="en-GB" sz="1800" b="0" dirty="0" err="1">
                <a:solidFill>
                  <a:schemeClr val="tx2"/>
                </a:solidFill>
                <a:latin typeface="+mn-lt"/>
                <a:cs typeface="Calibri" panose="020F0502020204030204" pitchFamily="34" charset="0"/>
              </a:rPr>
              <a:t>aveva</a:t>
            </a:r>
            <a:r>
              <a:rPr lang="en-GB" sz="1800" b="0" dirty="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dirty="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CD52F43-E6DA-794E-B089-D7FFF138BD49}"/>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tx2"/>
                </a:solidFill>
                <a:latin typeface="+mn-lt"/>
                <a:cs typeface="Calibri" panose="020F0502020204030204" pitchFamily="34" charset="0"/>
              </a:rPr>
              <a:t>About AVEVA </a:t>
            </a:r>
          </a:p>
          <a:p>
            <a:pPr>
              <a:lnSpc>
                <a:spcPts val="1200"/>
              </a:lnSpc>
              <a:spcAft>
                <a:spcPts val="600"/>
              </a:spcAft>
            </a:pPr>
            <a:r>
              <a:rPr lang="en-US" sz="1000" spc="20" dirty="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tx2"/>
                </a:solidFill>
                <a:latin typeface="+mn-lt"/>
                <a:cs typeface="Calibri" panose="020F0502020204030204" pitchFamily="34" charset="0"/>
              </a:rPr>
              <a:t>Learn more at </a:t>
            </a:r>
            <a:r>
              <a:rPr lang="en-US" sz="1000" kern="1200" spc="20" dirty="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dirty="0">
                <a:solidFill>
                  <a:srgbClr val="4D69E0"/>
                </a:solidFill>
                <a:latin typeface="+mn-lt"/>
                <a:ea typeface="+mn-ea"/>
                <a:cs typeface="Calibri" panose="020F0502020204030204" pitchFamily="34" charset="0"/>
              </a:rPr>
              <a:t> </a:t>
            </a:r>
            <a:endParaRPr lang="en-GB" sz="1000" kern="1200" spc="20" dirty="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77FA8E22-3FAC-A545-2EF1-E2650DC4BC6C}"/>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2F8BAFAC-7D51-83BE-5C0C-A74D5BF8E27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522558A4-3F68-00F1-8C4E-21B2F75F0703}"/>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4FBD663D-2F5E-ED5C-FE36-EB205237F496}"/>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F12FDAA0-CEAB-8A0F-495E-D262949CDBC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2E7F8717-E28A-1175-35E9-F6BA841D685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B5D0493D-24C3-AC3C-422C-887719FD82B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ADD88069-8AAA-D251-DABC-427631749A35}"/>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9B2EDC90-7FCB-94EF-C6EE-69D744CAFB27}"/>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F895E0D-5FE0-67FE-9CDB-BC4185CD47CA}"/>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27250046-E6F3-6B4C-7223-CA0DCBE00FE0}"/>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77453457-9CE3-0F13-2CC6-630FA1AE15E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6E46883-DD41-3B1C-1DBC-930545545FFF}"/>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E8BF2421-4700-2BF1-F14B-50A1ACC405F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13478002-2D39-14BB-AF19-AC03D8B9B033}"/>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2C35E63-9A39-F090-CA42-A762E0094736}"/>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90AF53F2-A04C-04D0-DD82-EFE9C3F7DF10}"/>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BE046E6B-DD67-8107-EF5D-55E75AEE55B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836C6C4A-FAC8-A6AA-C008-88A855FE85BD}"/>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196EDBE-EC62-B238-007D-610F704B5CE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3174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mn-lt"/>
                <a:cs typeface="Calibri" panose="020F0502020204030204" pitchFamily="34" charset="0"/>
              </a:rPr>
              <a:t>linkedin.com/company/</a:t>
            </a:r>
            <a:r>
              <a:rPr lang="en-GB" sz="1800" b="0" dirty="0" err="1">
                <a:solidFill>
                  <a:schemeClr val="bg1"/>
                </a:solidFill>
                <a:latin typeface="+mn-lt"/>
                <a:cs typeface="Calibri" panose="020F0502020204030204" pitchFamily="34" charset="0"/>
              </a:rPr>
              <a:t>aveva</a:t>
            </a:r>
            <a:r>
              <a:rPr lang="en-GB" sz="1800" b="0" dirty="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dirty="0">
                <a:solidFill>
                  <a:schemeClr val="bg1"/>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4A31D11-75C2-B5A8-1C29-FB801BEC7C97}"/>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bg1"/>
                </a:solidFill>
                <a:latin typeface="+mn-lt"/>
                <a:cs typeface="Calibri" panose="020F0502020204030204" pitchFamily="34" charset="0"/>
              </a:rPr>
              <a:t>About AVEVA </a:t>
            </a:r>
          </a:p>
          <a:p>
            <a:pPr>
              <a:lnSpc>
                <a:spcPts val="1200"/>
              </a:lnSpc>
              <a:spcAft>
                <a:spcPts val="600"/>
              </a:spcAft>
            </a:pPr>
            <a:r>
              <a:rPr lang="en-US" sz="1000" spc="20" dirty="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bg1"/>
                </a:solidFill>
                <a:latin typeface="+mn-lt"/>
                <a:cs typeface="Calibri" panose="020F0502020204030204" pitchFamily="34" charset="0"/>
              </a:rPr>
              <a:t>Learn more at </a:t>
            </a:r>
            <a:r>
              <a:rPr lang="en-US" sz="1000" spc="20" dirty="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dirty="0">
                <a:solidFill>
                  <a:schemeClr val="bg1"/>
                </a:solidFill>
                <a:latin typeface="+mn-lt"/>
                <a:cs typeface="Calibri" panose="020F0502020204030204" pitchFamily="34" charset="0"/>
              </a:rPr>
              <a:t> </a:t>
            </a:r>
            <a:endParaRPr lang="en-GB" sz="1000" b="0" spc="20" dirty="0">
              <a:solidFill>
                <a:schemeClr val="bg1"/>
              </a:solidFill>
              <a:latin typeface="+mn-lt"/>
              <a:cs typeface="Calibri" panose="020F0502020204030204" pitchFamily="34" charset="0"/>
            </a:endParaRPr>
          </a:p>
        </p:txBody>
      </p:sp>
      <p:grpSp>
        <p:nvGrpSpPr>
          <p:cNvPr id="3" name="Group 2">
            <a:extLst>
              <a:ext uri="{FF2B5EF4-FFF2-40B4-BE49-F238E27FC236}">
                <a16:creationId xmlns:a16="http://schemas.microsoft.com/office/drawing/2014/main" id="{C3B56701-99E2-6ECD-B916-8CD8DAA98CA2}"/>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B572176-4838-A916-3CDD-CB1B4D11B619}"/>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B95AC74F-C75B-0873-8537-22D5113CB6B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BA01E5FC-5564-D9BA-67CB-97706C24E93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B7846D93-A209-98A6-2C52-D5F214496D7B}"/>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62651DC4-1BA4-FF68-397F-096B59EC31F5}"/>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5DAEDFBF-7B5F-9184-570A-7836E813BCD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7AFDB04D-DD14-C863-7BD1-80CDC32595D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6BFB2B0-E0CA-307D-E1B9-D10C3465DF38}"/>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44C0B6F0-1EAE-B1D8-EA6C-D51AEF76D228}"/>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92C00C26-FDC3-1651-5604-29AF8AAF828B}"/>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CCC60CF-5FB4-FDEE-898C-5A374D448BE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D574F50-BA75-23B9-BFAE-CE9E3E326B3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BC1B5BCE-78CC-7D3E-68D9-7FF53F5433E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1B92E7F-7833-E4A6-326F-73379A993FBF}"/>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E663A7B8-1F94-ED1E-6196-95EC8E7CC8DA}"/>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BEC7B13B-51D6-40B3-94D1-CE8EFE8A40C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4A3A475-A2DB-C251-12B4-657B99A3E3B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89D67ECD-4D16-61AB-4D62-BE629FB36D57}"/>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19820C-6ED2-F86D-3775-C469DBEDEE1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45700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5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tx2"/>
                </a:solidFill>
                <a:latin typeface="+mn-lt"/>
                <a:cs typeface="Calibri" panose="020F0502020204030204" pitchFamily="34" charset="0"/>
              </a:rPr>
              <a:t>linkedin.com/company/</a:t>
            </a:r>
            <a:r>
              <a:rPr lang="en-GB" sz="1800" b="0" dirty="0" err="1">
                <a:solidFill>
                  <a:schemeClr val="tx2"/>
                </a:solidFill>
                <a:latin typeface="+mn-lt"/>
                <a:cs typeface="Calibri" panose="020F0502020204030204" pitchFamily="34" charset="0"/>
              </a:rPr>
              <a:t>aveva</a:t>
            </a:r>
            <a:r>
              <a:rPr lang="en-GB" sz="1800" b="0" dirty="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dirty="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1B3040C-CC20-3790-2641-010F6CAB746B}"/>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tx2"/>
                </a:solidFill>
                <a:latin typeface="+mn-lt"/>
                <a:cs typeface="Calibri" panose="020F0502020204030204" pitchFamily="34" charset="0"/>
              </a:rPr>
              <a:t>About AVEVA </a:t>
            </a:r>
          </a:p>
          <a:p>
            <a:pPr>
              <a:lnSpc>
                <a:spcPts val="1200"/>
              </a:lnSpc>
              <a:spcAft>
                <a:spcPts val="600"/>
              </a:spcAft>
            </a:pPr>
            <a:r>
              <a:rPr lang="en-US" sz="1000" spc="20" dirty="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tx2"/>
                </a:solidFill>
                <a:latin typeface="+mn-lt"/>
                <a:cs typeface="Calibri" panose="020F0502020204030204" pitchFamily="34" charset="0"/>
              </a:rPr>
              <a:t>Learn more at </a:t>
            </a:r>
            <a:r>
              <a:rPr lang="en-US" sz="1000" kern="1200" spc="20" dirty="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dirty="0">
                <a:solidFill>
                  <a:srgbClr val="4D69E0"/>
                </a:solidFill>
                <a:latin typeface="+mn-lt"/>
                <a:ea typeface="+mn-ea"/>
                <a:cs typeface="Calibri" panose="020F0502020204030204" pitchFamily="34" charset="0"/>
              </a:rPr>
              <a:t> </a:t>
            </a:r>
            <a:endParaRPr lang="en-GB" sz="1000" kern="1200" spc="20" dirty="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3127DDEE-9CA6-0CA6-23C2-D3CD55988C09}"/>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B849EC22-130A-A4B5-AA56-EFC57DE7B1D9}"/>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9492E39B-95A2-A299-D2AF-E8E210C25A0B}"/>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EAC6CFEE-113F-8E83-9F1C-22BB1C81365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093591AE-F704-8A10-D995-25BBAAEAC008}"/>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3B43036C-F31A-7D02-1D06-720D09EE132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C0E1DB08-5735-B712-8CA7-DBF8BE70BAFE}"/>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FD1305F9-68F2-2B20-F843-34DF715BD06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070E7937-077C-D221-89C9-2EAD3F8BB7FF}"/>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E42079E6-CB54-C893-198B-8F9E800275B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553DE05-2447-30A5-85E2-DDD96D2F9DE4}"/>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2DB92DCE-A1C1-1E1C-DD4D-8EB9AFF8C3AF}"/>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A49FC577-5D93-91C1-9F97-EEB745BE906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2455753B-39BB-449D-C9DC-782C1E0513F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E95DD3A-8B91-499E-9D86-70E59BE6123D}"/>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1C7AF8FA-BB2F-C5AF-11F4-51E625DB7E0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5493BC2A-F8E0-721F-95AC-B12DC55D26AA}"/>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8A2C1CB6-AD58-0502-43C9-89A2714E12B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72DF0269-0CAE-D302-67EF-D3CA38F1CB70}"/>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7479D8A6-BF4A-1DBB-B6A1-8DAFAB9576D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660396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O NOT USE MASTER SLIDES THAT APPEAR AFTER THIS">
    <p:bg>
      <p:bgPr>
        <a:solidFill>
          <a:srgbClr val="F7065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D675-D839-F94A-B760-92F5AE9D58BA}"/>
              </a:ext>
            </a:extLst>
          </p:cNvPr>
          <p:cNvSpPr>
            <a:spLocks noGrp="1"/>
          </p:cNvSpPr>
          <p:nvPr>
            <p:ph type="title" hasCustomPrompt="1"/>
          </p:nvPr>
        </p:nvSpPr>
        <p:spPr>
          <a:xfrm>
            <a:off x="612648" y="585216"/>
            <a:ext cx="10972800" cy="5671328"/>
          </a:xfrm>
        </p:spPr>
        <p:txBody>
          <a:bodyPr>
            <a:normAutofit/>
          </a:bodyPr>
          <a:lstStyle>
            <a:lvl1pPr>
              <a:defRPr sz="6600">
                <a:solidFill>
                  <a:schemeClr val="bg1"/>
                </a:solidFill>
              </a:defRPr>
            </a:lvl1pPr>
          </a:lstStyle>
          <a:p>
            <a:r>
              <a:rPr lang="en-US" dirty="0"/>
              <a:t>NOTE: </a:t>
            </a:r>
            <a:br>
              <a:rPr lang="en-US" dirty="0"/>
            </a:br>
            <a:r>
              <a:rPr lang="en-US" dirty="0"/>
              <a:t>ANY SLIDE MASTERS APPEARING AFTER THIS ARE OUT OF DATE. </a:t>
            </a:r>
            <a:br>
              <a:rPr lang="en-US" dirty="0"/>
            </a:br>
            <a:br>
              <a:rPr lang="en-US" dirty="0"/>
            </a:br>
            <a:r>
              <a:rPr lang="en-US" dirty="0"/>
              <a:t>PLEASE SELECT A SLIDE LAYOUT FROM ONE OF THE PRECEDING SLIDE MASTERS.</a:t>
            </a:r>
          </a:p>
        </p:txBody>
      </p:sp>
      <p:sp>
        <p:nvSpPr>
          <p:cNvPr id="4" name="TextBox 3">
            <a:extLst>
              <a:ext uri="{FF2B5EF4-FFF2-40B4-BE49-F238E27FC236}">
                <a16:creationId xmlns:a16="http://schemas.microsoft.com/office/drawing/2014/main" id="{9AD5DACC-6660-F749-B6B2-69AC9AA32DBE}"/>
              </a:ext>
            </a:extLst>
          </p:cNvPr>
          <p:cNvSpPr txBox="1"/>
          <p:nvPr userDrawn="1"/>
        </p:nvSpPr>
        <p:spPr>
          <a:xfrm>
            <a:off x="0" y="-260574"/>
            <a:ext cx="12192000" cy="180001"/>
          </a:xfrm>
          <a:prstGeom prst="rect">
            <a:avLst/>
          </a:prstGeom>
          <a:noFill/>
        </p:spPr>
        <p:txBody>
          <a:bodyPr wrap="square" lIns="0" rtlCol="0" anchor="ctr" anchorCtr="0">
            <a:noAutofit/>
          </a:bodyPr>
          <a:lstStyle/>
          <a:p>
            <a:pPr algn="ctr"/>
            <a:r>
              <a:rPr lang="en-GB" sz="1000" baseline="0" dirty="0">
                <a:solidFill>
                  <a:schemeClr val="bg1">
                    <a:lumMod val="65000"/>
                  </a:schemeClr>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Tree>
    <p:extLst>
      <p:ext uri="{BB962C8B-B14F-4D97-AF65-F5344CB8AC3E}">
        <p14:creationId xmlns:p14="http://schemas.microsoft.com/office/powerpoint/2010/main" val="340489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cons Layout">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71E1FF75-3FCD-4CE2-871F-0599281FF8A5}"/>
              </a:ext>
            </a:extLst>
          </p:cNvPr>
          <p:cNvSpPr>
            <a:spLocks noGrp="1" noChangeAspect="1"/>
          </p:cNvSpPr>
          <p:nvPr>
            <p:ph type="pic" sz="quarter" idx="10" hasCustomPrompt="1"/>
          </p:nvPr>
        </p:nvSpPr>
        <p:spPr>
          <a:xfrm>
            <a:off x="592138" y="1462088"/>
            <a:ext cx="403225" cy="403225"/>
          </a:xfrm>
          <a:noFill/>
        </p:spPr>
        <p:txBody>
          <a:bodyPr anchor="ctr"/>
          <a:lstStyle>
            <a:lvl1pPr marL="0" indent="0" algn="ctr">
              <a:buNone/>
              <a:defRPr sz="700"/>
            </a:lvl1pPr>
          </a:lstStyle>
          <a:p>
            <a:r>
              <a:rPr lang="en-US" dirty="0"/>
              <a:t>Icon</a:t>
            </a:r>
          </a:p>
        </p:txBody>
      </p:sp>
      <p:sp>
        <p:nvSpPr>
          <p:cNvPr id="21" name="Text Placeholder 5">
            <a:extLst>
              <a:ext uri="{FF2B5EF4-FFF2-40B4-BE49-F238E27FC236}">
                <a16:creationId xmlns:a16="http://schemas.microsoft.com/office/drawing/2014/main" id="{6717881D-4D1A-4BC2-92D0-1BDDD356D277}"/>
              </a:ext>
            </a:extLst>
          </p:cNvPr>
          <p:cNvSpPr>
            <a:spLocks noGrp="1"/>
          </p:cNvSpPr>
          <p:nvPr>
            <p:ph type="body" sz="quarter" idx="11" hasCustomPrompt="1"/>
          </p:nvPr>
        </p:nvSpPr>
        <p:spPr>
          <a:xfrm>
            <a:off x="31908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2" name="Picture Placeholder 3">
            <a:extLst>
              <a:ext uri="{FF2B5EF4-FFF2-40B4-BE49-F238E27FC236}">
                <a16:creationId xmlns:a16="http://schemas.microsoft.com/office/drawing/2014/main" id="{4D5C9DB8-4B91-449B-B423-8D9B495C71C7}"/>
              </a:ext>
            </a:extLst>
          </p:cNvPr>
          <p:cNvSpPr>
            <a:spLocks noGrp="1" noChangeAspect="1"/>
          </p:cNvSpPr>
          <p:nvPr>
            <p:ph type="pic" sz="quarter" idx="12" hasCustomPrompt="1"/>
          </p:nvPr>
        </p:nvSpPr>
        <p:spPr>
          <a:xfrm>
            <a:off x="1559784" y="1462088"/>
            <a:ext cx="403225" cy="403225"/>
          </a:xfrm>
          <a:noFill/>
        </p:spPr>
        <p:txBody>
          <a:bodyPr anchor="ctr"/>
          <a:lstStyle>
            <a:lvl1pPr marL="0" indent="0" algn="ctr">
              <a:buNone/>
              <a:defRPr sz="700"/>
            </a:lvl1pPr>
          </a:lstStyle>
          <a:p>
            <a:r>
              <a:rPr lang="en-US" dirty="0"/>
              <a:t>Icon</a:t>
            </a:r>
          </a:p>
        </p:txBody>
      </p:sp>
      <p:sp>
        <p:nvSpPr>
          <p:cNvPr id="23" name="Text Placeholder 5">
            <a:extLst>
              <a:ext uri="{FF2B5EF4-FFF2-40B4-BE49-F238E27FC236}">
                <a16:creationId xmlns:a16="http://schemas.microsoft.com/office/drawing/2014/main" id="{E5E97833-9D0A-460E-8CA2-E0227B6710A4}"/>
              </a:ext>
            </a:extLst>
          </p:cNvPr>
          <p:cNvSpPr>
            <a:spLocks noGrp="1"/>
          </p:cNvSpPr>
          <p:nvPr>
            <p:ph type="body" sz="quarter" idx="13" hasCustomPrompt="1"/>
          </p:nvPr>
        </p:nvSpPr>
        <p:spPr>
          <a:xfrm>
            <a:off x="128673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4" name="Picture Placeholder 3">
            <a:extLst>
              <a:ext uri="{FF2B5EF4-FFF2-40B4-BE49-F238E27FC236}">
                <a16:creationId xmlns:a16="http://schemas.microsoft.com/office/drawing/2014/main" id="{5C38D705-F0CC-466F-9171-66C797FD3C78}"/>
              </a:ext>
            </a:extLst>
          </p:cNvPr>
          <p:cNvSpPr>
            <a:spLocks noGrp="1" noChangeAspect="1"/>
          </p:cNvSpPr>
          <p:nvPr>
            <p:ph type="pic" sz="quarter" idx="14" hasCustomPrompt="1"/>
          </p:nvPr>
        </p:nvSpPr>
        <p:spPr>
          <a:xfrm>
            <a:off x="2527430" y="1462088"/>
            <a:ext cx="403225" cy="403225"/>
          </a:xfrm>
          <a:noFill/>
        </p:spPr>
        <p:txBody>
          <a:bodyPr anchor="ctr"/>
          <a:lstStyle>
            <a:lvl1pPr marL="0" indent="0" algn="ctr">
              <a:buNone/>
              <a:defRPr sz="700"/>
            </a:lvl1pPr>
          </a:lstStyle>
          <a:p>
            <a:r>
              <a:rPr lang="en-US" dirty="0"/>
              <a:t>Icon</a:t>
            </a:r>
          </a:p>
        </p:txBody>
      </p:sp>
      <p:sp>
        <p:nvSpPr>
          <p:cNvPr id="25" name="Text Placeholder 5">
            <a:extLst>
              <a:ext uri="{FF2B5EF4-FFF2-40B4-BE49-F238E27FC236}">
                <a16:creationId xmlns:a16="http://schemas.microsoft.com/office/drawing/2014/main" id="{62BFDED5-B0FC-411A-A78D-4FF21BC881F7}"/>
              </a:ext>
            </a:extLst>
          </p:cNvPr>
          <p:cNvSpPr>
            <a:spLocks noGrp="1"/>
          </p:cNvSpPr>
          <p:nvPr>
            <p:ph type="body" sz="quarter" idx="15" hasCustomPrompt="1"/>
          </p:nvPr>
        </p:nvSpPr>
        <p:spPr>
          <a:xfrm>
            <a:off x="225438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6" name="Picture Placeholder 3">
            <a:extLst>
              <a:ext uri="{FF2B5EF4-FFF2-40B4-BE49-F238E27FC236}">
                <a16:creationId xmlns:a16="http://schemas.microsoft.com/office/drawing/2014/main" id="{E922486B-7812-4CEE-A2CE-F50F882853D2}"/>
              </a:ext>
            </a:extLst>
          </p:cNvPr>
          <p:cNvSpPr>
            <a:spLocks noGrp="1" noChangeAspect="1"/>
          </p:cNvSpPr>
          <p:nvPr>
            <p:ph type="pic" sz="quarter" idx="16" hasCustomPrompt="1"/>
          </p:nvPr>
        </p:nvSpPr>
        <p:spPr>
          <a:xfrm>
            <a:off x="3495076" y="1462088"/>
            <a:ext cx="403225" cy="403225"/>
          </a:xfrm>
          <a:noFill/>
        </p:spPr>
        <p:txBody>
          <a:bodyPr anchor="ctr"/>
          <a:lstStyle>
            <a:lvl1pPr marL="0" indent="0" algn="ctr">
              <a:buNone/>
              <a:defRPr sz="700"/>
            </a:lvl1pPr>
          </a:lstStyle>
          <a:p>
            <a:r>
              <a:rPr lang="en-US" dirty="0"/>
              <a:t>Icon</a:t>
            </a:r>
          </a:p>
        </p:txBody>
      </p:sp>
      <p:sp>
        <p:nvSpPr>
          <p:cNvPr id="27" name="Text Placeholder 5">
            <a:extLst>
              <a:ext uri="{FF2B5EF4-FFF2-40B4-BE49-F238E27FC236}">
                <a16:creationId xmlns:a16="http://schemas.microsoft.com/office/drawing/2014/main" id="{281C3E54-A954-47FB-9987-174C2B2C1D82}"/>
              </a:ext>
            </a:extLst>
          </p:cNvPr>
          <p:cNvSpPr>
            <a:spLocks noGrp="1"/>
          </p:cNvSpPr>
          <p:nvPr>
            <p:ph type="body" sz="quarter" idx="17" hasCustomPrompt="1"/>
          </p:nvPr>
        </p:nvSpPr>
        <p:spPr>
          <a:xfrm>
            <a:off x="322202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8" name="Picture Placeholder 3">
            <a:extLst>
              <a:ext uri="{FF2B5EF4-FFF2-40B4-BE49-F238E27FC236}">
                <a16:creationId xmlns:a16="http://schemas.microsoft.com/office/drawing/2014/main" id="{F2CAE41A-3FF1-49E9-B8FB-3FDAF79BBC05}"/>
              </a:ext>
            </a:extLst>
          </p:cNvPr>
          <p:cNvSpPr>
            <a:spLocks noGrp="1" noChangeAspect="1"/>
          </p:cNvSpPr>
          <p:nvPr>
            <p:ph type="pic" sz="quarter" idx="18" hasCustomPrompt="1"/>
          </p:nvPr>
        </p:nvSpPr>
        <p:spPr>
          <a:xfrm>
            <a:off x="4462722" y="1462088"/>
            <a:ext cx="403225" cy="403225"/>
          </a:xfrm>
          <a:noFill/>
        </p:spPr>
        <p:txBody>
          <a:bodyPr anchor="ctr"/>
          <a:lstStyle>
            <a:lvl1pPr marL="0" indent="0" algn="ctr">
              <a:buNone/>
              <a:defRPr sz="700"/>
            </a:lvl1pPr>
          </a:lstStyle>
          <a:p>
            <a:r>
              <a:rPr lang="en-US" dirty="0"/>
              <a:t>Icon</a:t>
            </a:r>
          </a:p>
        </p:txBody>
      </p:sp>
      <p:sp>
        <p:nvSpPr>
          <p:cNvPr id="29" name="Text Placeholder 5">
            <a:extLst>
              <a:ext uri="{FF2B5EF4-FFF2-40B4-BE49-F238E27FC236}">
                <a16:creationId xmlns:a16="http://schemas.microsoft.com/office/drawing/2014/main" id="{E7A5456E-CCC2-4487-9AF7-BFF6B02971EF}"/>
              </a:ext>
            </a:extLst>
          </p:cNvPr>
          <p:cNvSpPr>
            <a:spLocks noGrp="1"/>
          </p:cNvSpPr>
          <p:nvPr>
            <p:ph type="body" sz="quarter" idx="19" hasCustomPrompt="1"/>
          </p:nvPr>
        </p:nvSpPr>
        <p:spPr>
          <a:xfrm>
            <a:off x="418967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0" name="Picture Placeholder 3">
            <a:extLst>
              <a:ext uri="{FF2B5EF4-FFF2-40B4-BE49-F238E27FC236}">
                <a16:creationId xmlns:a16="http://schemas.microsoft.com/office/drawing/2014/main" id="{AD84FD89-ADDC-4A43-B4E9-BB013634544D}"/>
              </a:ext>
            </a:extLst>
          </p:cNvPr>
          <p:cNvSpPr>
            <a:spLocks noGrp="1" noChangeAspect="1"/>
          </p:cNvSpPr>
          <p:nvPr>
            <p:ph type="pic" sz="quarter" idx="20" hasCustomPrompt="1"/>
          </p:nvPr>
        </p:nvSpPr>
        <p:spPr>
          <a:xfrm>
            <a:off x="5430368" y="1462088"/>
            <a:ext cx="403225" cy="403225"/>
          </a:xfrm>
          <a:noFill/>
        </p:spPr>
        <p:txBody>
          <a:bodyPr anchor="ctr"/>
          <a:lstStyle>
            <a:lvl1pPr marL="0" indent="0" algn="ctr">
              <a:buNone/>
              <a:defRPr sz="700"/>
            </a:lvl1pPr>
          </a:lstStyle>
          <a:p>
            <a:r>
              <a:rPr lang="en-US" dirty="0"/>
              <a:t>Icon</a:t>
            </a:r>
          </a:p>
        </p:txBody>
      </p:sp>
      <p:sp>
        <p:nvSpPr>
          <p:cNvPr id="31" name="Text Placeholder 5">
            <a:extLst>
              <a:ext uri="{FF2B5EF4-FFF2-40B4-BE49-F238E27FC236}">
                <a16:creationId xmlns:a16="http://schemas.microsoft.com/office/drawing/2014/main" id="{E0B6CF71-7205-4227-B7EA-37DFE6C400AF}"/>
              </a:ext>
            </a:extLst>
          </p:cNvPr>
          <p:cNvSpPr>
            <a:spLocks noGrp="1"/>
          </p:cNvSpPr>
          <p:nvPr>
            <p:ph type="body" sz="quarter" idx="21" hasCustomPrompt="1"/>
          </p:nvPr>
        </p:nvSpPr>
        <p:spPr>
          <a:xfrm>
            <a:off x="515731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2" name="Picture Placeholder 3">
            <a:extLst>
              <a:ext uri="{FF2B5EF4-FFF2-40B4-BE49-F238E27FC236}">
                <a16:creationId xmlns:a16="http://schemas.microsoft.com/office/drawing/2014/main" id="{34B85AE6-9676-4706-9FD5-72BE532B31E5}"/>
              </a:ext>
            </a:extLst>
          </p:cNvPr>
          <p:cNvSpPr>
            <a:spLocks noGrp="1" noChangeAspect="1"/>
          </p:cNvSpPr>
          <p:nvPr>
            <p:ph type="pic" sz="quarter" idx="22" hasCustomPrompt="1"/>
          </p:nvPr>
        </p:nvSpPr>
        <p:spPr>
          <a:xfrm>
            <a:off x="6398014" y="1462088"/>
            <a:ext cx="403225" cy="403225"/>
          </a:xfrm>
          <a:noFill/>
        </p:spPr>
        <p:txBody>
          <a:bodyPr anchor="ctr"/>
          <a:lstStyle>
            <a:lvl1pPr marL="0" indent="0" algn="ctr">
              <a:buNone/>
              <a:defRPr sz="700"/>
            </a:lvl1pPr>
          </a:lstStyle>
          <a:p>
            <a:r>
              <a:rPr lang="en-US" dirty="0"/>
              <a:t>Icon</a:t>
            </a:r>
          </a:p>
        </p:txBody>
      </p:sp>
      <p:sp>
        <p:nvSpPr>
          <p:cNvPr id="33" name="Text Placeholder 5">
            <a:extLst>
              <a:ext uri="{FF2B5EF4-FFF2-40B4-BE49-F238E27FC236}">
                <a16:creationId xmlns:a16="http://schemas.microsoft.com/office/drawing/2014/main" id="{A18B72E7-080A-4356-AAD3-A85CC09776EF}"/>
              </a:ext>
            </a:extLst>
          </p:cNvPr>
          <p:cNvSpPr>
            <a:spLocks noGrp="1"/>
          </p:cNvSpPr>
          <p:nvPr>
            <p:ph type="body" sz="quarter" idx="23" hasCustomPrompt="1"/>
          </p:nvPr>
        </p:nvSpPr>
        <p:spPr>
          <a:xfrm>
            <a:off x="612496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4" name="Picture Placeholder 3">
            <a:extLst>
              <a:ext uri="{FF2B5EF4-FFF2-40B4-BE49-F238E27FC236}">
                <a16:creationId xmlns:a16="http://schemas.microsoft.com/office/drawing/2014/main" id="{1B52180B-2B4D-476C-9FAB-E03129109900}"/>
              </a:ext>
            </a:extLst>
          </p:cNvPr>
          <p:cNvSpPr>
            <a:spLocks noGrp="1" noChangeAspect="1"/>
          </p:cNvSpPr>
          <p:nvPr>
            <p:ph type="pic" sz="quarter" idx="24" hasCustomPrompt="1"/>
          </p:nvPr>
        </p:nvSpPr>
        <p:spPr>
          <a:xfrm>
            <a:off x="7365660" y="1462088"/>
            <a:ext cx="403225" cy="403225"/>
          </a:xfrm>
          <a:noFill/>
        </p:spPr>
        <p:txBody>
          <a:bodyPr anchor="ctr"/>
          <a:lstStyle>
            <a:lvl1pPr marL="0" indent="0" algn="ctr">
              <a:buNone/>
              <a:defRPr sz="700"/>
            </a:lvl1pPr>
          </a:lstStyle>
          <a:p>
            <a:r>
              <a:rPr lang="en-US" dirty="0"/>
              <a:t>Icon</a:t>
            </a:r>
          </a:p>
        </p:txBody>
      </p:sp>
      <p:sp>
        <p:nvSpPr>
          <p:cNvPr id="35" name="Text Placeholder 5">
            <a:extLst>
              <a:ext uri="{FF2B5EF4-FFF2-40B4-BE49-F238E27FC236}">
                <a16:creationId xmlns:a16="http://schemas.microsoft.com/office/drawing/2014/main" id="{C79922C6-B7CD-4506-A064-72F654DB0779}"/>
              </a:ext>
            </a:extLst>
          </p:cNvPr>
          <p:cNvSpPr>
            <a:spLocks noGrp="1"/>
          </p:cNvSpPr>
          <p:nvPr>
            <p:ph type="body" sz="quarter" idx="25" hasCustomPrompt="1"/>
          </p:nvPr>
        </p:nvSpPr>
        <p:spPr>
          <a:xfrm>
            <a:off x="709261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6" name="Picture Placeholder 3">
            <a:extLst>
              <a:ext uri="{FF2B5EF4-FFF2-40B4-BE49-F238E27FC236}">
                <a16:creationId xmlns:a16="http://schemas.microsoft.com/office/drawing/2014/main" id="{8371CAA4-C229-40CD-AA22-3D7DEE34138D}"/>
              </a:ext>
            </a:extLst>
          </p:cNvPr>
          <p:cNvSpPr>
            <a:spLocks noGrp="1" noChangeAspect="1"/>
          </p:cNvSpPr>
          <p:nvPr>
            <p:ph type="pic" sz="quarter" idx="26" hasCustomPrompt="1"/>
          </p:nvPr>
        </p:nvSpPr>
        <p:spPr>
          <a:xfrm>
            <a:off x="8333306" y="1462088"/>
            <a:ext cx="403225" cy="403225"/>
          </a:xfrm>
          <a:noFill/>
        </p:spPr>
        <p:txBody>
          <a:bodyPr anchor="ctr"/>
          <a:lstStyle>
            <a:lvl1pPr marL="0" indent="0" algn="ctr">
              <a:buNone/>
              <a:defRPr sz="700"/>
            </a:lvl1pPr>
          </a:lstStyle>
          <a:p>
            <a:r>
              <a:rPr lang="en-US" dirty="0"/>
              <a:t>Icon</a:t>
            </a:r>
          </a:p>
        </p:txBody>
      </p:sp>
      <p:sp>
        <p:nvSpPr>
          <p:cNvPr id="37" name="Text Placeholder 5">
            <a:extLst>
              <a:ext uri="{FF2B5EF4-FFF2-40B4-BE49-F238E27FC236}">
                <a16:creationId xmlns:a16="http://schemas.microsoft.com/office/drawing/2014/main" id="{7A18545B-3031-475F-B2FA-2CC7DEB1D306}"/>
              </a:ext>
            </a:extLst>
          </p:cNvPr>
          <p:cNvSpPr>
            <a:spLocks noGrp="1"/>
          </p:cNvSpPr>
          <p:nvPr>
            <p:ph type="body" sz="quarter" idx="27" hasCustomPrompt="1"/>
          </p:nvPr>
        </p:nvSpPr>
        <p:spPr>
          <a:xfrm>
            <a:off x="806025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8" name="Picture Placeholder 3">
            <a:extLst>
              <a:ext uri="{FF2B5EF4-FFF2-40B4-BE49-F238E27FC236}">
                <a16:creationId xmlns:a16="http://schemas.microsoft.com/office/drawing/2014/main" id="{8705055C-F0AA-4419-B42B-24EF5A127187}"/>
              </a:ext>
            </a:extLst>
          </p:cNvPr>
          <p:cNvSpPr>
            <a:spLocks noGrp="1" noChangeAspect="1"/>
          </p:cNvSpPr>
          <p:nvPr>
            <p:ph type="pic" sz="quarter" idx="28" hasCustomPrompt="1"/>
          </p:nvPr>
        </p:nvSpPr>
        <p:spPr>
          <a:xfrm>
            <a:off x="9300952" y="1462088"/>
            <a:ext cx="403225" cy="403225"/>
          </a:xfrm>
          <a:noFill/>
        </p:spPr>
        <p:txBody>
          <a:bodyPr anchor="ctr"/>
          <a:lstStyle>
            <a:lvl1pPr marL="0" indent="0" algn="ctr">
              <a:buNone/>
              <a:defRPr sz="700"/>
            </a:lvl1pPr>
          </a:lstStyle>
          <a:p>
            <a:r>
              <a:rPr lang="en-US" dirty="0"/>
              <a:t>Icon</a:t>
            </a:r>
          </a:p>
        </p:txBody>
      </p:sp>
      <p:sp>
        <p:nvSpPr>
          <p:cNvPr id="39" name="Text Placeholder 5">
            <a:extLst>
              <a:ext uri="{FF2B5EF4-FFF2-40B4-BE49-F238E27FC236}">
                <a16:creationId xmlns:a16="http://schemas.microsoft.com/office/drawing/2014/main" id="{8B541E98-64DA-41CA-B432-0A7C5A08F1F1}"/>
              </a:ext>
            </a:extLst>
          </p:cNvPr>
          <p:cNvSpPr>
            <a:spLocks noGrp="1"/>
          </p:cNvSpPr>
          <p:nvPr>
            <p:ph type="body" sz="quarter" idx="29" hasCustomPrompt="1"/>
          </p:nvPr>
        </p:nvSpPr>
        <p:spPr>
          <a:xfrm>
            <a:off x="902790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0" name="Picture Placeholder 3">
            <a:extLst>
              <a:ext uri="{FF2B5EF4-FFF2-40B4-BE49-F238E27FC236}">
                <a16:creationId xmlns:a16="http://schemas.microsoft.com/office/drawing/2014/main" id="{247E8E3F-C376-4C05-9621-650F8F83EE33}"/>
              </a:ext>
            </a:extLst>
          </p:cNvPr>
          <p:cNvSpPr>
            <a:spLocks noGrp="1" noChangeAspect="1"/>
          </p:cNvSpPr>
          <p:nvPr>
            <p:ph type="pic" sz="quarter" idx="30" hasCustomPrompt="1"/>
          </p:nvPr>
        </p:nvSpPr>
        <p:spPr>
          <a:xfrm>
            <a:off x="10268598" y="1462088"/>
            <a:ext cx="403225" cy="403225"/>
          </a:xfrm>
          <a:noFill/>
        </p:spPr>
        <p:txBody>
          <a:bodyPr anchor="ctr"/>
          <a:lstStyle>
            <a:lvl1pPr marL="0" indent="0" algn="ctr">
              <a:buNone/>
              <a:defRPr sz="700"/>
            </a:lvl1pPr>
          </a:lstStyle>
          <a:p>
            <a:r>
              <a:rPr lang="en-US" dirty="0"/>
              <a:t>Icon</a:t>
            </a:r>
          </a:p>
        </p:txBody>
      </p:sp>
      <p:sp>
        <p:nvSpPr>
          <p:cNvPr id="41" name="Text Placeholder 5">
            <a:extLst>
              <a:ext uri="{FF2B5EF4-FFF2-40B4-BE49-F238E27FC236}">
                <a16:creationId xmlns:a16="http://schemas.microsoft.com/office/drawing/2014/main" id="{961602B4-39AB-44FC-9D62-23336C26AD49}"/>
              </a:ext>
            </a:extLst>
          </p:cNvPr>
          <p:cNvSpPr>
            <a:spLocks noGrp="1"/>
          </p:cNvSpPr>
          <p:nvPr>
            <p:ph type="body" sz="quarter" idx="31" hasCustomPrompt="1"/>
          </p:nvPr>
        </p:nvSpPr>
        <p:spPr>
          <a:xfrm>
            <a:off x="999554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2" name="Picture Placeholder 3">
            <a:extLst>
              <a:ext uri="{FF2B5EF4-FFF2-40B4-BE49-F238E27FC236}">
                <a16:creationId xmlns:a16="http://schemas.microsoft.com/office/drawing/2014/main" id="{6BB6EC36-B629-496B-9E3C-7E5867D7240A}"/>
              </a:ext>
            </a:extLst>
          </p:cNvPr>
          <p:cNvSpPr>
            <a:spLocks noGrp="1" noChangeAspect="1"/>
          </p:cNvSpPr>
          <p:nvPr>
            <p:ph type="pic" sz="quarter" idx="32" hasCustomPrompt="1"/>
          </p:nvPr>
        </p:nvSpPr>
        <p:spPr>
          <a:xfrm>
            <a:off x="11236244" y="1462088"/>
            <a:ext cx="403225" cy="403225"/>
          </a:xfrm>
          <a:noFill/>
        </p:spPr>
        <p:txBody>
          <a:bodyPr anchor="ctr"/>
          <a:lstStyle>
            <a:lvl1pPr marL="0" indent="0" algn="ctr">
              <a:buNone/>
              <a:defRPr sz="700"/>
            </a:lvl1pPr>
          </a:lstStyle>
          <a:p>
            <a:r>
              <a:rPr lang="en-US" dirty="0"/>
              <a:t>Icon</a:t>
            </a:r>
          </a:p>
        </p:txBody>
      </p:sp>
      <p:sp>
        <p:nvSpPr>
          <p:cNvPr id="43" name="Text Placeholder 5">
            <a:extLst>
              <a:ext uri="{FF2B5EF4-FFF2-40B4-BE49-F238E27FC236}">
                <a16:creationId xmlns:a16="http://schemas.microsoft.com/office/drawing/2014/main" id="{B7951B72-CFAD-4B9D-9B2D-02D8732EC9B8}"/>
              </a:ext>
            </a:extLst>
          </p:cNvPr>
          <p:cNvSpPr>
            <a:spLocks noGrp="1"/>
          </p:cNvSpPr>
          <p:nvPr>
            <p:ph type="body" sz="quarter" idx="33" hasCustomPrompt="1"/>
          </p:nvPr>
        </p:nvSpPr>
        <p:spPr>
          <a:xfrm>
            <a:off x="1096319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4" name="Picture Placeholder 3">
            <a:extLst>
              <a:ext uri="{FF2B5EF4-FFF2-40B4-BE49-F238E27FC236}">
                <a16:creationId xmlns:a16="http://schemas.microsoft.com/office/drawing/2014/main" id="{5808E2D6-DCAB-4EF4-818F-CC2073779AB2}"/>
              </a:ext>
            </a:extLst>
          </p:cNvPr>
          <p:cNvSpPr>
            <a:spLocks noGrp="1" noChangeAspect="1"/>
          </p:cNvSpPr>
          <p:nvPr>
            <p:ph type="pic" sz="quarter" idx="34" hasCustomPrompt="1"/>
          </p:nvPr>
        </p:nvSpPr>
        <p:spPr>
          <a:xfrm>
            <a:off x="592138" y="2428841"/>
            <a:ext cx="403225" cy="403225"/>
          </a:xfrm>
          <a:noFill/>
        </p:spPr>
        <p:txBody>
          <a:bodyPr anchor="ctr"/>
          <a:lstStyle>
            <a:lvl1pPr marL="0" indent="0" algn="ctr">
              <a:buNone/>
              <a:defRPr sz="700"/>
            </a:lvl1pPr>
          </a:lstStyle>
          <a:p>
            <a:r>
              <a:rPr lang="en-US" dirty="0"/>
              <a:t>Icon</a:t>
            </a:r>
          </a:p>
        </p:txBody>
      </p:sp>
      <p:sp>
        <p:nvSpPr>
          <p:cNvPr id="45" name="Text Placeholder 5">
            <a:extLst>
              <a:ext uri="{FF2B5EF4-FFF2-40B4-BE49-F238E27FC236}">
                <a16:creationId xmlns:a16="http://schemas.microsoft.com/office/drawing/2014/main" id="{4BC0DA93-1635-49BF-9D14-4267F6844451}"/>
              </a:ext>
            </a:extLst>
          </p:cNvPr>
          <p:cNvSpPr>
            <a:spLocks noGrp="1"/>
          </p:cNvSpPr>
          <p:nvPr>
            <p:ph type="body" sz="quarter" idx="35" hasCustomPrompt="1"/>
          </p:nvPr>
        </p:nvSpPr>
        <p:spPr>
          <a:xfrm>
            <a:off x="31908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6" name="Picture Placeholder 3">
            <a:extLst>
              <a:ext uri="{FF2B5EF4-FFF2-40B4-BE49-F238E27FC236}">
                <a16:creationId xmlns:a16="http://schemas.microsoft.com/office/drawing/2014/main" id="{144ED867-72F3-45E9-9B38-229C23CE1AF4}"/>
              </a:ext>
            </a:extLst>
          </p:cNvPr>
          <p:cNvSpPr>
            <a:spLocks noGrp="1" noChangeAspect="1"/>
          </p:cNvSpPr>
          <p:nvPr>
            <p:ph type="pic" sz="quarter" idx="36" hasCustomPrompt="1"/>
          </p:nvPr>
        </p:nvSpPr>
        <p:spPr>
          <a:xfrm>
            <a:off x="1559784" y="2428841"/>
            <a:ext cx="403225" cy="403225"/>
          </a:xfrm>
          <a:noFill/>
        </p:spPr>
        <p:txBody>
          <a:bodyPr anchor="ctr"/>
          <a:lstStyle>
            <a:lvl1pPr marL="0" indent="0" algn="ctr">
              <a:buNone/>
              <a:defRPr sz="700"/>
            </a:lvl1pPr>
          </a:lstStyle>
          <a:p>
            <a:r>
              <a:rPr lang="en-US" dirty="0"/>
              <a:t>Icon</a:t>
            </a:r>
          </a:p>
        </p:txBody>
      </p:sp>
      <p:sp>
        <p:nvSpPr>
          <p:cNvPr id="47" name="Text Placeholder 5">
            <a:extLst>
              <a:ext uri="{FF2B5EF4-FFF2-40B4-BE49-F238E27FC236}">
                <a16:creationId xmlns:a16="http://schemas.microsoft.com/office/drawing/2014/main" id="{DD338E24-8B89-4977-8654-0F49ED3F520D}"/>
              </a:ext>
            </a:extLst>
          </p:cNvPr>
          <p:cNvSpPr>
            <a:spLocks noGrp="1"/>
          </p:cNvSpPr>
          <p:nvPr>
            <p:ph type="body" sz="quarter" idx="37" hasCustomPrompt="1"/>
          </p:nvPr>
        </p:nvSpPr>
        <p:spPr>
          <a:xfrm>
            <a:off x="128673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8" name="Picture Placeholder 3">
            <a:extLst>
              <a:ext uri="{FF2B5EF4-FFF2-40B4-BE49-F238E27FC236}">
                <a16:creationId xmlns:a16="http://schemas.microsoft.com/office/drawing/2014/main" id="{23A23C03-EA22-48D8-B332-D664437FFC16}"/>
              </a:ext>
            </a:extLst>
          </p:cNvPr>
          <p:cNvSpPr>
            <a:spLocks noGrp="1" noChangeAspect="1"/>
          </p:cNvSpPr>
          <p:nvPr>
            <p:ph type="pic" sz="quarter" idx="38" hasCustomPrompt="1"/>
          </p:nvPr>
        </p:nvSpPr>
        <p:spPr>
          <a:xfrm>
            <a:off x="2527430" y="2428841"/>
            <a:ext cx="403225" cy="403225"/>
          </a:xfrm>
          <a:noFill/>
        </p:spPr>
        <p:txBody>
          <a:bodyPr anchor="ctr"/>
          <a:lstStyle>
            <a:lvl1pPr marL="0" indent="0" algn="ctr">
              <a:buNone/>
              <a:defRPr sz="700"/>
            </a:lvl1pPr>
          </a:lstStyle>
          <a:p>
            <a:r>
              <a:rPr lang="en-US" dirty="0"/>
              <a:t>Icon</a:t>
            </a:r>
          </a:p>
        </p:txBody>
      </p:sp>
      <p:sp>
        <p:nvSpPr>
          <p:cNvPr id="49" name="Text Placeholder 5">
            <a:extLst>
              <a:ext uri="{FF2B5EF4-FFF2-40B4-BE49-F238E27FC236}">
                <a16:creationId xmlns:a16="http://schemas.microsoft.com/office/drawing/2014/main" id="{9CAD7837-CA10-4107-BDE0-218CB1ED00CD}"/>
              </a:ext>
            </a:extLst>
          </p:cNvPr>
          <p:cNvSpPr>
            <a:spLocks noGrp="1"/>
          </p:cNvSpPr>
          <p:nvPr>
            <p:ph type="body" sz="quarter" idx="39" hasCustomPrompt="1"/>
          </p:nvPr>
        </p:nvSpPr>
        <p:spPr>
          <a:xfrm>
            <a:off x="225438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0" name="Picture Placeholder 3">
            <a:extLst>
              <a:ext uri="{FF2B5EF4-FFF2-40B4-BE49-F238E27FC236}">
                <a16:creationId xmlns:a16="http://schemas.microsoft.com/office/drawing/2014/main" id="{496586DD-8798-45FF-909A-D31701FF96DE}"/>
              </a:ext>
            </a:extLst>
          </p:cNvPr>
          <p:cNvSpPr>
            <a:spLocks noGrp="1" noChangeAspect="1"/>
          </p:cNvSpPr>
          <p:nvPr>
            <p:ph type="pic" sz="quarter" idx="40" hasCustomPrompt="1"/>
          </p:nvPr>
        </p:nvSpPr>
        <p:spPr>
          <a:xfrm>
            <a:off x="3495076" y="2428841"/>
            <a:ext cx="403225" cy="403225"/>
          </a:xfrm>
          <a:noFill/>
        </p:spPr>
        <p:txBody>
          <a:bodyPr anchor="ctr"/>
          <a:lstStyle>
            <a:lvl1pPr marL="0" indent="0" algn="ctr">
              <a:buNone/>
              <a:defRPr sz="700"/>
            </a:lvl1pPr>
          </a:lstStyle>
          <a:p>
            <a:r>
              <a:rPr lang="en-US" dirty="0"/>
              <a:t>Icon</a:t>
            </a:r>
          </a:p>
        </p:txBody>
      </p:sp>
      <p:sp>
        <p:nvSpPr>
          <p:cNvPr id="51" name="Text Placeholder 5">
            <a:extLst>
              <a:ext uri="{FF2B5EF4-FFF2-40B4-BE49-F238E27FC236}">
                <a16:creationId xmlns:a16="http://schemas.microsoft.com/office/drawing/2014/main" id="{8837CAB7-A56F-4CEA-AB8D-3729B05ACCE9}"/>
              </a:ext>
            </a:extLst>
          </p:cNvPr>
          <p:cNvSpPr>
            <a:spLocks noGrp="1"/>
          </p:cNvSpPr>
          <p:nvPr>
            <p:ph type="body" sz="quarter" idx="41" hasCustomPrompt="1"/>
          </p:nvPr>
        </p:nvSpPr>
        <p:spPr>
          <a:xfrm>
            <a:off x="322202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2" name="Picture Placeholder 3">
            <a:extLst>
              <a:ext uri="{FF2B5EF4-FFF2-40B4-BE49-F238E27FC236}">
                <a16:creationId xmlns:a16="http://schemas.microsoft.com/office/drawing/2014/main" id="{DFFC4C4B-9310-4D7F-9ACA-153166A7CA9F}"/>
              </a:ext>
            </a:extLst>
          </p:cNvPr>
          <p:cNvSpPr>
            <a:spLocks noGrp="1" noChangeAspect="1"/>
          </p:cNvSpPr>
          <p:nvPr>
            <p:ph type="pic" sz="quarter" idx="42" hasCustomPrompt="1"/>
          </p:nvPr>
        </p:nvSpPr>
        <p:spPr>
          <a:xfrm>
            <a:off x="4462722" y="2428841"/>
            <a:ext cx="403225" cy="403225"/>
          </a:xfrm>
          <a:noFill/>
        </p:spPr>
        <p:txBody>
          <a:bodyPr anchor="ctr"/>
          <a:lstStyle>
            <a:lvl1pPr marL="0" indent="0" algn="ctr">
              <a:buNone/>
              <a:defRPr sz="700"/>
            </a:lvl1pPr>
          </a:lstStyle>
          <a:p>
            <a:r>
              <a:rPr lang="en-US" dirty="0"/>
              <a:t>Icon</a:t>
            </a:r>
          </a:p>
        </p:txBody>
      </p:sp>
      <p:sp>
        <p:nvSpPr>
          <p:cNvPr id="53" name="Text Placeholder 5">
            <a:extLst>
              <a:ext uri="{FF2B5EF4-FFF2-40B4-BE49-F238E27FC236}">
                <a16:creationId xmlns:a16="http://schemas.microsoft.com/office/drawing/2014/main" id="{A39F4520-5861-47C2-BE64-9F0D2F06C4B9}"/>
              </a:ext>
            </a:extLst>
          </p:cNvPr>
          <p:cNvSpPr>
            <a:spLocks noGrp="1"/>
          </p:cNvSpPr>
          <p:nvPr>
            <p:ph type="body" sz="quarter" idx="43" hasCustomPrompt="1"/>
          </p:nvPr>
        </p:nvSpPr>
        <p:spPr>
          <a:xfrm>
            <a:off x="418967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4" name="Picture Placeholder 3">
            <a:extLst>
              <a:ext uri="{FF2B5EF4-FFF2-40B4-BE49-F238E27FC236}">
                <a16:creationId xmlns:a16="http://schemas.microsoft.com/office/drawing/2014/main" id="{A175C8F2-31AC-4F54-9156-2E2D8FB7A24E}"/>
              </a:ext>
            </a:extLst>
          </p:cNvPr>
          <p:cNvSpPr>
            <a:spLocks noGrp="1" noChangeAspect="1"/>
          </p:cNvSpPr>
          <p:nvPr>
            <p:ph type="pic" sz="quarter" idx="44" hasCustomPrompt="1"/>
          </p:nvPr>
        </p:nvSpPr>
        <p:spPr>
          <a:xfrm>
            <a:off x="5430368" y="2428841"/>
            <a:ext cx="403225" cy="403225"/>
          </a:xfrm>
          <a:noFill/>
        </p:spPr>
        <p:txBody>
          <a:bodyPr anchor="ctr"/>
          <a:lstStyle>
            <a:lvl1pPr marL="0" indent="0" algn="ctr">
              <a:buNone/>
              <a:defRPr sz="700"/>
            </a:lvl1pPr>
          </a:lstStyle>
          <a:p>
            <a:r>
              <a:rPr lang="en-US" dirty="0"/>
              <a:t>Icon</a:t>
            </a:r>
          </a:p>
        </p:txBody>
      </p:sp>
      <p:sp>
        <p:nvSpPr>
          <p:cNvPr id="55" name="Text Placeholder 5">
            <a:extLst>
              <a:ext uri="{FF2B5EF4-FFF2-40B4-BE49-F238E27FC236}">
                <a16:creationId xmlns:a16="http://schemas.microsoft.com/office/drawing/2014/main" id="{39386109-9DB5-4799-946D-9454B156F98B}"/>
              </a:ext>
            </a:extLst>
          </p:cNvPr>
          <p:cNvSpPr>
            <a:spLocks noGrp="1"/>
          </p:cNvSpPr>
          <p:nvPr>
            <p:ph type="body" sz="quarter" idx="45" hasCustomPrompt="1"/>
          </p:nvPr>
        </p:nvSpPr>
        <p:spPr>
          <a:xfrm>
            <a:off x="515731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6" name="Picture Placeholder 3">
            <a:extLst>
              <a:ext uri="{FF2B5EF4-FFF2-40B4-BE49-F238E27FC236}">
                <a16:creationId xmlns:a16="http://schemas.microsoft.com/office/drawing/2014/main" id="{633ED9EA-632A-4043-B726-FE8CE341AEFE}"/>
              </a:ext>
            </a:extLst>
          </p:cNvPr>
          <p:cNvSpPr>
            <a:spLocks noGrp="1" noChangeAspect="1"/>
          </p:cNvSpPr>
          <p:nvPr>
            <p:ph type="pic" sz="quarter" idx="46" hasCustomPrompt="1"/>
          </p:nvPr>
        </p:nvSpPr>
        <p:spPr>
          <a:xfrm>
            <a:off x="6398014" y="2428841"/>
            <a:ext cx="403225" cy="403225"/>
          </a:xfrm>
          <a:noFill/>
        </p:spPr>
        <p:txBody>
          <a:bodyPr anchor="ctr"/>
          <a:lstStyle>
            <a:lvl1pPr marL="0" indent="0" algn="ctr">
              <a:buNone/>
              <a:defRPr sz="700"/>
            </a:lvl1pPr>
          </a:lstStyle>
          <a:p>
            <a:r>
              <a:rPr lang="en-US" dirty="0"/>
              <a:t>Icon</a:t>
            </a:r>
          </a:p>
        </p:txBody>
      </p:sp>
      <p:sp>
        <p:nvSpPr>
          <p:cNvPr id="57" name="Text Placeholder 5">
            <a:extLst>
              <a:ext uri="{FF2B5EF4-FFF2-40B4-BE49-F238E27FC236}">
                <a16:creationId xmlns:a16="http://schemas.microsoft.com/office/drawing/2014/main" id="{78713C5F-D30A-4E90-85BF-A59126CBA507}"/>
              </a:ext>
            </a:extLst>
          </p:cNvPr>
          <p:cNvSpPr>
            <a:spLocks noGrp="1"/>
          </p:cNvSpPr>
          <p:nvPr>
            <p:ph type="body" sz="quarter" idx="47" hasCustomPrompt="1"/>
          </p:nvPr>
        </p:nvSpPr>
        <p:spPr>
          <a:xfrm>
            <a:off x="612496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8" name="Picture Placeholder 3">
            <a:extLst>
              <a:ext uri="{FF2B5EF4-FFF2-40B4-BE49-F238E27FC236}">
                <a16:creationId xmlns:a16="http://schemas.microsoft.com/office/drawing/2014/main" id="{36ED6677-A6BE-485E-BA5A-A18D94355960}"/>
              </a:ext>
            </a:extLst>
          </p:cNvPr>
          <p:cNvSpPr>
            <a:spLocks noGrp="1" noChangeAspect="1"/>
          </p:cNvSpPr>
          <p:nvPr>
            <p:ph type="pic" sz="quarter" idx="48" hasCustomPrompt="1"/>
          </p:nvPr>
        </p:nvSpPr>
        <p:spPr>
          <a:xfrm>
            <a:off x="7365660" y="2428841"/>
            <a:ext cx="403225" cy="403225"/>
          </a:xfrm>
          <a:noFill/>
        </p:spPr>
        <p:txBody>
          <a:bodyPr anchor="ctr"/>
          <a:lstStyle>
            <a:lvl1pPr marL="0" indent="0" algn="ctr">
              <a:buNone/>
              <a:defRPr sz="700"/>
            </a:lvl1pPr>
          </a:lstStyle>
          <a:p>
            <a:r>
              <a:rPr lang="en-US" dirty="0"/>
              <a:t>Icon</a:t>
            </a:r>
          </a:p>
        </p:txBody>
      </p:sp>
      <p:sp>
        <p:nvSpPr>
          <p:cNvPr id="59" name="Text Placeholder 5">
            <a:extLst>
              <a:ext uri="{FF2B5EF4-FFF2-40B4-BE49-F238E27FC236}">
                <a16:creationId xmlns:a16="http://schemas.microsoft.com/office/drawing/2014/main" id="{982C07A0-CE90-4296-97AA-BA9F86431E1E}"/>
              </a:ext>
            </a:extLst>
          </p:cNvPr>
          <p:cNvSpPr>
            <a:spLocks noGrp="1"/>
          </p:cNvSpPr>
          <p:nvPr>
            <p:ph type="body" sz="quarter" idx="49" hasCustomPrompt="1"/>
          </p:nvPr>
        </p:nvSpPr>
        <p:spPr>
          <a:xfrm>
            <a:off x="709261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0" name="Picture Placeholder 3">
            <a:extLst>
              <a:ext uri="{FF2B5EF4-FFF2-40B4-BE49-F238E27FC236}">
                <a16:creationId xmlns:a16="http://schemas.microsoft.com/office/drawing/2014/main" id="{C043C2F4-3BC4-4391-BF2F-B79F93D2149D}"/>
              </a:ext>
            </a:extLst>
          </p:cNvPr>
          <p:cNvSpPr>
            <a:spLocks noGrp="1" noChangeAspect="1"/>
          </p:cNvSpPr>
          <p:nvPr>
            <p:ph type="pic" sz="quarter" idx="50" hasCustomPrompt="1"/>
          </p:nvPr>
        </p:nvSpPr>
        <p:spPr>
          <a:xfrm>
            <a:off x="8333306" y="2428841"/>
            <a:ext cx="403225" cy="403225"/>
          </a:xfrm>
          <a:noFill/>
        </p:spPr>
        <p:txBody>
          <a:bodyPr anchor="ctr"/>
          <a:lstStyle>
            <a:lvl1pPr marL="0" indent="0" algn="ctr">
              <a:buNone/>
              <a:defRPr sz="700"/>
            </a:lvl1pPr>
          </a:lstStyle>
          <a:p>
            <a:r>
              <a:rPr lang="en-US" dirty="0"/>
              <a:t>Icon</a:t>
            </a:r>
          </a:p>
        </p:txBody>
      </p:sp>
      <p:sp>
        <p:nvSpPr>
          <p:cNvPr id="61" name="Text Placeholder 5">
            <a:extLst>
              <a:ext uri="{FF2B5EF4-FFF2-40B4-BE49-F238E27FC236}">
                <a16:creationId xmlns:a16="http://schemas.microsoft.com/office/drawing/2014/main" id="{078D9316-696E-4B90-893C-AB7EE46EE998}"/>
              </a:ext>
            </a:extLst>
          </p:cNvPr>
          <p:cNvSpPr>
            <a:spLocks noGrp="1"/>
          </p:cNvSpPr>
          <p:nvPr>
            <p:ph type="body" sz="quarter" idx="51" hasCustomPrompt="1"/>
          </p:nvPr>
        </p:nvSpPr>
        <p:spPr>
          <a:xfrm>
            <a:off x="806025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2" name="Picture Placeholder 3">
            <a:extLst>
              <a:ext uri="{FF2B5EF4-FFF2-40B4-BE49-F238E27FC236}">
                <a16:creationId xmlns:a16="http://schemas.microsoft.com/office/drawing/2014/main" id="{0DFF41CF-3C96-404C-9A48-F8D2FE678B79}"/>
              </a:ext>
            </a:extLst>
          </p:cNvPr>
          <p:cNvSpPr>
            <a:spLocks noGrp="1" noChangeAspect="1"/>
          </p:cNvSpPr>
          <p:nvPr>
            <p:ph type="pic" sz="quarter" idx="52" hasCustomPrompt="1"/>
          </p:nvPr>
        </p:nvSpPr>
        <p:spPr>
          <a:xfrm>
            <a:off x="9300952" y="2428841"/>
            <a:ext cx="403225" cy="403225"/>
          </a:xfrm>
          <a:noFill/>
        </p:spPr>
        <p:txBody>
          <a:bodyPr anchor="ctr"/>
          <a:lstStyle>
            <a:lvl1pPr marL="0" indent="0" algn="ctr">
              <a:buNone/>
              <a:defRPr sz="700"/>
            </a:lvl1pPr>
          </a:lstStyle>
          <a:p>
            <a:r>
              <a:rPr lang="en-US" dirty="0"/>
              <a:t>Icon</a:t>
            </a:r>
          </a:p>
        </p:txBody>
      </p:sp>
      <p:sp>
        <p:nvSpPr>
          <p:cNvPr id="63" name="Text Placeholder 5">
            <a:extLst>
              <a:ext uri="{FF2B5EF4-FFF2-40B4-BE49-F238E27FC236}">
                <a16:creationId xmlns:a16="http://schemas.microsoft.com/office/drawing/2014/main" id="{CD83E209-DCFC-4040-AC47-F30F896D3AD9}"/>
              </a:ext>
            </a:extLst>
          </p:cNvPr>
          <p:cNvSpPr>
            <a:spLocks noGrp="1"/>
          </p:cNvSpPr>
          <p:nvPr>
            <p:ph type="body" sz="quarter" idx="53" hasCustomPrompt="1"/>
          </p:nvPr>
        </p:nvSpPr>
        <p:spPr>
          <a:xfrm>
            <a:off x="902790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4" name="Picture Placeholder 3">
            <a:extLst>
              <a:ext uri="{FF2B5EF4-FFF2-40B4-BE49-F238E27FC236}">
                <a16:creationId xmlns:a16="http://schemas.microsoft.com/office/drawing/2014/main" id="{2982D4C5-605D-4A12-A93E-73CD5D9F3EF4}"/>
              </a:ext>
            </a:extLst>
          </p:cNvPr>
          <p:cNvSpPr>
            <a:spLocks noGrp="1" noChangeAspect="1"/>
          </p:cNvSpPr>
          <p:nvPr>
            <p:ph type="pic" sz="quarter" idx="54" hasCustomPrompt="1"/>
          </p:nvPr>
        </p:nvSpPr>
        <p:spPr>
          <a:xfrm>
            <a:off x="10268598" y="2428841"/>
            <a:ext cx="403225" cy="403225"/>
          </a:xfrm>
          <a:noFill/>
        </p:spPr>
        <p:txBody>
          <a:bodyPr anchor="ctr"/>
          <a:lstStyle>
            <a:lvl1pPr marL="0" indent="0" algn="ctr">
              <a:buNone/>
              <a:defRPr sz="700"/>
            </a:lvl1pPr>
          </a:lstStyle>
          <a:p>
            <a:r>
              <a:rPr lang="en-US" dirty="0"/>
              <a:t>Icon</a:t>
            </a:r>
          </a:p>
        </p:txBody>
      </p:sp>
      <p:sp>
        <p:nvSpPr>
          <p:cNvPr id="65" name="Text Placeholder 5">
            <a:extLst>
              <a:ext uri="{FF2B5EF4-FFF2-40B4-BE49-F238E27FC236}">
                <a16:creationId xmlns:a16="http://schemas.microsoft.com/office/drawing/2014/main" id="{830880F2-98AF-46A2-8E11-ED08CC53164C}"/>
              </a:ext>
            </a:extLst>
          </p:cNvPr>
          <p:cNvSpPr>
            <a:spLocks noGrp="1"/>
          </p:cNvSpPr>
          <p:nvPr>
            <p:ph type="body" sz="quarter" idx="55" hasCustomPrompt="1"/>
          </p:nvPr>
        </p:nvSpPr>
        <p:spPr>
          <a:xfrm>
            <a:off x="999554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6" name="Picture Placeholder 3">
            <a:extLst>
              <a:ext uri="{FF2B5EF4-FFF2-40B4-BE49-F238E27FC236}">
                <a16:creationId xmlns:a16="http://schemas.microsoft.com/office/drawing/2014/main" id="{820B03A0-5871-464A-8BF5-22C7E0463105}"/>
              </a:ext>
            </a:extLst>
          </p:cNvPr>
          <p:cNvSpPr>
            <a:spLocks noGrp="1" noChangeAspect="1"/>
          </p:cNvSpPr>
          <p:nvPr>
            <p:ph type="pic" sz="quarter" idx="56" hasCustomPrompt="1"/>
          </p:nvPr>
        </p:nvSpPr>
        <p:spPr>
          <a:xfrm>
            <a:off x="11236244" y="2428841"/>
            <a:ext cx="403225" cy="403225"/>
          </a:xfrm>
          <a:noFill/>
        </p:spPr>
        <p:txBody>
          <a:bodyPr anchor="ctr"/>
          <a:lstStyle>
            <a:lvl1pPr marL="0" indent="0" algn="ctr">
              <a:buNone/>
              <a:defRPr sz="700"/>
            </a:lvl1pPr>
          </a:lstStyle>
          <a:p>
            <a:r>
              <a:rPr lang="en-US" dirty="0"/>
              <a:t>Icon</a:t>
            </a:r>
          </a:p>
        </p:txBody>
      </p:sp>
      <p:sp>
        <p:nvSpPr>
          <p:cNvPr id="67" name="Text Placeholder 5">
            <a:extLst>
              <a:ext uri="{FF2B5EF4-FFF2-40B4-BE49-F238E27FC236}">
                <a16:creationId xmlns:a16="http://schemas.microsoft.com/office/drawing/2014/main" id="{A55D414C-BACF-4C9F-A0B3-B3E904AF442F}"/>
              </a:ext>
            </a:extLst>
          </p:cNvPr>
          <p:cNvSpPr>
            <a:spLocks noGrp="1"/>
          </p:cNvSpPr>
          <p:nvPr>
            <p:ph type="body" sz="quarter" idx="57" hasCustomPrompt="1"/>
          </p:nvPr>
        </p:nvSpPr>
        <p:spPr>
          <a:xfrm>
            <a:off x="1096319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8" name="Picture Placeholder 3">
            <a:extLst>
              <a:ext uri="{FF2B5EF4-FFF2-40B4-BE49-F238E27FC236}">
                <a16:creationId xmlns:a16="http://schemas.microsoft.com/office/drawing/2014/main" id="{3A6FB3B0-C02D-4CA9-BB3D-B68747F2AD73}"/>
              </a:ext>
            </a:extLst>
          </p:cNvPr>
          <p:cNvSpPr>
            <a:spLocks noGrp="1" noChangeAspect="1"/>
          </p:cNvSpPr>
          <p:nvPr>
            <p:ph type="pic" sz="quarter" idx="58" hasCustomPrompt="1"/>
          </p:nvPr>
        </p:nvSpPr>
        <p:spPr>
          <a:xfrm>
            <a:off x="592138" y="3396353"/>
            <a:ext cx="403225" cy="403225"/>
          </a:xfrm>
          <a:noFill/>
        </p:spPr>
        <p:txBody>
          <a:bodyPr anchor="ctr"/>
          <a:lstStyle>
            <a:lvl1pPr marL="0" indent="0" algn="ctr">
              <a:buNone/>
              <a:defRPr sz="700"/>
            </a:lvl1pPr>
          </a:lstStyle>
          <a:p>
            <a:r>
              <a:rPr lang="en-US" dirty="0"/>
              <a:t>Icon</a:t>
            </a:r>
          </a:p>
        </p:txBody>
      </p:sp>
      <p:sp>
        <p:nvSpPr>
          <p:cNvPr id="69" name="Text Placeholder 5">
            <a:extLst>
              <a:ext uri="{FF2B5EF4-FFF2-40B4-BE49-F238E27FC236}">
                <a16:creationId xmlns:a16="http://schemas.microsoft.com/office/drawing/2014/main" id="{80457BA6-8A57-4654-BE81-B3D5CACB83FB}"/>
              </a:ext>
            </a:extLst>
          </p:cNvPr>
          <p:cNvSpPr>
            <a:spLocks noGrp="1"/>
          </p:cNvSpPr>
          <p:nvPr>
            <p:ph type="body" sz="quarter" idx="59" hasCustomPrompt="1"/>
          </p:nvPr>
        </p:nvSpPr>
        <p:spPr>
          <a:xfrm>
            <a:off x="31908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0" name="Picture Placeholder 3">
            <a:extLst>
              <a:ext uri="{FF2B5EF4-FFF2-40B4-BE49-F238E27FC236}">
                <a16:creationId xmlns:a16="http://schemas.microsoft.com/office/drawing/2014/main" id="{D7D60538-DB16-4AE5-A98A-93814D40819D}"/>
              </a:ext>
            </a:extLst>
          </p:cNvPr>
          <p:cNvSpPr>
            <a:spLocks noGrp="1" noChangeAspect="1"/>
          </p:cNvSpPr>
          <p:nvPr>
            <p:ph type="pic" sz="quarter" idx="60" hasCustomPrompt="1"/>
          </p:nvPr>
        </p:nvSpPr>
        <p:spPr>
          <a:xfrm>
            <a:off x="1559784" y="3396353"/>
            <a:ext cx="403225" cy="403225"/>
          </a:xfrm>
          <a:noFill/>
        </p:spPr>
        <p:txBody>
          <a:bodyPr anchor="ctr"/>
          <a:lstStyle>
            <a:lvl1pPr marL="0" indent="0" algn="ctr">
              <a:buNone/>
              <a:defRPr sz="700"/>
            </a:lvl1pPr>
          </a:lstStyle>
          <a:p>
            <a:r>
              <a:rPr lang="en-US" dirty="0"/>
              <a:t>Icon</a:t>
            </a:r>
          </a:p>
        </p:txBody>
      </p:sp>
      <p:sp>
        <p:nvSpPr>
          <p:cNvPr id="71" name="Text Placeholder 5">
            <a:extLst>
              <a:ext uri="{FF2B5EF4-FFF2-40B4-BE49-F238E27FC236}">
                <a16:creationId xmlns:a16="http://schemas.microsoft.com/office/drawing/2014/main" id="{45ACE529-2662-4B4C-A1A9-8BED04C06B7F}"/>
              </a:ext>
            </a:extLst>
          </p:cNvPr>
          <p:cNvSpPr>
            <a:spLocks noGrp="1"/>
          </p:cNvSpPr>
          <p:nvPr>
            <p:ph type="body" sz="quarter" idx="61" hasCustomPrompt="1"/>
          </p:nvPr>
        </p:nvSpPr>
        <p:spPr>
          <a:xfrm>
            <a:off x="128673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2" name="Picture Placeholder 3">
            <a:extLst>
              <a:ext uri="{FF2B5EF4-FFF2-40B4-BE49-F238E27FC236}">
                <a16:creationId xmlns:a16="http://schemas.microsoft.com/office/drawing/2014/main" id="{C3ED0866-EDB0-46DF-A24A-D6862C5C8362}"/>
              </a:ext>
            </a:extLst>
          </p:cNvPr>
          <p:cNvSpPr>
            <a:spLocks noGrp="1" noChangeAspect="1"/>
          </p:cNvSpPr>
          <p:nvPr>
            <p:ph type="pic" sz="quarter" idx="62" hasCustomPrompt="1"/>
          </p:nvPr>
        </p:nvSpPr>
        <p:spPr>
          <a:xfrm>
            <a:off x="2527430" y="3396353"/>
            <a:ext cx="403225" cy="403225"/>
          </a:xfrm>
          <a:noFill/>
        </p:spPr>
        <p:txBody>
          <a:bodyPr anchor="ctr"/>
          <a:lstStyle>
            <a:lvl1pPr marL="0" indent="0" algn="ctr">
              <a:buNone/>
              <a:defRPr sz="700"/>
            </a:lvl1pPr>
          </a:lstStyle>
          <a:p>
            <a:r>
              <a:rPr lang="en-US" dirty="0"/>
              <a:t>Icon</a:t>
            </a:r>
          </a:p>
        </p:txBody>
      </p:sp>
      <p:sp>
        <p:nvSpPr>
          <p:cNvPr id="73" name="Text Placeholder 5">
            <a:extLst>
              <a:ext uri="{FF2B5EF4-FFF2-40B4-BE49-F238E27FC236}">
                <a16:creationId xmlns:a16="http://schemas.microsoft.com/office/drawing/2014/main" id="{974A07CD-153D-469A-BB12-C044ED1E68D7}"/>
              </a:ext>
            </a:extLst>
          </p:cNvPr>
          <p:cNvSpPr>
            <a:spLocks noGrp="1"/>
          </p:cNvSpPr>
          <p:nvPr>
            <p:ph type="body" sz="quarter" idx="63" hasCustomPrompt="1"/>
          </p:nvPr>
        </p:nvSpPr>
        <p:spPr>
          <a:xfrm>
            <a:off x="225438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4" name="Picture Placeholder 3">
            <a:extLst>
              <a:ext uri="{FF2B5EF4-FFF2-40B4-BE49-F238E27FC236}">
                <a16:creationId xmlns:a16="http://schemas.microsoft.com/office/drawing/2014/main" id="{71CE5231-B3F1-4ECC-B11C-00C575B9B03E}"/>
              </a:ext>
            </a:extLst>
          </p:cNvPr>
          <p:cNvSpPr>
            <a:spLocks noGrp="1" noChangeAspect="1"/>
          </p:cNvSpPr>
          <p:nvPr>
            <p:ph type="pic" sz="quarter" idx="64" hasCustomPrompt="1"/>
          </p:nvPr>
        </p:nvSpPr>
        <p:spPr>
          <a:xfrm>
            <a:off x="3495076" y="3396353"/>
            <a:ext cx="403225" cy="403225"/>
          </a:xfrm>
          <a:noFill/>
        </p:spPr>
        <p:txBody>
          <a:bodyPr anchor="ctr"/>
          <a:lstStyle>
            <a:lvl1pPr marL="0" indent="0" algn="ctr">
              <a:buNone/>
              <a:defRPr sz="700"/>
            </a:lvl1pPr>
          </a:lstStyle>
          <a:p>
            <a:r>
              <a:rPr lang="en-US" dirty="0"/>
              <a:t>Icon</a:t>
            </a:r>
          </a:p>
        </p:txBody>
      </p:sp>
      <p:sp>
        <p:nvSpPr>
          <p:cNvPr id="75" name="Text Placeholder 5">
            <a:extLst>
              <a:ext uri="{FF2B5EF4-FFF2-40B4-BE49-F238E27FC236}">
                <a16:creationId xmlns:a16="http://schemas.microsoft.com/office/drawing/2014/main" id="{BD24185C-027F-4E45-8E15-7ACF356C5F1C}"/>
              </a:ext>
            </a:extLst>
          </p:cNvPr>
          <p:cNvSpPr>
            <a:spLocks noGrp="1"/>
          </p:cNvSpPr>
          <p:nvPr>
            <p:ph type="body" sz="quarter" idx="65" hasCustomPrompt="1"/>
          </p:nvPr>
        </p:nvSpPr>
        <p:spPr>
          <a:xfrm>
            <a:off x="322202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6" name="Picture Placeholder 3">
            <a:extLst>
              <a:ext uri="{FF2B5EF4-FFF2-40B4-BE49-F238E27FC236}">
                <a16:creationId xmlns:a16="http://schemas.microsoft.com/office/drawing/2014/main" id="{B4F8A0EC-F707-4A2F-9935-05C8A6C447F1}"/>
              </a:ext>
            </a:extLst>
          </p:cNvPr>
          <p:cNvSpPr>
            <a:spLocks noGrp="1" noChangeAspect="1"/>
          </p:cNvSpPr>
          <p:nvPr>
            <p:ph type="pic" sz="quarter" idx="66" hasCustomPrompt="1"/>
          </p:nvPr>
        </p:nvSpPr>
        <p:spPr>
          <a:xfrm>
            <a:off x="4462722" y="3396353"/>
            <a:ext cx="403225" cy="403225"/>
          </a:xfrm>
          <a:noFill/>
        </p:spPr>
        <p:txBody>
          <a:bodyPr anchor="ctr"/>
          <a:lstStyle>
            <a:lvl1pPr marL="0" indent="0" algn="ctr">
              <a:buNone/>
              <a:defRPr sz="700"/>
            </a:lvl1pPr>
          </a:lstStyle>
          <a:p>
            <a:r>
              <a:rPr lang="en-US" dirty="0"/>
              <a:t>Icon</a:t>
            </a:r>
          </a:p>
        </p:txBody>
      </p:sp>
      <p:sp>
        <p:nvSpPr>
          <p:cNvPr id="77" name="Text Placeholder 5">
            <a:extLst>
              <a:ext uri="{FF2B5EF4-FFF2-40B4-BE49-F238E27FC236}">
                <a16:creationId xmlns:a16="http://schemas.microsoft.com/office/drawing/2014/main" id="{CB72059C-52B3-459D-88FD-CD28FF7CEA56}"/>
              </a:ext>
            </a:extLst>
          </p:cNvPr>
          <p:cNvSpPr>
            <a:spLocks noGrp="1"/>
          </p:cNvSpPr>
          <p:nvPr>
            <p:ph type="body" sz="quarter" idx="67" hasCustomPrompt="1"/>
          </p:nvPr>
        </p:nvSpPr>
        <p:spPr>
          <a:xfrm>
            <a:off x="418967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8" name="Picture Placeholder 3">
            <a:extLst>
              <a:ext uri="{FF2B5EF4-FFF2-40B4-BE49-F238E27FC236}">
                <a16:creationId xmlns:a16="http://schemas.microsoft.com/office/drawing/2014/main" id="{5384DBBF-F5E2-45F3-982B-961914E12799}"/>
              </a:ext>
            </a:extLst>
          </p:cNvPr>
          <p:cNvSpPr>
            <a:spLocks noGrp="1" noChangeAspect="1"/>
          </p:cNvSpPr>
          <p:nvPr>
            <p:ph type="pic" sz="quarter" idx="68" hasCustomPrompt="1"/>
          </p:nvPr>
        </p:nvSpPr>
        <p:spPr>
          <a:xfrm>
            <a:off x="5430368" y="3396353"/>
            <a:ext cx="403225" cy="403225"/>
          </a:xfrm>
          <a:noFill/>
        </p:spPr>
        <p:txBody>
          <a:bodyPr anchor="ctr"/>
          <a:lstStyle>
            <a:lvl1pPr marL="0" indent="0" algn="ctr">
              <a:buNone/>
              <a:defRPr sz="700"/>
            </a:lvl1pPr>
          </a:lstStyle>
          <a:p>
            <a:r>
              <a:rPr lang="en-US" dirty="0"/>
              <a:t>Icon</a:t>
            </a:r>
          </a:p>
        </p:txBody>
      </p:sp>
      <p:sp>
        <p:nvSpPr>
          <p:cNvPr id="79" name="Text Placeholder 5">
            <a:extLst>
              <a:ext uri="{FF2B5EF4-FFF2-40B4-BE49-F238E27FC236}">
                <a16:creationId xmlns:a16="http://schemas.microsoft.com/office/drawing/2014/main" id="{E020E533-A872-4A2A-9F8B-90DFB32AC014}"/>
              </a:ext>
            </a:extLst>
          </p:cNvPr>
          <p:cNvSpPr>
            <a:spLocks noGrp="1"/>
          </p:cNvSpPr>
          <p:nvPr>
            <p:ph type="body" sz="quarter" idx="69" hasCustomPrompt="1"/>
          </p:nvPr>
        </p:nvSpPr>
        <p:spPr>
          <a:xfrm>
            <a:off x="515731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0" name="Picture Placeholder 3">
            <a:extLst>
              <a:ext uri="{FF2B5EF4-FFF2-40B4-BE49-F238E27FC236}">
                <a16:creationId xmlns:a16="http://schemas.microsoft.com/office/drawing/2014/main" id="{684E9D32-E560-489B-B0CC-47AF3EA88A90}"/>
              </a:ext>
            </a:extLst>
          </p:cNvPr>
          <p:cNvSpPr>
            <a:spLocks noGrp="1" noChangeAspect="1"/>
          </p:cNvSpPr>
          <p:nvPr>
            <p:ph type="pic" sz="quarter" idx="70" hasCustomPrompt="1"/>
          </p:nvPr>
        </p:nvSpPr>
        <p:spPr>
          <a:xfrm>
            <a:off x="6398014" y="3396353"/>
            <a:ext cx="403225" cy="403225"/>
          </a:xfrm>
          <a:noFill/>
        </p:spPr>
        <p:txBody>
          <a:bodyPr anchor="ctr"/>
          <a:lstStyle>
            <a:lvl1pPr marL="0" indent="0" algn="ctr">
              <a:buNone/>
              <a:defRPr sz="700"/>
            </a:lvl1pPr>
          </a:lstStyle>
          <a:p>
            <a:r>
              <a:rPr lang="en-US" dirty="0"/>
              <a:t>Icon</a:t>
            </a:r>
          </a:p>
        </p:txBody>
      </p:sp>
      <p:sp>
        <p:nvSpPr>
          <p:cNvPr id="81" name="Text Placeholder 5">
            <a:extLst>
              <a:ext uri="{FF2B5EF4-FFF2-40B4-BE49-F238E27FC236}">
                <a16:creationId xmlns:a16="http://schemas.microsoft.com/office/drawing/2014/main" id="{502BF5B9-0EE8-4FA9-86EF-A61BDD2DBD35}"/>
              </a:ext>
            </a:extLst>
          </p:cNvPr>
          <p:cNvSpPr>
            <a:spLocks noGrp="1"/>
          </p:cNvSpPr>
          <p:nvPr>
            <p:ph type="body" sz="quarter" idx="71" hasCustomPrompt="1"/>
          </p:nvPr>
        </p:nvSpPr>
        <p:spPr>
          <a:xfrm>
            <a:off x="612496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2" name="Picture Placeholder 3">
            <a:extLst>
              <a:ext uri="{FF2B5EF4-FFF2-40B4-BE49-F238E27FC236}">
                <a16:creationId xmlns:a16="http://schemas.microsoft.com/office/drawing/2014/main" id="{825CC0B3-9E42-412C-9CC8-61AC37D30339}"/>
              </a:ext>
            </a:extLst>
          </p:cNvPr>
          <p:cNvSpPr>
            <a:spLocks noGrp="1" noChangeAspect="1"/>
          </p:cNvSpPr>
          <p:nvPr>
            <p:ph type="pic" sz="quarter" idx="72" hasCustomPrompt="1"/>
          </p:nvPr>
        </p:nvSpPr>
        <p:spPr>
          <a:xfrm>
            <a:off x="7365660" y="3396353"/>
            <a:ext cx="403225" cy="403225"/>
          </a:xfrm>
          <a:noFill/>
        </p:spPr>
        <p:txBody>
          <a:bodyPr anchor="ctr"/>
          <a:lstStyle>
            <a:lvl1pPr marL="0" indent="0" algn="ctr">
              <a:buNone/>
              <a:defRPr sz="700"/>
            </a:lvl1pPr>
          </a:lstStyle>
          <a:p>
            <a:r>
              <a:rPr lang="en-US" dirty="0"/>
              <a:t>Icon</a:t>
            </a:r>
          </a:p>
        </p:txBody>
      </p:sp>
      <p:sp>
        <p:nvSpPr>
          <p:cNvPr id="83" name="Text Placeholder 5">
            <a:extLst>
              <a:ext uri="{FF2B5EF4-FFF2-40B4-BE49-F238E27FC236}">
                <a16:creationId xmlns:a16="http://schemas.microsoft.com/office/drawing/2014/main" id="{341BEE4D-77C5-4D14-AB60-9BFABF6656B0}"/>
              </a:ext>
            </a:extLst>
          </p:cNvPr>
          <p:cNvSpPr>
            <a:spLocks noGrp="1"/>
          </p:cNvSpPr>
          <p:nvPr>
            <p:ph type="body" sz="quarter" idx="73" hasCustomPrompt="1"/>
          </p:nvPr>
        </p:nvSpPr>
        <p:spPr>
          <a:xfrm>
            <a:off x="709261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4" name="Picture Placeholder 3">
            <a:extLst>
              <a:ext uri="{FF2B5EF4-FFF2-40B4-BE49-F238E27FC236}">
                <a16:creationId xmlns:a16="http://schemas.microsoft.com/office/drawing/2014/main" id="{6946D09D-165B-4B52-8F56-C69040FD899E}"/>
              </a:ext>
            </a:extLst>
          </p:cNvPr>
          <p:cNvSpPr>
            <a:spLocks noGrp="1" noChangeAspect="1"/>
          </p:cNvSpPr>
          <p:nvPr>
            <p:ph type="pic" sz="quarter" idx="74" hasCustomPrompt="1"/>
          </p:nvPr>
        </p:nvSpPr>
        <p:spPr>
          <a:xfrm>
            <a:off x="8333306" y="3396353"/>
            <a:ext cx="403225" cy="403225"/>
          </a:xfrm>
          <a:noFill/>
        </p:spPr>
        <p:txBody>
          <a:bodyPr anchor="ctr"/>
          <a:lstStyle>
            <a:lvl1pPr marL="0" indent="0" algn="ctr">
              <a:buNone/>
              <a:defRPr sz="700"/>
            </a:lvl1pPr>
          </a:lstStyle>
          <a:p>
            <a:r>
              <a:rPr lang="en-US" dirty="0"/>
              <a:t>Icon</a:t>
            </a:r>
          </a:p>
        </p:txBody>
      </p:sp>
      <p:sp>
        <p:nvSpPr>
          <p:cNvPr id="85" name="Text Placeholder 5">
            <a:extLst>
              <a:ext uri="{FF2B5EF4-FFF2-40B4-BE49-F238E27FC236}">
                <a16:creationId xmlns:a16="http://schemas.microsoft.com/office/drawing/2014/main" id="{5A0541ED-28AE-44C3-8CF7-DC9755418696}"/>
              </a:ext>
            </a:extLst>
          </p:cNvPr>
          <p:cNvSpPr>
            <a:spLocks noGrp="1"/>
          </p:cNvSpPr>
          <p:nvPr>
            <p:ph type="body" sz="quarter" idx="75" hasCustomPrompt="1"/>
          </p:nvPr>
        </p:nvSpPr>
        <p:spPr>
          <a:xfrm>
            <a:off x="806025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6" name="Picture Placeholder 3">
            <a:extLst>
              <a:ext uri="{FF2B5EF4-FFF2-40B4-BE49-F238E27FC236}">
                <a16:creationId xmlns:a16="http://schemas.microsoft.com/office/drawing/2014/main" id="{5C6A00EC-EEFD-4D06-A314-9E368C09083A}"/>
              </a:ext>
            </a:extLst>
          </p:cNvPr>
          <p:cNvSpPr>
            <a:spLocks noGrp="1" noChangeAspect="1"/>
          </p:cNvSpPr>
          <p:nvPr>
            <p:ph type="pic" sz="quarter" idx="76" hasCustomPrompt="1"/>
          </p:nvPr>
        </p:nvSpPr>
        <p:spPr>
          <a:xfrm>
            <a:off x="9300952" y="3396353"/>
            <a:ext cx="403225" cy="403225"/>
          </a:xfrm>
          <a:noFill/>
        </p:spPr>
        <p:txBody>
          <a:bodyPr anchor="ctr"/>
          <a:lstStyle>
            <a:lvl1pPr marL="0" indent="0" algn="ctr">
              <a:buNone/>
              <a:defRPr sz="700"/>
            </a:lvl1pPr>
          </a:lstStyle>
          <a:p>
            <a:r>
              <a:rPr lang="en-US" dirty="0"/>
              <a:t>Icon</a:t>
            </a:r>
          </a:p>
        </p:txBody>
      </p:sp>
      <p:sp>
        <p:nvSpPr>
          <p:cNvPr id="87" name="Text Placeholder 5">
            <a:extLst>
              <a:ext uri="{FF2B5EF4-FFF2-40B4-BE49-F238E27FC236}">
                <a16:creationId xmlns:a16="http://schemas.microsoft.com/office/drawing/2014/main" id="{4FFE0155-373E-426B-AB2F-0CDD9385037A}"/>
              </a:ext>
            </a:extLst>
          </p:cNvPr>
          <p:cNvSpPr>
            <a:spLocks noGrp="1"/>
          </p:cNvSpPr>
          <p:nvPr>
            <p:ph type="body" sz="quarter" idx="77" hasCustomPrompt="1"/>
          </p:nvPr>
        </p:nvSpPr>
        <p:spPr>
          <a:xfrm>
            <a:off x="902790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8" name="Picture Placeholder 3">
            <a:extLst>
              <a:ext uri="{FF2B5EF4-FFF2-40B4-BE49-F238E27FC236}">
                <a16:creationId xmlns:a16="http://schemas.microsoft.com/office/drawing/2014/main" id="{FC7DF0DD-4641-42DB-98D7-379BD8ACBB35}"/>
              </a:ext>
            </a:extLst>
          </p:cNvPr>
          <p:cNvSpPr>
            <a:spLocks noGrp="1" noChangeAspect="1"/>
          </p:cNvSpPr>
          <p:nvPr>
            <p:ph type="pic" sz="quarter" idx="78" hasCustomPrompt="1"/>
          </p:nvPr>
        </p:nvSpPr>
        <p:spPr>
          <a:xfrm>
            <a:off x="10268598" y="3396353"/>
            <a:ext cx="403225" cy="403225"/>
          </a:xfrm>
          <a:noFill/>
        </p:spPr>
        <p:txBody>
          <a:bodyPr anchor="ctr"/>
          <a:lstStyle>
            <a:lvl1pPr marL="0" indent="0" algn="ctr">
              <a:buNone/>
              <a:defRPr sz="700"/>
            </a:lvl1pPr>
          </a:lstStyle>
          <a:p>
            <a:r>
              <a:rPr lang="en-US" dirty="0"/>
              <a:t>Icon</a:t>
            </a:r>
          </a:p>
        </p:txBody>
      </p:sp>
      <p:sp>
        <p:nvSpPr>
          <p:cNvPr id="89" name="Text Placeholder 5">
            <a:extLst>
              <a:ext uri="{FF2B5EF4-FFF2-40B4-BE49-F238E27FC236}">
                <a16:creationId xmlns:a16="http://schemas.microsoft.com/office/drawing/2014/main" id="{E1FF271D-556F-44D0-9BAD-0EBD5ADFF94B}"/>
              </a:ext>
            </a:extLst>
          </p:cNvPr>
          <p:cNvSpPr>
            <a:spLocks noGrp="1"/>
          </p:cNvSpPr>
          <p:nvPr>
            <p:ph type="body" sz="quarter" idx="79" hasCustomPrompt="1"/>
          </p:nvPr>
        </p:nvSpPr>
        <p:spPr>
          <a:xfrm>
            <a:off x="999554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0" name="Picture Placeholder 3">
            <a:extLst>
              <a:ext uri="{FF2B5EF4-FFF2-40B4-BE49-F238E27FC236}">
                <a16:creationId xmlns:a16="http://schemas.microsoft.com/office/drawing/2014/main" id="{F59F8FAB-DEE1-474F-9BC1-1D9E149D9442}"/>
              </a:ext>
            </a:extLst>
          </p:cNvPr>
          <p:cNvSpPr>
            <a:spLocks noGrp="1" noChangeAspect="1"/>
          </p:cNvSpPr>
          <p:nvPr>
            <p:ph type="pic" sz="quarter" idx="80" hasCustomPrompt="1"/>
          </p:nvPr>
        </p:nvSpPr>
        <p:spPr>
          <a:xfrm>
            <a:off x="11236244" y="3396353"/>
            <a:ext cx="403225" cy="403225"/>
          </a:xfrm>
          <a:noFill/>
        </p:spPr>
        <p:txBody>
          <a:bodyPr anchor="ctr"/>
          <a:lstStyle>
            <a:lvl1pPr marL="0" indent="0" algn="ctr">
              <a:buNone/>
              <a:defRPr sz="700"/>
            </a:lvl1pPr>
          </a:lstStyle>
          <a:p>
            <a:r>
              <a:rPr lang="en-US" dirty="0"/>
              <a:t>Icon</a:t>
            </a:r>
          </a:p>
        </p:txBody>
      </p:sp>
      <p:sp>
        <p:nvSpPr>
          <p:cNvPr id="91" name="Text Placeholder 5">
            <a:extLst>
              <a:ext uri="{FF2B5EF4-FFF2-40B4-BE49-F238E27FC236}">
                <a16:creationId xmlns:a16="http://schemas.microsoft.com/office/drawing/2014/main" id="{F9DCE290-10C8-4148-8E9A-9E138BCD9F59}"/>
              </a:ext>
            </a:extLst>
          </p:cNvPr>
          <p:cNvSpPr>
            <a:spLocks noGrp="1"/>
          </p:cNvSpPr>
          <p:nvPr>
            <p:ph type="body" sz="quarter" idx="81" hasCustomPrompt="1"/>
          </p:nvPr>
        </p:nvSpPr>
        <p:spPr>
          <a:xfrm>
            <a:off x="1096319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2" name="Picture Placeholder 3">
            <a:extLst>
              <a:ext uri="{FF2B5EF4-FFF2-40B4-BE49-F238E27FC236}">
                <a16:creationId xmlns:a16="http://schemas.microsoft.com/office/drawing/2014/main" id="{E0B8B639-5922-4D02-851B-B85414E0DED9}"/>
              </a:ext>
            </a:extLst>
          </p:cNvPr>
          <p:cNvSpPr>
            <a:spLocks noGrp="1" noChangeAspect="1"/>
          </p:cNvSpPr>
          <p:nvPr>
            <p:ph type="pic" sz="quarter" idx="82" hasCustomPrompt="1"/>
          </p:nvPr>
        </p:nvSpPr>
        <p:spPr>
          <a:xfrm>
            <a:off x="592138" y="4363106"/>
            <a:ext cx="403225" cy="403225"/>
          </a:xfrm>
          <a:noFill/>
        </p:spPr>
        <p:txBody>
          <a:bodyPr anchor="ctr"/>
          <a:lstStyle>
            <a:lvl1pPr marL="0" indent="0" algn="ctr">
              <a:buNone/>
              <a:defRPr sz="700"/>
            </a:lvl1pPr>
          </a:lstStyle>
          <a:p>
            <a:r>
              <a:rPr lang="en-US" dirty="0"/>
              <a:t>Icon</a:t>
            </a:r>
          </a:p>
        </p:txBody>
      </p:sp>
      <p:sp>
        <p:nvSpPr>
          <p:cNvPr id="93" name="Text Placeholder 5">
            <a:extLst>
              <a:ext uri="{FF2B5EF4-FFF2-40B4-BE49-F238E27FC236}">
                <a16:creationId xmlns:a16="http://schemas.microsoft.com/office/drawing/2014/main" id="{FE6B725E-DD91-4ED9-A36B-85ABC353961C}"/>
              </a:ext>
            </a:extLst>
          </p:cNvPr>
          <p:cNvSpPr>
            <a:spLocks noGrp="1"/>
          </p:cNvSpPr>
          <p:nvPr>
            <p:ph type="body" sz="quarter" idx="83" hasCustomPrompt="1"/>
          </p:nvPr>
        </p:nvSpPr>
        <p:spPr>
          <a:xfrm>
            <a:off x="31908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4" name="Picture Placeholder 3">
            <a:extLst>
              <a:ext uri="{FF2B5EF4-FFF2-40B4-BE49-F238E27FC236}">
                <a16:creationId xmlns:a16="http://schemas.microsoft.com/office/drawing/2014/main" id="{1AC19A23-A16F-4A68-9BE5-950525EE568D}"/>
              </a:ext>
            </a:extLst>
          </p:cNvPr>
          <p:cNvSpPr>
            <a:spLocks noGrp="1" noChangeAspect="1"/>
          </p:cNvSpPr>
          <p:nvPr>
            <p:ph type="pic" sz="quarter" idx="84" hasCustomPrompt="1"/>
          </p:nvPr>
        </p:nvSpPr>
        <p:spPr>
          <a:xfrm>
            <a:off x="1559784" y="4363106"/>
            <a:ext cx="403225" cy="403225"/>
          </a:xfrm>
          <a:noFill/>
        </p:spPr>
        <p:txBody>
          <a:bodyPr anchor="ctr"/>
          <a:lstStyle>
            <a:lvl1pPr marL="0" indent="0" algn="ctr">
              <a:buNone/>
              <a:defRPr sz="700"/>
            </a:lvl1pPr>
          </a:lstStyle>
          <a:p>
            <a:r>
              <a:rPr lang="en-US" dirty="0"/>
              <a:t>Icon</a:t>
            </a:r>
          </a:p>
        </p:txBody>
      </p:sp>
      <p:sp>
        <p:nvSpPr>
          <p:cNvPr id="95" name="Text Placeholder 5">
            <a:extLst>
              <a:ext uri="{FF2B5EF4-FFF2-40B4-BE49-F238E27FC236}">
                <a16:creationId xmlns:a16="http://schemas.microsoft.com/office/drawing/2014/main" id="{149A7284-69A7-43A6-9E0D-87F87430F0DE}"/>
              </a:ext>
            </a:extLst>
          </p:cNvPr>
          <p:cNvSpPr>
            <a:spLocks noGrp="1"/>
          </p:cNvSpPr>
          <p:nvPr>
            <p:ph type="body" sz="quarter" idx="85" hasCustomPrompt="1"/>
          </p:nvPr>
        </p:nvSpPr>
        <p:spPr>
          <a:xfrm>
            <a:off x="128673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6" name="Picture Placeholder 3">
            <a:extLst>
              <a:ext uri="{FF2B5EF4-FFF2-40B4-BE49-F238E27FC236}">
                <a16:creationId xmlns:a16="http://schemas.microsoft.com/office/drawing/2014/main" id="{6D7FF9BB-9769-4835-A6E2-7B8A3E06288A}"/>
              </a:ext>
            </a:extLst>
          </p:cNvPr>
          <p:cNvSpPr>
            <a:spLocks noGrp="1" noChangeAspect="1"/>
          </p:cNvSpPr>
          <p:nvPr>
            <p:ph type="pic" sz="quarter" idx="86" hasCustomPrompt="1"/>
          </p:nvPr>
        </p:nvSpPr>
        <p:spPr>
          <a:xfrm>
            <a:off x="2527430" y="4363106"/>
            <a:ext cx="403225" cy="403225"/>
          </a:xfrm>
          <a:noFill/>
        </p:spPr>
        <p:txBody>
          <a:bodyPr anchor="ctr"/>
          <a:lstStyle>
            <a:lvl1pPr marL="0" indent="0" algn="ctr">
              <a:buNone/>
              <a:defRPr sz="700"/>
            </a:lvl1pPr>
          </a:lstStyle>
          <a:p>
            <a:r>
              <a:rPr lang="en-US" dirty="0"/>
              <a:t>Icon</a:t>
            </a:r>
          </a:p>
        </p:txBody>
      </p:sp>
      <p:sp>
        <p:nvSpPr>
          <p:cNvPr id="97" name="Text Placeholder 5">
            <a:extLst>
              <a:ext uri="{FF2B5EF4-FFF2-40B4-BE49-F238E27FC236}">
                <a16:creationId xmlns:a16="http://schemas.microsoft.com/office/drawing/2014/main" id="{702582BC-58C8-40D7-BD83-F718D71B867B}"/>
              </a:ext>
            </a:extLst>
          </p:cNvPr>
          <p:cNvSpPr>
            <a:spLocks noGrp="1"/>
          </p:cNvSpPr>
          <p:nvPr>
            <p:ph type="body" sz="quarter" idx="87" hasCustomPrompt="1"/>
          </p:nvPr>
        </p:nvSpPr>
        <p:spPr>
          <a:xfrm>
            <a:off x="225438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8" name="Picture Placeholder 3">
            <a:extLst>
              <a:ext uri="{FF2B5EF4-FFF2-40B4-BE49-F238E27FC236}">
                <a16:creationId xmlns:a16="http://schemas.microsoft.com/office/drawing/2014/main" id="{99122C4E-F799-4B8F-91A7-404CF99741A4}"/>
              </a:ext>
            </a:extLst>
          </p:cNvPr>
          <p:cNvSpPr>
            <a:spLocks noGrp="1" noChangeAspect="1"/>
          </p:cNvSpPr>
          <p:nvPr>
            <p:ph type="pic" sz="quarter" idx="88" hasCustomPrompt="1"/>
          </p:nvPr>
        </p:nvSpPr>
        <p:spPr>
          <a:xfrm>
            <a:off x="3495076" y="4363106"/>
            <a:ext cx="403225" cy="403225"/>
          </a:xfrm>
          <a:noFill/>
        </p:spPr>
        <p:txBody>
          <a:bodyPr anchor="ctr"/>
          <a:lstStyle>
            <a:lvl1pPr marL="0" indent="0" algn="ctr">
              <a:buNone/>
              <a:defRPr sz="700"/>
            </a:lvl1pPr>
          </a:lstStyle>
          <a:p>
            <a:r>
              <a:rPr lang="en-US" dirty="0"/>
              <a:t>Icon</a:t>
            </a:r>
          </a:p>
        </p:txBody>
      </p:sp>
      <p:sp>
        <p:nvSpPr>
          <p:cNvPr id="99" name="Text Placeholder 5">
            <a:extLst>
              <a:ext uri="{FF2B5EF4-FFF2-40B4-BE49-F238E27FC236}">
                <a16:creationId xmlns:a16="http://schemas.microsoft.com/office/drawing/2014/main" id="{DAABCF26-4FAE-4625-9EB3-C64C0E6BEFA1}"/>
              </a:ext>
            </a:extLst>
          </p:cNvPr>
          <p:cNvSpPr>
            <a:spLocks noGrp="1"/>
          </p:cNvSpPr>
          <p:nvPr>
            <p:ph type="body" sz="quarter" idx="89" hasCustomPrompt="1"/>
          </p:nvPr>
        </p:nvSpPr>
        <p:spPr>
          <a:xfrm>
            <a:off x="322202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0" name="Picture Placeholder 3">
            <a:extLst>
              <a:ext uri="{FF2B5EF4-FFF2-40B4-BE49-F238E27FC236}">
                <a16:creationId xmlns:a16="http://schemas.microsoft.com/office/drawing/2014/main" id="{7933DC51-6DEE-4C5A-A1BC-E78AC6388073}"/>
              </a:ext>
            </a:extLst>
          </p:cNvPr>
          <p:cNvSpPr>
            <a:spLocks noGrp="1" noChangeAspect="1"/>
          </p:cNvSpPr>
          <p:nvPr>
            <p:ph type="pic" sz="quarter" idx="90" hasCustomPrompt="1"/>
          </p:nvPr>
        </p:nvSpPr>
        <p:spPr>
          <a:xfrm>
            <a:off x="4462722" y="4363106"/>
            <a:ext cx="403225" cy="403225"/>
          </a:xfrm>
          <a:noFill/>
        </p:spPr>
        <p:txBody>
          <a:bodyPr anchor="ctr"/>
          <a:lstStyle>
            <a:lvl1pPr marL="0" indent="0" algn="ctr">
              <a:buNone/>
              <a:defRPr sz="700"/>
            </a:lvl1pPr>
          </a:lstStyle>
          <a:p>
            <a:r>
              <a:rPr lang="en-US" dirty="0"/>
              <a:t>Icon</a:t>
            </a:r>
          </a:p>
        </p:txBody>
      </p:sp>
      <p:sp>
        <p:nvSpPr>
          <p:cNvPr id="101" name="Text Placeholder 5">
            <a:extLst>
              <a:ext uri="{FF2B5EF4-FFF2-40B4-BE49-F238E27FC236}">
                <a16:creationId xmlns:a16="http://schemas.microsoft.com/office/drawing/2014/main" id="{58C59E2E-D4BD-427C-A11F-427B00C3B0C1}"/>
              </a:ext>
            </a:extLst>
          </p:cNvPr>
          <p:cNvSpPr>
            <a:spLocks noGrp="1"/>
          </p:cNvSpPr>
          <p:nvPr>
            <p:ph type="body" sz="quarter" idx="91" hasCustomPrompt="1"/>
          </p:nvPr>
        </p:nvSpPr>
        <p:spPr>
          <a:xfrm>
            <a:off x="418967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2" name="Picture Placeholder 3">
            <a:extLst>
              <a:ext uri="{FF2B5EF4-FFF2-40B4-BE49-F238E27FC236}">
                <a16:creationId xmlns:a16="http://schemas.microsoft.com/office/drawing/2014/main" id="{547D2DB4-ECCB-42F1-9A92-54311B9CD05D}"/>
              </a:ext>
            </a:extLst>
          </p:cNvPr>
          <p:cNvSpPr>
            <a:spLocks noGrp="1" noChangeAspect="1"/>
          </p:cNvSpPr>
          <p:nvPr>
            <p:ph type="pic" sz="quarter" idx="92" hasCustomPrompt="1"/>
          </p:nvPr>
        </p:nvSpPr>
        <p:spPr>
          <a:xfrm>
            <a:off x="5430368" y="4363106"/>
            <a:ext cx="403225" cy="403225"/>
          </a:xfrm>
          <a:noFill/>
        </p:spPr>
        <p:txBody>
          <a:bodyPr anchor="ctr"/>
          <a:lstStyle>
            <a:lvl1pPr marL="0" indent="0" algn="ctr">
              <a:buNone/>
              <a:defRPr sz="700"/>
            </a:lvl1pPr>
          </a:lstStyle>
          <a:p>
            <a:r>
              <a:rPr lang="en-US" dirty="0"/>
              <a:t>Icon</a:t>
            </a:r>
          </a:p>
        </p:txBody>
      </p:sp>
      <p:sp>
        <p:nvSpPr>
          <p:cNvPr id="103" name="Text Placeholder 5">
            <a:extLst>
              <a:ext uri="{FF2B5EF4-FFF2-40B4-BE49-F238E27FC236}">
                <a16:creationId xmlns:a16="http://schemas.microsoft.com/office/drawing/2014/main" id="{7A2CE738-0F66-4999-8E9C-BF7ADF7ADEE4}"/>
              </a:ext>
            </a:extLst>
          </p:cNvPr>
          <p:cNvSpPr>
            <a:spLocks noGrp="1"/>
          </p:cNvSpPr>
          <p:nvPr>
            <p:ph type="body" sz="quarter" idx="93" hasCustomPrompt="1"/>
          </p:nvPr>
        </p:nvSpPr>
        <p:spPr>
          <a:xfrm>
            <a:off x="515731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4" name="Picture Placeholder 3">
            <a:extLst>
              <a:ext uri="{FF2B5EF4-FFF2-40B4-BE49-F238E27FC236}">
                <a16:creationId xmlns:a16="http://schemas.microsoft.com/office/drawing/2014/main" id="{9A346CC3-9B93-4E96-BE26-D32DE4EB89FC}"/>
              </a:ext>
            </a:extLst>
          </p:cNvPr>
          <p:cNvSpPr>
            <a:spLocks noGrp="1" noChangeAspect="1"/>
          </p:cNvSpPr>
          <p:nvPr>
            <p:ph type="pic" sz="quarter" idx="94" hasCustomPrompt="1"/>
          </p:nvPr>
        </p:nvSpPr>
        <p:spPr>
          <a:xfrm>
            <a:off x="6398014" y="4363106"/>
            <a:ext cx="403225" cy="403225"/>
          </a:xfrm>
          <a:noFill/>
        </p:spPr>
        <p:txBody>
          <a:bodyPr anchor="ctr"/>
          <a:lstStyle>
            <a:lvl1pPr marL="0" indent="0" algn="ctr">
              <a:buNone/>
              <a:defRPr sz="700"/>
            </a:lvl1pPr>
          </a:lstStyle>
          <a:p>
            <a:r>
              <a:rPr lang="en-US" dirty="0"/>
              <a:t>Icon</a:t>
            </a:r>
          </a:p>
        </p:txBody>
      </p:sp>
      <p:sp>
        <p:nvSpPr>
          <p:cNvPr id="105" name="Text Placeholder 5">
            <a:extLst>
              <a:ext uri="{FF2B5EF4-FFF2-40B4-BE49-F238E27FC236}">
                <a16:creationId xmlns:a16="http://schemas.microsoft.com/office/drawing/2014/main" id="{4905332C-38A8-40A4-91FC-8E2443B7202A}"/>
              </a:ext>
            </a:extLst>
          </p:cNvPr>
          <p:cNvSpPr>
            <a:spLocks noGrp="1"/>
          </p:cNvSpPr>
          <p:nvPr>
            <p:ph type="body" sz="quarter" idx="95" hasCustomPrompt="1"/>
          </p:nvPr>
        </p:nvSpPr>
        <p:spPr>
          <a:xfrm>
            <a:off x="612496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6" name="Picture Placeholder 3">
            <a:extLst>
              <a:ext uri="{FF2B5EF4-FFF2-40B4-BE49-F238E27FC236}">
                <a16:creationId xmlns:a16="http://schemas.microsoft.com/office/drawing/2014/main" id="{E9DC56AE-91CF-45C9-BE13-5304962706B6}"/>
              </a:ext>
            </a:extLst>
          </p:cNvPr>
          <p:cNvSpPr>
            <a:spLocks noGrp="1" noChangeAspect="1"/>
          </p:cNvSpPr>
          <p:nvPr>
            <p:ph type="pic" sz="quarter" idx="96" hasCustomPrompt="1"/>
          </p:nvPr>
        </p:nvSpPr>
        <p:spPr>
          <a:xfrm>
            <a:off x="7365660" y="4363106"/>
            <a:ext cx="403225" cy="403225"/>
          </a:xfrm>
          <a:noFill/>
        </p:spPr>
        <p:txBody>
          <a:bodyPr anchor="ctr"/>
          <a:lstStyle>
            <a:lvl1pPr marL="0" indent="0" algn="ctr">
              <a:buNone/>
              <a:defRPr sz="700"/>
            </a:lvl1pPr>
          </a:lstStyle>
          <a:p>
            <a:r>
              <a:rPr lang="en-US" dirty="0"/>
              <a:t>Icon</a:t>
            </a:r>
          </a:p>
        </p:txBody>
      </p:sp>
      <p:sp>
        <p:nvSpPr>
          <p:cNvPr id="107" name="Text Placeholder 5">
            <a:extLst>
              <a:ext uri="{FF2B5EF4-FFF2-40B4-BE49-F238E27FC236}">
                <a16:creationId xmlns:a16="http://schemas.microsoft.com/office/drawing/2014/main" id="{388F0814-EF87-4C5F-840C-82E6E540BFB7}"/>
              </a:ext>
            </a:extLst>
          </p:cNvPr>
          <p:cNvSpPr>
            <a:spLocks noGrp="1"/>
          </p:cNvSpPr>
          <p:nvPr>
            <p:ph type="body" sz="quarter" idx="97" hasCustomPrompt="1"/>
          </p:nvPr>
        </p:nvSpPr>
        <p:spPr>
          <a:xfrm>
            <a:off x="709261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8" name="Picture Placeholder 3">
            <a:extLst>
              <a:ext uri="{FF2B5EF4-FFF2-40B4-BE49-F238E27FC236}">
                <a16:creationId xmlns:a16="http://schemas.microsoft.com/office/drawing/2014/main" id="{04972242-245C-4DF9-BC8F-61022A483716}"/>
              </a:ext>
            </a:extLst>
          </p:cNvPr>
          <p:cNvSpPr>
            <a:spLocks noGrp="1" noChangeAspect="1"/>
          </p:cNvSpPr>
          <p:nvPr>
            <p:ph type="pic" sz="quarter" idx="98" hasCustomPrompt="1"/>
          </p:nvPr>
        </p:nvSpPr>
        <p:spPr>
          <a:xfrm>
            <a:off x="8333306" y="4363106"/>
            <a:ext cx="403225" cy="403225"/>
          </a:xfrm>
          <a:noFill/>
        </p:spPr>
        <p:txBody>
          <a:bodyPr anchor="ctr"/>
          <a:lstStyle>
            <a:lvl1pPr marL="0" indent="0" algn="ctr">
              <a:buNone/>
              <a:defRPr sz="700"/>
            </a:lvl1pPr>
          </a:lstStyle>
          <a:p>
            <a:r>
              <a:rPr lang="en-US" dirty="0"/>
              <a:t>Icon</a:t>
            </a:r>
          </a:p>
        </p:txBody>
      </p:sp>
      <p:sp>
        <p:nvSpPr>
          <p:cNvPr id="109" name="Text Placeholder 5">
            <a:extLst>
              <a:ext uri="{FF2B5EF4-FFF2-40B4-BE49-F238E27FC236}">
                <a16:creationId xmlns:a16="http://schemas.microsoft.com/office/drawing/2014/main" id="{4993F5A1-1C7D-4482-AD4D-1A335C133A21}"/>
              </a:ext>
            </a:extLst>
          </p:cNvPr>
          <p:cNvSpPr>
            <a:spLocks noGrp="1"/>
          </p:cNvSpPr>
          <p:nvPr>
            <p:ph type="body" sz="quarter" idx="99" hasCustomPrompt="1"/>
          </p:nvPr>
        </p:nvSpPr>
        <p:spPr>
          <a:xfrm>
            <a:off x="806025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0" name="Picture Placeholder 3">
            <a:extLst>
              <a:ext uri="{FF2B5EF4-FFF2-40B4-BE49-F238E27FC236}">
                <a16:creationId xmlns:a16="http://schemas.microsoft.com/office/drawing/2014/main" id="{C2F61882-AE9E-4956-A644-0A58BB4AA738}"/>
              </a:ext>
            </a:extLst>
          </p:cNvPr>
          <p:cNvSpPr>
            <a:spLocks noGrp="1" noChangeAspect="1"/>
          </p:cNvSpPr>
          <p:nvPr>
            <p:ph type="pic" sz="quarter" idx="100" hasCustomPrompt="1"/>
          </p:nvPr>
        </p:nvSpPr>
        <p:spPr>
          <a:xfrm>
            <a:off x="9300952" y="4363106"/>
            <a:ext cx="403225" cy="403225"/>
          </a:xfrm>
          <a:noFill/>
        </p:spPr>
        <p:txBody>
          <a:bodyPr anchor="ctr"/>
          <a:lstStyle>
            <a:lvl1pPr marL="0" indent="0" algn="ctr">
              <a:buNone/>
              <a:defRPr sz="700"/>
            </a:lvl1pPr>
          </a:lstStyle>
          <a:p>
            <a:r>
              <a:rPr lang="en-US" dirty="0"/>
              <a:t>Icon</a:t>
            </a:r>
          </a:p>
        </p:txBody>
      </p:sp>
      <p:sp>
        <p:nvSpPr>
          <p:cNvPr id="111" name="Text Placeholder 5">
            <a:extLst>
              <a:ext uri="{FF2B5EF4-FFF2-40B4-BE49-F238E27FC236}">
                <a16:creationId xmlns:a16="http://schemas.microsoft.com/office/drawing/2014/main" id="{30710E6A-37AD-4611-A83E-020609308ED1}"/>
              </a:ext>
            </a:extLst>
          </p:cNvPr>
          <p:cNvSpPr>
            <a:spLocks noGrp="1"/>
          </p:cNvSpPr>
          <p:nvPr>
            <p:ph type="body" sz="quarter" idx="101" hasCustomPrompt="1"/>
          </p:nvPr>
        </p:nvSpPr>
        <p:spPr>
          <a:xfrm>
            <a:off x="902790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2" name="Picture Placeholder 3">
            <a:extLst>
              <a:ext uri="{FF2B5EF4-FFF2-40B4-BE49-F238E27FC236}">
                <a16:creationId xmlns:a16="http://schemas.microsoft.com/office/drawing/2014/main" id="{769A1C57-4E78-4D42-9C3E-3429B4B89A65}"/>
              </a:ext>
            </a:extLst>
          </p:cNvPr>
          <p:cNvSpPr>
            <a:spLocks noGrp="1" noChangeAspect="1"/>
          </p:cNvSpPr>
          <p:nvPr>
            <p:ph type="pic" sz="quarter" idx="102" hasCustomPrompt="1"/>
          </p:nvPr>
        </p:nvSpPr>
        <p:spPr>
          <a:xfrm>
            <a:off x="10268598" y="4363106"/>
            <a:ext cx="403225" cy="403225"/>
          </a:xfrm>
          <a:noFill/>
        </p:spPr>
        <p:txBody>
          <a:bodyPr anchor="ctr"/>
          <a:lstStyle>
            <a:lvl1pPr marL="0" indent="0" algn="ctr">
              <a:buNone/>
              <a:defRPr sz="700"/>
            </a:lvl1pPr>
          </a:lstStyle>
          <a:p>
            <a:r>
              <a:rPr lang="en-US" dirty="0"/>
              <a:t>Icon</a:t>
            </a:r>
          </a:p>
        </p:txBody>
      </p:sp>
      <p:sp>
        <p:nvSpPr>
          <p:cNvPr id="113" name="Text Placeholder 5">
            <a:extLst>
              <a:ext uri="{FF2B5EF4-FFF2-40B4-BE49-F238E27FC236}">
                <a16:creationId xmlns:a16="http://schemas.microsoft.com/office/drawing/2014/main" id="{8B686282-7C16-428D-BD34-359988D984EB}"/>
              </a:ext>
            </a:extLst>
          </p:cNvPr>
          <p:cNvSpPr>
            <a:spLocks noGrp="1"/>
          </p:cNvSpPr>
          <p:nvPr>
            <p:ph type="body" sz="quarter" idx="103" hasCustomPrompt="1"/>
          </p:nvPr>
        </p:nvSpPr>
        <p:spPr>
          <a:xfrm>
            <a:off x="999554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4" name="Picture Placeholder 3">
            <a:extLst>
              <a:ext uri="{FF2B5EF4-FFF2-40B4-BE49-F238E27FC236}">
                <a16:creationId xmlns:a16="http://schemas.microsoft.com/office/drawing/2014/main" id="{738E212D-0641-4385-8518-5E3661B9B588}"/>
              </a:ext>
            </a:extLst>
          </p:cNvPr>
          <p:cNvSpPr>
            <a:spLocks noGrp="1" noChangeAspect="1"/>
          </p:cNvSpPr>
          <p:nvPr>
            <p:ph type="pic" sz="quarter" idx="104" hasCustomPrompt="1"/>
          </p:nvPr>
        </p:nvSpPr>
        <p:spPr>
          <a:xfrm>
            <a:off x="11236244" y="4363106"/>
            <a:ext cx="403225" cy="403225"/>
          </a:xfrm>
          <a:noFill/>
        </p:spPr>
        <p:txBody>
          <a:bodyPr anchor="ctr"/>
          <a:lstStyle>
            <a:lvl1pPr marL="0" indent="0" algn="ctr">
              <a:buNone/>
              <a:defRPr sz="700"/>
            </a:lvl1pPr>
          </a:lstStyle>
          <a:p>
            <a:r>
              <a:rPr lang="en-US" dirty="0"/>
              <a:t>Icon</a:t>
            </a:r>
          </a:p>
        </p:txBody>
      </p:sp>
      <p:sp>
        <p:nvSpPr>
          <p:cNvPr id="115" name="Text Placeholder 5">
            <a:extLst>
              <a:ext uri="{FF2B5EF4-FFF2-40B4-BE49-F238E27FC236}">
                <a16:creationId xmlns:a16="http://schemas.microsoft.com/office/drawing/2014/main" id="{23CBEACF-C8FC-493E-BB22-6094A1E8F7A7}"/>
              </a:ext>
            </a:extLst>
          </p:cNvPr>
          <p:cNvSpPr>
            <a:spLocks noGrp="1"/>
          </p:cNvSpPr>
          <p:nvPr>
            <p:ph type="body" sz="quarter" idx="105" hasCustomPrompt="1"/>
          </p:nvPr>
        </p:nvSpPr>
        <p:spPr>
          <a:xfrm>
            <a:off x="1096319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6" name="Picture Placeholder 3">
            <a:extLst>
              <a:ext uri="{FF2B5EF4-FFF2-40B4-BE49-F238E27FC236}">
                <a16:creationId xmlns:a16="http://schemas.microsoft.com/office/drawing/2014/main" id="{E922FD32-2C65-451D-BFA4-A7C076C34455}"/>
              </a:ext>
            </a:extLst>
          </p:cNvPr>
          <p:cNvSpPr>
            <a:spLocks noGrp="1" noChangeAspect="1"/>
          </p:cNvSpPr>
          <p:nvPr>
            <p:ph type="pic" sz="quarter" idx="106" hasCustomPrompt="1"/>
          </p:nvPr>
        </p:nvSpPr>
        <p:spPr>
          <a:xfrm>
            <a:off x="592138" y="5273704"/>
            <a:ext cx="403225" cy="403225"/>
          </a:xfrm>
          <a:noFill/>
        </p:spPr>
        <p:txBody>
          <a:bodyPr anchor="ctr"/>
          <a:lstStyle>
            <a:lvl1pPr marL="0" indent="0" algn="ctr">
              <a:buNone/>
              <a:defRPr sz="700"/>
            </a:lvl1pPr>
          </a:lstStyle>
          <a:p>
            <a:r>
              <a:rPr lang="en-US" dirty="0"/>
              <a:t>Icon</a:t>
            </a:r>
          </a:p>
        </p:txBody>
      </p:sp>
      <p:sp>
        <p:nvSpPr>
          <p:cNvPr id="117" name="Text Placeholder 5">
            <a:extLst>
              <a:ext uri="{FF2B5EF4-FFF2-40B4-BE49-F238E27FC236}">
                <a16:creationId xmlns:a16="http://schemas.microsoft.com/office/drawing/2014/main" id="{E3EE9847-80F4-4B32-AA28-7EC70D2735DF}"/>
              </a:ext>
            </a:extLst>
          </p:cNvPr>
          <p:cNvSpPr>
            <a:spLocks noGrp="1"/>
          </p:cNvSpPr>
          <p:nvPr>
            <p:ph type="body" sz="quarter" idx="107" hasCustomPrompt="1"/>
          </p:nvPr>
        </p:nvSpPr>
        <p:spPr>
          <a:xfrm>
            <a:off x="31908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8" name="Picture Placeholder 3">
            <a:extLst>
              <a:ext uri="{FF2B5EF4-FFF2-40B4-BE49-F238E27FC236}">
                <a16:creationId xmlns:a16="http://schemas.microsoft.com/office/drawing/2014/main" id="{240ACE3F-C3AD-448F-B775-999FE83EB786}"/>
              </a:ext>
            </a:extLst>
          </p:cNvPr>
          <p:cNvSpPr>
            <a:spLocks noGrp="1" noChangeAspect="1"/>
          </p:cNvSpPr>
          <p:nvPr>
            <p:ph type="pic" sz="quarter" idx="108" hasCustomPrompt="1"/>
          </p:nvPr>
        </p:nvSpPr>
        <p:spPr>
          <a:xfrm>
            <a:off x="1559784" y="5273704"/>
            <a:ext cx="403225" cy="403225"/>
          </a:xfrm>
          <a:noFill/>
        </p:spPr>
        <p:txBody>
          <a:bodyPr anchor="ctr"/>
          <a:lstStyle>
            <a:lvl1pPr marL="0" indent="0" algn="ctr">
              <a:buNone/>
              <a:defRPr sz="700"/>
            </a:lvl1pPr>
          </a:lstStyle>
          <a:p>
            <a:r>
              <a:rPr lang="en-US" dirty="0"/>
              <a:t>Icon</a:t>
            </a:r>
          </a:p>
        </p:txBody>
      </p:sp>
      <p:sp>
        <p:nvSpPr>
          <p:cNvPr id="119" name="Text Placeholder 5">
            <a:extLst>
              <a:ext uri="{FF2B5EF4-FFF2-40B4-BE49-F238E27FC236}">
                <a16:creationId xmlns:a16="http://schemas.microsoft.com/office/drawing/2014/main" id="{01BB9DE7-63A0-43A7-81B9-31AD462E4A92}"/>
              </a:ext>
            </a:extLst>
          </p:cNvPr>
          <p:cNvSpPr>
            <a:spLocks noGrp="1"/>
          </p:cNvSpPr>
          <p:nvPr>
            <p:ph type="body" sz="quarter" idx="109" hasCustomPrompt="1"/>
          </p:nvPr>
        </p:nvSpPr>
        <p:spPr>
          <a:xfrm>
            <a:off x="128673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0" name="Picture Placeholder 3">
            <a:extLst>
              <a:ext uri="{FF2B5EF4-FFF2-40B4-BE49-F238E27FC236}">
                <a16:creationId xmlns:a16="http://schemas.microsoft.com/office/drawing/2014/main" id="{DFDA67BD-C503-447B-B6C5-96680973867F}"/>
              </a:ext>
            </a:extLst>
          </p:cNvPr>
          <p:cNvSpPr>
            <a:spLocks noGrp="1" noChangeAspect="1"/>
          </p:cNvSpPr>
          <p:nvPr>
            <p:ph type="pic" sz="quarter" idx="110" hasCustomPrompt="1"/>
          </p:nvPr>
        </p:nvSpPr>
        <p:spPr>
          <a:xfrm>
            <a:off x="2527430" y="5273704"/>
            <a:ext cx="403225" cy="403225"/>
          </a:xfrm>
          <a:noFill/>
        </p:spPr>
        <p:txBody>
          <a:bodyPr anchor="ctr"/>
          <a:lstStyle>
            <a:lvl1pPr marL="0" indent="0" algn="ctr">
              <a:buNone/>
              <a:defRPr sz="700"/>
            </a:lvl1pPr>
          </a:lstStyle>
          <a:p>
            <a:r>
              <a:rPr lang="en-US" dirty="0"/>
              <a:t>Icon</a:t>
            </a:r>
          </a:p>
        </p:txBody>
      </p:sp>
      <p:sp>
        <p:nvSpPr>
          <p:cNvPr id="121" name="Text Placeholder 5">
            <a:extLst>
              <a:ext uri="{FF2B5EF4-FFF2-40B4-BE49-F238E27FC236}">
                <a16:creationId xmlns:a16="http://schemas.microsoft.com/office/drawing/2014/main" id="{588D1DC5-366B-4060-AC3F-B6113A79D12D}"/>
              </a:ext>
            </a:extLst>
          </p:cNvPr>
          <p:cNvSpPr>
            <a:spLocks noGrp="1"/>
          </p:cNvSpPr>
          <p:nvPr>
            <p:ph type="body" sz="quarter" idx="111" hasCustomPrompt="1"/>
          </p:nvPr>
        </p:nvSpPr>
        <p:spPr>
          <a:xfrm>
            <a:off x="225438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2" name="Picture Placeholder 3">
            <a:extLst>
              <a:ext uri="{FF2B5EF4-FFF2-40B4-BE49-F238E27FC236}">
                <a16:creationId xmlns:a16="http://schemas.microsoft.com/office/drawing/2014/main" id="{0BC93F3B-7A76-4016-AC83-89A1736FDD70}"/>
              </a:ext>
            </a:extLst>
          </p:cNvPr>
          <p:cNvSpPr>
            <a:spLocks noGrp="1" noChangeAspect="1"/>
          </p:cNvSpPr>
          <p:nvPr>
            <p:ph type="pic" sz="quarter" idx="112" hasCustomPrompt="1"/>
          </p:nvPr>
        </p:nvSpPr>
        <p:spPr>
          <a:xfrm>
            <a:off x="3495076" y="5273704"/>
            <a:ext cx="403225" cy="403225"/>
          </a:xfrm>
          <a:noFill/>
        </p:spPr>
        <p:txBody>
          <a:bodyPr anchor="ctr"/>
          <a:lstStyle>
            <a:lvl1pPr marL="0" indent="0" algn="ctr">
              <a:buNone/>
              <a:defRPr sz="700"/>
            </a:lvl1pPr>
          </a:lstStyle>
          <a:p>
            <a:r>
              <a:rPr lang="en-US" dirty="0"/>
              <a:t>Icon</a:t>
            </a:r>
          </a:p>
        </p:txBody>
      </p:sp>
      <p:sp>
        <p:nvSpPr>
          <p:cNvPr id="123" name="Text Placeholder 5">
            <a:extLst>
              <a:ext uri="{FF2B5EF4-FFF2-40B4-BE49-F238E27FC236}">
                <a16:creationId xmlns:a16="http://schemas.microsoft.com/office/drawing/2014/main" id="{CA1911C6-7387-4091-9535-EB6EB467C8AE}"/>
              </a:ext>
            </a:extLst>
          </p:cNvPr>
          <p:cNvSpPr>
            <a:spLocks noGrp="1"/>
          </p:cNvSpPr>
          <p:nvPr>
            <p:ph type="body" sz="quarter" idx="113" hasCustomPrompt="1"/>
          </p:nvPr>
        </p:nvSpPr>
        <p:spPr>
          <a:xfrm>
            <a:off x="322202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4" name="Picture Placeholder 3">
            <a:extLst>
              <a:ext uri="{FF2B5EF4-FFF2-40B4-BE49-F238E27FC236}">
                <a16:creationId xmlns:a16="http://schemas.microsoft.com/office/drawing/2014/main" id="{E879E24E-BA25-44EE-8EB6-ADAD5627EC97}"/>
              </a:ext>
            </a:extLst>
          </p:cNvPr>
          <p:cNvSpPr>
            <a:spLocks noGrp="1" noChangeAspect="1"/>
          </p:cNvSpPr>
          <p:nvPr>
            <p:ph type="pic" sz="quarter" idx="114" hasCustomPrompt="1"/>
          </p:nvPr>
        </p:nvSpPr>
        <p:spPr>
          <a:xfrm>
            <a:off x="4462722" y="5273704"/>
            <a:ext cx="403225" cy="403225"/>
          </a:xfrm>
          <a:noFill/>
        </p:spPr>
        <p:txBody>
          <a:bodyPr anchor="ctr"/>
          <a:lstStyle>
            <a:lvl1pPr marL="0" indent="0" algn="ctr">
              <a:buNone/>
              <a:defRPr sz="700"/>
            </a:lvl1pPr>
          </a:lstStyle>
          <a:p>
            <a:r>
              <a:rPr lang="en-US" dirty="0"/>
              <a:t>Icon</a:t>
            </a:r>
          </a:p>
        </p:txBody>
      </p:sp>
      <p:sp>
        <p:nvSpPr>
          <p:cNvPr id="125" name="Text Placeholder 5">
            <a:extLst>
              <a:ext uri="{FF2B5EF4-FFF2-40B4-BE49-F238E27FC236}">
                <a16:creationId xmlns:a16="http://schemas.microsoft.com/office/drawing/2014/main" id="{987BA220-1703-42D0-988F-4E015934AB8B}"/>
              </a:ext>
            </a:extLst>
          </p:cNvPr>
          <p:cNvSpPr>
            <a:spLocks noGrp="1"/>
          </p:cNvSpPr>
          <p:nvPr>
            <p:ph type="body" sz="quarter" idx="115" hasCustomPrompt="1"/>
          </p:nvPr>
        </p:nvSpPr>
        <p:spPr>
          <a:xfrm>
            <a:off x="418967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6" name="Picture Placeholder 3">
            <a:extLst>
              <a:ext uri="{FF2B5EF4-FFF2-40B4-BE49-F238E27FC236}">
                <a16:creationId xmlns:a16="http://schemas.microsoft.com/office/drawing/2014/main" id="{6828936C-D62F-4A36-AC09-A3A461FEC98F}"/>
              </a:ext>
            </a:extLst>
          </p:cNvPr>
          <p:cNvSpPr>
            <a:spLocks noGrp="1" noChangeAspect="1"/>
          </p:cNvSpPr>
          <p:nvPr>
            <p:ph type="pic" sz="quarter" idx="116" hasCustomPrompt="1"/>
          </p:nvPr>
        </p:nvSpPr>
        <p:spPr>
          <a:xfrm>
            <a:off x="5430368" y="5273704"/>
            <a:ext cx="403225" cy="403225"/>
          </a:xfrm>
          <a:noFill/>
        </p:spPr>
        <p:txBody>
          <a:bodyPr anchor="ctr"/>
          <a:lstStyle>
            <a:lvl1pPr marL="0" indent="0" algn="ctr">
              <a:buNone/>
              <a:defRPr sz="700"/>
            </a:lvl1pPr>
          </a:lstStyle>
          <a:p>
            <a:r>
              <a:rPr lang="en-US" dirty="0"/>
              <a:t>Icon</a:t>
            </a:r>
          </a:p>
        </p:txBody>
      </p:sp>
      <p:sp>
        <p:nvSpPr>
          <p:cNvPr id="127" name="Text Placeholder 5">
            <a:extLst>
              <a:ext uri="{FF2B5EF4-FFF2-40B4-BE49-F238E27FC236}">
                <a16:creationId xmlns:a16="http://schemas.microsoft.com/office/drawing/2014/main" id="{1B1553E8-DB9F-409A-AAA7-EED9A5A00F1A}"/>
              </a:ext>
            </a:extLst>
          </p:cNvPr>
          <p:cNvSpPr>
            <a:spLocks noGrp="1"/>
          </p:cNvSpPr>
          <p:nvPr>
            <p:ph type="body" sz="quarter" idx="117" hasCustomPrompt="1"/>
          </p:nvPr>
        </p:nvSpPr>
        <p:spPr>
          <a:xfrm>
            <a:off x="515731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8" name="Picture Placeholder 3">
            <a:extLst>
              <a:ext uri="{FF2B5EF4-FFF2-40B4-BE49-F238E27FC236}">
                <a16:creationId xmlns:a16="http://schemas.microsoft.com/office/drawing/2014/main" id="{83FFB4C5-85CC-489C-B6AB-8573E91562E5}"/>
              </a:ext>
            </a:extLst>
          </p:cNvPr>
          <p:cNvSpPr>
            <a:spLocks noGrp="1" noChangeAspect="1"/>
          </p:cNvSpPr>
          <p:nvPr>
            <p:ph type="pic" sz="quarter" idx="118" hasCustomPrompt="1"/>
          </p:nvPr>
        </p:nvSpPr>
        <p:spPr>
          <a:xfrm>
            <a:off x="6398014" y="5273704"/>
            <a:ext cx="403225" cy="403225"/>
          </a:xfrm>
          <a:noFill/>
        </p:spPr>
        <p:txBody>
          <a:bodyPr anchor="ctr"/>
          <a:lstStyle>
            <a:lvl1pPr marL="0" indent="0" algn="ctr">
              <a:buNone/>
              <a:defRPr sz="700"/>
            </a:lvl1pPr>
          </a:lstStyle>
          <a:p>
            <a:r>
              <a:rPr lang="en-US" dirty="0"/>
              <a:t>Icon</a:t>
            </a:r>
          </a:p>
        </p:txBody>
      </p:sp>
      <p:sp>
        <p:nvSpPr>
          <p:cNvPr id="129" name="Text Placeholder 5">
            <a:extLst>
              <a:ext uri="{FF2B5EF4-FFF2-40B4-BE49-F238E27FC236}">
                <a16:creationId xmlns:a16="http://schemas.microsoft.com/office/drawing/2014/main" id="{FB2A105F-B043-4EA1-B022-7756B3A46689}"/>
              </a:ext>
            </a:extLst>
          </p:cNvPr>
          <p:cNvSpPr>
            <a:spLocks noGrp="1"/>
          </p:cNvSpPr>
          <p:nvPr>
            <p:ph type="body" sz="quarter" idx="119" hasCustomPrompt="1"/>
          </p:nvPr>
        </p:nvSpPr>
        <p:spPr>
          <a:xfrm>
            <a:off x="612496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0" name="Picture Placeholder 3">
            <a:extLst>
              <a:ext uri="{FF2B5EF4-FFF2-40B4-BE49-F238E27FC236}">
                <a16:creationId xmlns:a16="http://schemas.microsoft.com/office/drawing/2014/main" id="{8740AAA0-090B-44DD-B6ED-F46DF674DDE2}"/>
              </a:ext>
            </a:extLst>
          </p:cNvPr>
          <p:cNvSpPr>
            <a:spLocks noGrp="1" noChangeAspect="1"/>
          </p:cNvSpPr>
          <p:nvPr>
            <p:ph type="pic" sz="quarter" idx="120" hasCustomPrompt="1"/>
          </p:nvPr>
        </p:nvSpPr>
        <p:spPr>
          <a:xfrm>
            <a:off x="7365660" y="5273704"/>
            <a:ext cx="403225" cy="403225"/>
          </a:xfrm>
          <a:noFill/>
        </p:spPr>
        <p:txBody>
          <a:bodyPr anchor="ctr"/>
          <a:lstStyle>
            <a:lvl1pPr marL="0" indent="0" algn="ctr">
              <a:buNone/>
              <a:defRPr sz="700"/>
            </a:lvl1pPr>
          </a:lstStyle>
          <a:p>
            <a:r>
              <a:rPr lang="en-US" dirty="0"/>
              <a:t>Icon</a:t>
            </a:r>
          </a:p>
        </p:txBody>
      </p:sp>
      <p:sp>
        <p:nvSpPr>
          <p:cNvPr id="131" name="Text Placeholder 5">
            <a:extLst>
              <a:ext uri="{FF2B5EF4-FFF2-40B4-BE49-F238E27FC236}">
                <a16:creationId xmlns:a16="http://schemas.microsoft.com/office/drawing/2014/main" id="{89B24F3B-F7F5-46EB-A3E0-5F2CCE012355}"/>
              </a:ext>
            </a:extLst>
          </p:cNvPr>
          <p:cNvSpPr>
            <a:spLocks noGrp="1"/>
          </p:cNvSpPr>
          <p:nvPr>
            <p:ph type="body" sz="quarter" idx="121" hasCustomPrompt="1"/>
          </p:nvPr>
        </p:nvSpPr>
        <p:spPr>
          <a:xfrm>
            <a:off x="709261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2" name="Picture Placeholder 3">
            <a:extLst>
              <a:ext uri="{FF2B5EF4-FFF2-40B4-BE49-F238E27FC236}">
                <a16:creationId xmlns:a16="http://schemas.microsoft.com/office/drawing/2014/main" id="{6449F1A4-C5F0-4D40-8391-836AFDB4952B}"/>
              </a:ext>
            </a:extLst>
          </p:cNvPr>
          <p:cNvSpPr>
            <a:spLocks noGrp="1" noChangeAspect="1"/>
          </p:cNvSpPr>
          <p:nvPr>
            <p:ph type="pic" sz="quarter" idx="122" hasCustomPrompt="1"/>
          </p:nvPr>
        </p:nvSpPr>
        <p:spPr>
          <a:xfrm>
            <a:off x="8333306" y="5273704"/>
            <a:ext cx="403225" cy="403225"/>
          </a:xfrm>
          <a:noFill/>
        </p:spPr>
        <p:txBody>
          <a:bodyPr anchor="ctr"/>
          <a:lstStyle>
            <a:lvl1pPr marL="0" indent="0" algn="ctr">
              <a:buNone/>
              <a:defRPr sz="700"/>
            </a:lvl1pPr>
          </a:lstStyle>
          <a:p>
            <a:r>
              <a:rPr lang="en-US" dirty="0"/>
              <a:t>Icon</a:t>
            </a:r>
          </a:p>
        </p:txBody>
      </p:sp>
      <p:sp>
        <p:nvSpPr>
          <p:cNvPr id="133" name="Text Placeholder 5">
            <a:extLst>
              <a:ext uri="{FF2B5EF4-FFF2-40B4-BE49-F238E27FC236}">
                <a16:creationId xmlns:a16="http://schemas.microsoft.com/office/drawing/2014/main" id="{5CE07A10-3BA2-4A5E-9B99-2DF5B847CD83}"/>
              </a:ext>
            </a:extLst>
          </p:cNvPr>
          <p:cNvSpPr>
            <a:spLocks noGrp="1"/>
          </p:cNvSpPr>
          <p:nvPr>
            <p:ph type="body" sz="quarter" idx="123" hasCustomPrompt="1"/>
          </p:nvPr>
        </p:nvSpPr>
        <p:spPr>
          <a:xfrm>
            <a:off x="806025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4" name="Picture Placeholder 3">
            <a:extLst>
              <a:ext uri="{FF2B5EF4-FFF2-40B4-BE49-F238E27FC236}">
                <a16:creationId xmlns:a16="http://schemas.microsoft.com/office/drawing/2014/main" id="{32EF2783-B823-4AE7-8F99-B8959C6E6163}"/>
              </a:ext>
            </a:extLst>
          </p:cNvPr>
          <p:cNvSpPr>
            <a:spLocks noGrp="1" noChangeAspect="1"/>
          </p:cNvSpPr>
          <p:nvPr>
            <p:ph type="pic" sz="quarter" idx="124" hasCustomPrompt="1"/>
          </p:nvPr>
        </p:nvSpPr>
        <p:spPr>
          <a:xfrm>
            <a:off x="9300952" y="5273704"/>
            <a:ext cx="403225" cy="403225"/>
          </a:xfrm>
          <a:noFill/>
        </p:spPr>
        <p:txBody>
          <a:bodyPr anchor="ctr"/>
          <a:lstStyle>
            <a:lvl1pPr marL="0" indent="0" algn="ctr">
              <a:buNone/>
              <a:defRPr sz="700"/>
            </a:lvl1pPr>
          </a:lstStyle>
          <a:p>
            <a:r>
              <a:rPr lang="en-US" dirty="0"/>
              <a:t>Icon</a:t>
            </a:r>
          </a:p>
        </p:txBody>
      </p:sp>
      <p:sp>
        <p:nvSpPr>
          <p:cNvPr id="135" name="Text Placeholder 5">
            <a:extLst>
              <a:ext uri="{FF2B5EF4-FFF2-40B4-BE49-F238E27FC236}">
                <a16:creationId xmlns:a16="http://schemas.microsoft.com/office/drawing/2014/main" id="{B8AF0466-079C-4D02-9CFF-25774883115B}"/>
              </a:ext>
            </a:extLst>
          </p:cNvPr>
          <p:cNvSpPr>
            <a:spLocks noGrp="1"/>
          </p:cNvSpPr>
          <p:nvPr>
            <p:ph type="body" sz="quarter" idx="125" hasCustomPrompt="1"/>
          </p:nvPr>
        </p:nvSpPr>
        <p:spPr>
          <a:xfrm>
            <a:off x="902790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6" name="Picture Placeholder 3">
            <a:extLst>
              <a:ext uri="{FF2B5EF4-FFF2-40B4-BE49-F238E27FC236}">
                <a16:creationId xmlns:a16="http://schemas.microsoft.com/office/drawing/2014/main" id="{09651685-CB5E-48C8-B1E4-2FA76D4411BC}"/>
              </a:ext>
            </a:extLst>
          </p:cNvPr>
          <p:cNvSpPr>
            <a:spLocks noGrp="1" noChangeAspect="1"/>
          </p:cNvSpPr>
          <p:nvPr>
            <p:ph type="pic" sz="quarter" idx="126" hasCustomPrompt="1"/>
          </p:nvPr>
        </p:nvSpPr>
        <p:spPr>
          <a:xfrm>
            <a:off x="10268598" y="5273704"/>
            <a:ext cx="403225" cy="403225"/>
          </a:xfrm>
          <a:noFill/>
        </p:spPr>
        <p:txBody>
          <a:bodyPr anchor="ctr"/>
          <a:lstStyle>
            <a:lvl1pPr marL="0" indent="0" algn="ctr">
              <a:buNone/>
              <a:defRPr sz="700"/>
            </a:lvl1pPr>
          </a:lstStyle>
          <a:p>
            <a:r>
              <a:rPr lang="en-US" dirty="0"/>
              <a:t>Icon</a:t>
            </a:r>
          </a:p>
        </p:txBody>
      </p:sp>
      <p:sp>
        <p:nvSpPr>
          <p:cNvPr id="137" name="Text Placeholder 5">
            <a:extLst>
              <a:ext uri="{FF2B5EF4-FFF2-40B4-BE49-F238E27FC236}">
                <a16:creationId xmlns:a16="http://schemas.microsoft.com/office/drawing/2014/main" id="{5B76A74C-18A9-42E2-8DC8-ADE88FC7EDB0}"/>
              </a:ext>
            </a:extLst>
          </p:cNvPr>
          <p:cNvSpPr>
            <a:spLocks noGrp="1"/>
          </p:cNvSpPr>
          <p:nvPr>
            <p:ph type="body" sz="quarter" idx="127" hasCustomPrompt="1"/>
          </p:nvPr>
        </p:nvSpPr>
        <p:spPr>
          <a:xfrm>
            <a:off x="999554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8" name="Picture Placeholder 3">
            <a:extLst>
              <a:ext uri="{FF2B5EF4-FFF2-40B4-BE49-F238E27FC236}">
                <a16:creationId xmlns:a16="http://schemas.microsoft.com/office/drawing/2014/main" id="{6F6B4425-AFA7-418F-AF0C-9BC6892C7DFF}"/>
              </a:ext>
            </a:extLst>
          </p:cNvPr>
          <p:cNvSpPr>
            <a:spLocks noGrp="1" noChangeAspect="1"/>
          </p:cNvSpPr>
          <p:nvPr>
            <p:ph type="pic" sz="quarter" idx="128" hasCustomPrompt="1"/>
          </p:nvPr>
        </p:nvSpPr>
        <p:spPr>
          <a:xfrm>
            <a:off x="11236244" y="5273704"/>
            <a:ext cx="403225" cy="403225"/>
          </a:xfrm>
          <a:noFill/>
        </p:spPr>
        <p:txBody>
          <a:bodyPr anchor="ctr"/>
          <a:lstStyle>
            <a:lvl1pPr marL="0" indent="0" algn="ctr">
              <a:buNone/>
              <a:defRPr sz="700"/>
            </a:lvl1pPr>
          </a:lstStyle>
          <a:p>
            <a:r>
              <a:rPr lang="en-US" dirty="0"/>
              <a:t>Icon</a:t>
            </a:r>
          </a:p>
        </p:txBody>
      </p:sp>
      <p:sp>
        <p:nvSpPr>
          <p:cNvPr id="139" name="Text Placeholder 5">
            <a:extLst>
              <a:ext uri="{FF2B5EF4-FFF2-40B4-BE49-F238E27FC236}">
                <a16:creationId xmlns:a16="http://schemas.microsoft.com/office/drawing/2014/main" id="{99130604-BD7C-4F8A-9B94-EF211EAAFC3D}"/>
              </a:ext>
            </a:extLst>
          </p:cNvPr>
          <p:cNvSpPr>
            <a:spLocks noGrp="1"/>
          </p:cNvSpPr>
          <p:nvPr>
            <p:ph type="body" sz="quarter" idx="129" hasCustomPrompt="1"/>
          </p:nvPr>
        </p:nvSpPr>
        <p:spPr>
          <a:xfrm>
            <a:off x="1096319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40" name="Title 1">
            <a:extLst>
              <a:ext uri="{FF2B5EF4-FFF2-40B4-BE49-F238E27FC236}">
                <a16:creationId xmlns:a16="http://schemas.microsoft.com/office/drawing/2014/main" id="{4F2453DF-FB5D-4F7F-BD2A-DF084FD26BB8}"/>
              </a:ext>
            </a:extLst>
          </p:cNvPr>
          <p:cNvSpPr>
            <a:spLocks noGrp="1"/>
          </p:cNvSpPr>
          <p:nvPr>
            <p:ph type="title"/>
          </p:nvPr>
        </p:nvSpPr>
        <p:spPr>
          <a:xfrm>
            <a:off x="612648" y="269096"/>
            <a:ext cx="10972800" cy="804672"/>
          </a:xfrm>
        </p:spPr>
        <p:txBody>
          <a:bodyPr/>
          <a:lstStyle/>
          <a:p>
            <a:r>
              <a:rPr lang="en-GB"/>
              <a:t>Click to edit Master title style</a:t>
            </a:r>
            <a:endParaRPr lang="en-US"/>
          </a:p>
        </p:txBody>
      </p:sp>
      <p:sp>
        <p:nvSpPr>
          <p:cNvPr id="141" name="Date Placeholder 2">
            <a:extLst>
              <a:ext uri="{FF2B5EF4-FFF2-40B4-BE49-F238E27FC236}">
                <a16:creationId xmlns:a16="http://schemas.microsoft.com/office/drawing/2014/main" id="{98AD02D4-A69D-4716-B558-217EDBADF3E0}"/>
              </a:ext>
            </a:extLst>
          </p:cNvPr>
          <p:cNvSpPr>
            <a:spLocks noGrp="1"/>
          </p:cNvSpPr>
          <p:nvPr>
            <p:ph type="dt" sz="half" idx="130"/>
          </p:nvPr>
        </p:nvSpPr>
        <p:spPr>
          <a:xfrm>
            <a:off x="-18288" y="6876288"/>
            <a:ext cx="9144" cy="9144"/>
          </a:xfrm>
        </p:spPr>
        <p:txBody>
          <a:bodyPr/>
          <a:lstStyle/>
          <a:p>
            <a:endParaRPr lang="en-GB" dirty="0"/>
          </a:p>
        </p:txBody>
      </p:sp>
      <p:sp>
        <p:nvSpPr>
          <p:cNvPr id="142" name="Footer Placeholder 3">
            <a:extLst>
              <a:ext uri="{FF2B5EF4-FFF2-40B4-BE49-F238E27FC236}">
                <a16:creationId xmlns:a16="http://schemas.microsoft.com/office/drawing/2014/main" id="{12F8C8F7-FE50-4E1B-8222-300C20ABE81F}"/>
              </a:ext>
            </a:extLst>
          </p:cNvPr>
          <p:cNvSpPr>
            <a:spLocks noGrp="1"/>
          </p:cNvSpPr>
          <p:nvPr>
            <p:ph type="ftr" sz="quarter" idx="131"/>
          </p:nvPr>
        </p:nvSpPr>
        <p:spPr>
          <a:xfrm>
            <a:off x="612648" y="6256544"/>
            <a:ext cx="7187184" cy="322056"/>
          </a:xfrm>
        </p:spPr>
        <p:txBody>
          <a:bodyPr/>
          <a:lstStyle/>
          <a:p>
            <a:r>
              <a:rPr lang="en-GB" dirty="0"/>
              <a:t>For Internal Use Only. © 2026 AVEVA Group Limited or its subsidiaries. All rights reserved.</a:t>
            </a:r>
          </a:p>
        </p:txBody>
      </p:sp>
      <p:sp>
        <p:nvSpPr>
          <p:cNvPr id="143" name="Slide Number Placeholder 5">
            <a:extLst>
              <a:ext uri="{FF2B5EF4-FFF2-40B4-BE49-F238E27FC236}">
                <a16:creationId xmlns:a16="http://schemas.microsoft.com/office/drawing/2014/main" id="{DC0E56E3-0B0E-454C-A520-99CBCEA1F37D}"/>
              </a:ext>
            </a:extLst>
          </p:cNvPr>
          <p:cNvSpPr>
            <a:spLocks noGrp="1"/>
          </p:cNvSpPr>
          <p:nvPr>
            <p:ph type="sldNum" sz="quarter" idx="132"/>
          </p:nvPr>
        </p:nvSpPr>
        <p:spPr>
          <a:xfrm>
            <a:off x="252000" y="6398600"/>
            <a:ext cx="216000" cy="180000"/>
          </a:xfrm>
        </p:spPr>
        <p:txBody>
          <a:body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36912917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 Id="rId39" Type="http://schemas.openxmlformats.org/officeDocument/2006/relationships/image" Target="../media/image1.emf"/><Relationship Id="rId40"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42744-A08A-A54E-8A48-DA65C1A7688B}"/>
              </a:ext>
            </a:extLst>
          </p:cNvPr>
          <p:cNvSpPr>
            <a:spLocks noGrp="1"/>
          </p:cNvSpPr>
          <p:nvPr>
            <p:ph type="title"/>
          </p:nvPr>
        </p:nvSpPr>
        <p:spPr>
          <a:xfrm>
            <a:off x="612648" y="260197"/>
            <a:ext cx="10972800" cy="804672"/>
          </a:xfrm>
          <a:prstGeom prst="rect">
            <a:avLst/>
          </a:prstGeom>
        </p:spPr>
        <p:txBody>
          <a:bodyPr vert="horz" lIns="0" tIns="0" rIns="0" bIns="0" rtlCol="0" anchor="ctr" anchorCtr="0">
            <a:normAutofit/>
          </a:bodyPr>
          <a:lstStyle/>
          <a:p>
            <a:r>
              <a:rPr lang="en-GB"/>
              <a:t>Click to edit Master title style</a:t>
            </a:r>
            <a:endParaRPr lang="en-GB" dirty="0"/>
          </a:p>
        </p:txBody>
      </p:sp>
      <p:sp>
        <p:nvSpPr>
          <p:cNvPr id="3" name="Text Placeholder 2"/>
          <p:cNvSpPr>
            <a:spLocks noGrp="1"/>
          </p:cNvSpPr>
          <p:nvPr>
            <p:ph type="body" idx="1"/>
          </p:nvPr>
        </p:nvSpPr>
        <p:spPr>
          <a:xfrm>
            <a:off x="609600" y="1628775"/>
            <a:ext cx="10972800" cy="4433697"/>
          </a:xfrm>
          <a:prstGeom prst="rect">
            <a:avLst/>
          </a:prstGeom>
        </p:spPr>
        <p:txBody>
          <a:bodyPr vert="horz" wrap="square" lIns="0" tIns="0" rIns="0" bIns="0" rtlCol="0" anchor="t" anchorCtr="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Slide Number Placeholder 5">
            <a:extLst>
              <a:ext uri="{FF2B5EF4-FFF2-40B4-BE49-F238E27FC236}">
                <a16:creationId xmlns:a16="http://schemas.microsoft.com/office/drawing/2014/main" id="{58ECDE14-ED81-3348-8FDD-FCFF7CB60816}"/>
              </a:ext>
            </a:extLst>
          </p:cNvPr>
          <p:cNvSpPr>
            <a:spLocks noGrp="1"/>
          </p:cNvSpPr>
          <p:nvPr>
            <p:ph type="sldNum" sz="quarter" idx="4"/>
          </p:nvPr>
        </p:nvSpPr>
        <p:spPr>
          <a:xfrm>
            <a:off x="252000" y="6398600"/>
            <a:ext cx="216000" cy="180000"/>
          </a:xfrm>
          <a:prstGeom prst="rect">
            <a:avLst/>
          </a:prstGeom>
        </p:spPr>
        <p:txBody>
          <a:bodyPr vert="horz" wrap="square" lIns="0" tIns="0" rIns="0" bIns="0" rtlCol="0" anchor="b" anchorCtr="0">
            <a:noAutofit/>
          </a:bodyPr>
          <a:lstStyle>
            <a:lvl1pPr algn="r">
              <a:defRPr sz="700">
                <a:solidFill>
                  <a:schemeClr val="bg1">
                    <a:lumMod val="50000"/>
                  </a:schemeClr>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5" name="Footer Placeholder 4">
            <a:extLst>
              <a:ext uri="{FF2B5EF4-FFF2-40B4-BE49-F238E27FC236}">
                <a16:creationId xmlns:a16="http://schemas.microsoft.com/office/drawing/2014/main" id="{14E1CDA0-5937-4666-8545-A0898564B46C}"/>
              </a:ext>
            </a:extLst>
          </p:cNvPr>
          <p:cNvSpPr>
            <a:spLocks noGrp="1"/>
          </p:cNvSpPr>
          <p:nvPr>
            <p:ph type="ftr" sz="quarter" idx="3"/>
          </p:nvPr>
        </p:nvSpPr>
        <p:spPr>
          <a:xfrm>
            <a:off x="612648" y="6256544"/>
            <a:ext cx="7187184" cy="322056"/>
          </a:xfrm>
          <a:prstGeom prst="rect">
            <a:avLst/>
          </a:prstGeom>
        </p:spPr>
        <p:txBody>
          <a:bodyPr vert="horz" lIns="0" tIns="0" rIns="0" bIns="0" rtlCol="0" anchor="b"/>
          <a:lstStyle>
            <a:lvl1pPr algn="l">
              <a:defRPr sz="700">
                <a:solidFill>
                  <a:schemeClr val="bg1">
                    <a:lumMod val="50000"/>
                  </a:schemeClr>
                </a:solidFill>
              </a:defRPr>
            </a:lvl1pPr>
          </a:lstStyle>
          <a:p>
            <a:r>
              <a:rPr lang="en-US" dirty="0"/>
              <a:t>For Internal Use Only. © 2026 AVEVA Group Limited or its subsidiaries. All rights reserved.</a:t>
            </a:r>
            <a:endParaRPr lang="en-GB" dirty="0"/>
          </a:p>
        </p:txBody>
      </p:sp>
      <p:pic>
        <p:nvPicPr>
          <p:cNvPr id="9" name="Picture 8">
            <a:extLst>
              <a:ext uri="{FF2B5EF4-FFF2-40B4-BE49-F238E27FC236}">
                <a16:creationId xmlns:a16="http://schemas.microsoft.com/office/drawing/2014/main" id="{AD28A91C-C74D-6045-8E98-59990DA7A930}"/>
              </a:ext>
              <a:ext uri="{C183D7F6-B498-43B3-948B-1728B52AA6E4}">
                <adec:decorative xmlns:adec="http://schemas.microsoft.com/office/drawing/2017/decorative" val="1"/>
              </a:ext>
            </a:extLst>
          </p:cNvPr>
          <p:cNvPicPr>
            <a:picLocks noChangeAspect="1"/>
          </p:cNvPicPr>
          <p:nvPr userDrawn="1"/>
        </p:nvPicPr>
        <p:blipFill>
          <a:blip r:embed="rId39"/>
          <a:stretch>
            <a:fillRect/>
          </a:stretch>
        </p:blipFill>
        <p:spPr>
          <a:xfrm>
            <a:off x="10422144" y="6310008"/>
            <a:ext cx="1157208" cy="262560"/>
          </a:xfrm>
          <a:prstGeom prst="rect">
            <a:avLst/>
          </a:prstGeom>
        </p:spPr>
      </p:pic>
      <p:sp>
        <p:nvSpPr>
          <p:cNvPr id="34" name="TextBox 33">
            <a:extLst>
              <a:ext uri="{FF2B5EF4-FFF2-40B4-BE49-F238E27FC236}">
                <a16:creationId xmlns:a16="http://schemas.microsoft.com/office/drawing/2014/main" id="{6AE24D35-AD35-43AD-8855-AEA92636ABFB}"/>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4" name="Group 3">
            <a:extLst>
              <a:ext uri="{FF2B5EF4-FFF2-40B4-BE49-F238E27FC236}">
                <a16:creationId xmlns:a16="http://schemas.microsoft.com/office/drawing/2014/main" id="{6411723F-02F3-12FC-8CF0-C73F39DDE009}"/>
              </a:ext>
            </a:extLst>
          </p:cNvPr>
          <p:cNvGrpSpPr/>
          <p:nvPr userDrawn="1"/>
        </p:nvGrpSpPr>
        <p:grpSpPr>
          <a:xfrm>
            <a:off x="12485568" y="112729"/>
            <a:ext cx="2936672" cy="5883149"/>
            <a:chOff x="12485568" y="112729"/>
            <a:chExt cx="2936672" cy="5883149"/>
          </a:xfrm>
        </p:grpSpPr>
        <p:sp>
          <p:nvSpPr>
            <p:cNvPr id="6" name="Oval 5">
              <a:extLst>
                <a:ext uri="{FF2B5EF4-FFF2-40B4-BE49-F238E27FC236}">
                  <a16:creationId xmlns:a16="http://schemas.microsoft.com/office/drawing/2014/main" id="{9B2CBD1D-0C43-76F5-3EE0-8783A5C069B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CDFF69BB-FF53-7B3D-5A00-8126C3C7D493}"/>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E579506E-099D-A469-4C76-BCE27A674EDB}"/>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Rectangle 10">
              <a:extLst>
                <a:ext uri="{FF2B5EF4-FFF2-40B4-BE49-F238E27FC236}">
                  <a16:creationId xmlns:a16="http://schemas.microsoft.com/office/drawing/2014/main" id="{BA8F7640-6A12-EDA3-6113-7282C2765A90}"/>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1AF549FD-722E-02C2-58C6-C41534D419E6}"/>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DAF85D96-A063-D9BF-52C4-4239C37562DD}"/>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E0C66505-F42B-EF8B-B0DA-154578DE8EB6}"/>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52FE0D83-1ABE-1322-C723-4AED3315D56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8B8A45CA-DCA1-393A-84B7-754817B94E83}"/>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19B4B5A3-420B-3831-F36B-19DF5F0E1AD7}"/>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3" name="Oval 22">
                <a:extLst>
                  <a:ext uri="{FF2B5EF4-FFF2-40B4-BE49-F238E27FC236}">
                    <a16:creationId xmlns:a16="http://schemas.microsoft.com/office/drawing/2014/main" id="{59F7B940-05A5-E6B5-0C1B-4434371557A9}"/>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7362881D-22A7-330C-18A3-83F5212C520F}"/>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501708A3-BBB4-38E1-2253-8078929AB67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3DFEAF28-87A9-1E95-7C96-AD944E4EBA2C}"/>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45B52140-6EE1-0EAD-3F98-0EE9AEB8B77F}"/>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0E1A0CBA-4923-2B5B-87F6-0C46F03705A7}"/>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FD18F8F3-233F-61F2-306E-5C7C6716FEB9}"/>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5E8CDE2E-75EE-00ED-A7B1-9E24E77C9851}"/>
                </a:ext>
              </a:extLst>
            </p:cNvPr>
            <p:cNvPicPr>
              <a:picLocks noChangeAspect="1"/>
            </p:cNvPicPr>
            <p:nvPr userDrawn="1"/>
          </p:nvPicPr>
          <p:blipFill>
            <a:blip r:embed="rId40"/>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852ED137-9E88-4651-CDFB-5E7DF54C341F}"/>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618599258"/>
      </p:ext>
    </p:extLst>
  </p:cSld>
  <p:clrMap bg1="lt1" tx1="dk1" bg2="lt2" tx2="dk2" accent1="accent1" accent2="accent2" accent3="accent3" accent4="accent4" accent5="accent5" accent6="accent6" hlink="hlink" folHlink="folHlink"/>
  <p:sldLayoutIdLst>
    <p:sldLayoutId id="2147484162" r:id="rId1"/>
    <p:sldLayoutId id="2147484168" r:id="rId2"/>
    <p:sldLayoutId id="2147484169" r:id="rId3"/>
    <p:sldLayoutId id="2147484170" r:id="rId4"/>
    <p:sldLayoutId id="2147484171" r:id="rId5"/>
    <p:sldLayoutId id="2147484172" r:id="rId6"/>
    <p:sldLayoutId id="2147483932" r:id="rId7"/>
    <p:sldLayoutId id="2147484163" r:id="rId8"/>
    <p:sldLayoutId id="2147484099" r:id="rId9"/>
    <p:sldLayoutId id="2147484005" r:id="rId10"/>
    <p:sldLayoutId id="2147484183" r:id="rId11"/>
    <p:sldLayoutId id="2147483674" r:id="rId12"/>
    <p:sldLayoutId id="2147484039" r:id="rId13"/>
    <p:sldLayoutId id="2147483662" r:id="rId14"/>
    <p:sldLayoutId id="2147484037" r:id="rId15"/>
    <p:sldLayoutId id="2147483664" r:id="rId16"/>
    <p:sldLayoutId id="2147484038" r:id="rId17"/>
    <p:sldLayoutId id="2147484092" r:id="rId18"/>
    <p:sldLayoutId id="2147484089" r:id="rId19"/>
    <p:sldLayoutId id="2147483999" r:id="rId20"/>
    <p:sldLayoutId id="2147484098" r:id="rId21"/>
    <p:sldLayoutId id="2147484048" r:id="rId22"/>
    <p:sldLayoutId id="2147484166" r:id="rId23"/>
    <p:sldLayoutId id="2147484094" r:id="rId24"/>
    <p:sldLayoutId id="2147484173" r:id="rId25"/>
    <p:sldLayoutId id="2147484175" r:id="rId26"/>
    <p:sldLayoutId id="2147484176" r:id="rId27"/>
    <p:sldLayoutId id="2147484177" r:id="rId28"/>
    <p:sldLayoutId id="2147484178" r:id="rId29"/>
    <p:sldLayoutId id="2147484095" r:id="rId30"/>
    <p:sldLayoutId id="2147484174" r:id="rId31"/>
    <p:sldLayoutId id="2147484179" r:id="rId32"/>
    <p:sldLayoutId id="2147484180" r:id="rId33"/>
    <p:sldLayoutId id="2147484181" r:id="rId34"/>
    <p:sldLayoutId id="2147484182" r:id="rId35"/>
    <p:sldLayoutId id="2147484167" r:id="rId36"/>
    <p:sldLayoutId id="2147484184"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p:titleStyle>
    <p:bodyStyle>
      <a:lvl1pPr marL="18288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800" kern="1200">
          <a:solidFill>
            <a:schemeClr val="tx1"/>
          </a:solidFill>
          <a:latin typeface="+mn-lt"/>
          <a:ea typeface="+mn-ea"/>
          <a:cs typeface="Calibri" panose="020F0502020204030204" pitchFamily="34" charset="0"/>
        </a:defRPr>
      </a:lvl1pPr>
      <a:lvl2pPr marL="36576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600" b="0" kern="1200">
          <a:solidFill>
            <a:schemeClr val="tx1"/>
          </a:solidFill>
          <a:latin typeface="+mn-lt"/>
          <a:ea typeface="+mn-ea"/>
          <a:cs typeface="Calibri" panose="020F0502020204030204" pitchFamily="34" charset="0"/>
        </a:defRPr>
      </a:lvl2pPr>
      <a:lvl3pPr marL="54864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400" kern="1200">
          <a:solidFill>
            <a:schemeClr val="tx1"/>
          </a:solidFill>
          <a:latin typeface="+mn-lt"/>
          <a:ea typeface="+mn-ea"/>
          <a:cs typeface="Calibri" panose="020F0502020204030204" pitchFamily="34" charset="0"/>
        </a:defRPr>
      </a:lvl3pPr>
      <a:lvl4pPr marL="73152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200" kern="1200">
          <a:solidFill>
            <a:schemeClr val="tx1"/>
          </a:solidFill>
          <a:latin typeface="+mn-lt"/>
          <a:ea typeface="+mn-ea"/>
          <a:cs typeface="Calibri" panose="020F0502020204030204" pitchFamily="34" charset="0"/>
        </a:defRPr>
      </a:lvl4pPr>
      <a:lvl5pPr marL="91440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5pPr>
      <a:lvl6pPr marL="109728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28016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46304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16" userDrawn="1">
          <p15:clr>
            <a:srgbClr val="F26B43"/>
          </p15:clr>
        </p15:guide>
        <p15:guide id="2" pos="7296" userDrawn="1">
          <p15:clr>
            <a:srgbClr val="F26B43"/>
          </p15:clr>
        </p15:guide>
        <p15:guide id="3" pos="384" userDrawn="1">
          <p15:clr>
            <a:srgbClr val="F26B43"/>
          </p15:clr>
        </p15:guide>
        <p15:guide id="4" orient="horz" pos="164" userDrawn="1">
          <p15:clr>
            <a:srgbClr val="F26B43"/>
          </p15:clr>
        </p15:guide>
        <p15:guide id="5" orient="horz" pos="709" userDrawn="1">
          <p15:clr>
            <a:srgbClr val="F26B43"/>
          </p15:clr>
        </p15:guide>
        <p15:guide id="6" pos="3840" userDrawn="1">
          <p15:clr>
            <a:srgbClr val="F26B43"/>
          </p15:clr>
        </p15:guide>
        <p15:guide id="7" orient="horz" pos="102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de.visualstudio.com/docs/copilot/customization/agent-skills" TargetMode="External"/><Relationship Id="rId3" Type="http://schemas.openxmlformats.org/officeDocument/2006/relationships/hyperlink" Target="https://code.visualstudio.com/docs/copilot/customization/custom-agents" TargetMode="External"/><Relationship Id="rId4" Type="http://schemas.openxmlformats.org/officeDocument/2006/relationships/hyperlink" Target="https://code.visualstudio.com/docs/copilot/customization/agent-plugins" TargetMode="External"/><Relationship Id="rId5" Type="http://schemas.openxmlformats.org/officeDocument/2006/relationships/hyperlink" Target="https://code.visualstudio.com/docs/copilot/security" TargetMode="External"/><Relationship Id="rId6" Type="http://schemas.openxmlformats.org/officeDocument/2006/relationships/hyperlink" Target="https://docs.github.com/en/copilot/using-github-copilot/ai-models/choosing-the-right-ai-model-for-your-tas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A0726"/>
            </a:gs>
            <a:gs pos="100000">
              <a:srgbClr val="3D1152"/>
            </a:gs>
          </a:gsLst>
          <a:lin ang="6600000" scaled="0"/>
        </a:gradFill>
        <a:effectLst/>
      </p:bgPr>
    </p:bg>
    <p:spTree>
      <p:nvGrpSpPr>
        <p:cNvPr id="1" name=""/>
        <p:cNvGrpSpPr/>
        <p:nvPr/>
      </p:nvGrpSpPr>
      <p:grpSpPr/>
      <p:sp>
        <p:nvSpPr>
          <p:cNvPr id="2" name="Text Placeholder 1"/>
          <p:cNvSpPr>
            <a:spLocks noGrp="1"/>
          </p:cNvSpPr>
          <p:nvPr>
            <p:ph type="body" idx="16" sz="quarter"/>
          </p:nvPr>
        </p:nvSpPr>
        <p:spPr/>
        <p:txBody>
          <a:bodyPr/>
          <a:lstStyle/>
          <a:p>
            <a:r>
              <a:rPr>
                <a:solidFill>
                  <a:srgbClr val="D9CFE3"/>
                </a:solidFill>
              </a:rPr>
              <a:t>Choosing the right primitive, model and boundary</a:t>
            </a:r>
          </a:p>
        </p:txBody>
      </p:sp>
      <p:sp>
        <p:nvSpPr>
          <p:cNvPr id="3" name="Text Placeholder 2"/>
          <p:cNvSpPr>
            <a:spLocks noGrp="1"/>
          </p:cNvSpPr>
          <p:nvPr>
            <p:ph type="body" idx="12" sz="quarter"/>
          </p:nvPr>
        </p:nvSpPr>
        <p:spPr/>
        <p:txBody>
          <a:bodyPr/>
          <a:lstStyle/>
          <a:p>
            <a:r>
              <a:rPr>
                <a:solidFill>
                  <a:srgbClr val="FFFFFF"/>
                </a:solidFill>
              </a:rPr>
              <a:t>Agents &amp; Skills on the Copilot Marketplace</a:t>
            </a:r>
          </a:p>
        </p:txBody>
      </p:sp>
      <p:sp>
        <p:nvSpPr>
          <p:cNvPr id="4" name="Text Placeholder 3"/>
          <p:cNvSpPr>
            <a:spLocks noGrp="1"/>
          </p:cNvSpPr>
          <p:nvPr>
            <p:ph type="body" idx="19" sz="quarter"/>
          </p:nvPr>
        </p:nvSpPr>
        <p:spPr/>
        <p:txBody>
          <a:bodyPr/>
          <a:lstStyle/>
          <a:p>
            <a:r>
              <a:rPr>
                <a:solidFill>
                  <a:srgbClr val="A99BB8"/>
                </a:solidFill>
              </a:rPr>
              <a:t>Engineering Enablement</a:t>
            </a:r>
          </a:p>
        </p:txBody>
      </p:sp>
      <p:sp>
        <p:nvSpPr>
          <p:cNvPr id="5" name="Text Placeholder 4"/>
          <p:cNvSpPr>
            <a:spLocks noGrp="1"/>
          </p:cNvSpPr>
          <p:nvPr>
            <p:ph type="body" idx="20" sz="quarter"/>
          </p:nvPr>
        </p:nvSpPr>
        <p:spPr/>
        <p:txBody>
          <a:bodyPr/>
          <a:lstStyle/>
          <a:p>
            <a:r>
              <a:rPr>
                <a:solidFill>
                  <a:srgbClr val="A99BB8"/>
                </a:solidFill>
              </a:rPr>
              <a:t>Aug 12,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100000" t="0" r="0" b="10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itle 1"/>
          <p:cNvSpPr>
            <a:spLocks noGrp="1"/>
          </p:cNvSpPr>
          <p:nvPr>
            <p:ph type="title"/>
          </p:nvPr>
        </p:nvSpPr>
        <p:spPr/>
        <p:txBody>
          <a:bodyPr/>
          <a:lstStyle/>
          <a:p>
            <a:r>
              <a:t>Two primitives, one habit of mind</a:t>
            </a:r>
          </a:p>
        </p:txBody>
      </p:sp>
      <p:sp>
        <p:nvSpPr>
          <p:cNvPr id="4" name="TextBox 3"/>
          <p:cNvSpPr txBox="1"/>
          <p:nvPr/>
        </p:nvSpPr>
        <p:spPr>
          <a:xfrm>
            <a:off x="612648" y="1247749"/>
            <a:ext cx="10972800" cy="4238651"/>
          </a:xfrm>
          <a:prstGeom prst="rect">
            <a:avLst/>
          </a:prstGeom>
          <a:noFill/>
        </p:spPr>
        <p:txBody>
          <a:bodyPr wrap="square" anchor="ctr" lIns="0" rIns="0" tIns="0" bIns="0">
            <a:spAutoFit/>
          </a:bodyPr>
          <a:lstStyle/>
          <a:p>
            <a:pPr algn="l"/>
            <a:r>
              <a:rPr sz="2800" b="0" i="0">
                <a:solidFill>
                  <a:srgbClr val="3D1152"/>
                </a:solidFill>
                <a:latin typeface="Calibri Light"/>
              </a:rPr>
              <a:t>“A skill teaches a procedure. An agent is handed a boundary and decides what to do inside it.”</a:t>
            </a:r>
          </a:p>
        </p:txBody>
      </p:sp>
      <p:sp>
        <p:nvSpPr>
          <p:cNvPr id="5" name="TextBox 4"/>
          <p:cNvSpPr txBox="1"/>
          <p:nvPr/>
        </p:nvSpPr>
        <p:spPr>
          <a:xfrm>
            <a:off x="612648" y="5577840"/>
            <a:ext cx="10972800" cy="365760"/>
          </a:xfrm>
          <a:prstGeom prst="rect">
            <a:avLst/>
          </a:prstGeom>
          <a:noFill/>
        </p:spPr>
        <p:txBody>
          <a:bodyPr wrap="square" anchor="t" lIns="0" rIns="0" tIns="0" bIns="0">
            <a:spAutoFit/>
          </a:bodyPr>
          <a:lstStyle/>
          <a:p>
            <a:pPr algn="l"/>
            <a:r>
              <a:rPr sz="1400" b="0" i="1">
                <a:solidFill>
                  <a:srgbClr val="6B04A8"/>
                </a:solidFill>
                <a:latin typeface="Calibri"/>
              </a:rPr>
              <a:t>Everything else — instructions, prompts, hooks, MCP — exists to support one of those two jobs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Both live in the same marketplace; neither replaces the other</a:t>
            </a:r>
          </a:p>
        </p:txBody>
      </p:sp>
      <p:sp>
        <p:nvSpPr>
          <p:cNvPr id="3" name="Title 2"/>
          <p:cNvSpPr>
            <a:spLocks noGrp="1"/>
          </p:cNvSpPr>
          <p:nvPr>
            <p:ph type="title"/>
          </p:nvPr>
        </p:nvSpPr>
        <p:spPr/>
        <p:txBody>
          <a:bodyPr/>
          <a:lstStyle/>
          <a:p>
            <a:r>
              <a:t>A skill and an agent solve different problems</a:t>
            </a:r>
          </a:p>
        </p:txBody>
      </p:sp>
      <p:sp>
        <p:nvSpPr>
          <p:cNvPr id="4" name="TextBox 3"/>
          <p:cNvSpPr txBox="1"/>
          <p:nvPr/>
        </p:nvSpPr>
        <p:spPr>
          <a:xfrm>
            <a:off x="609600" y="1628774"/>
            <a:ext cx="5214730" cy="310896"/>
          </a:xfrm>
          <a:prstGeom prst="rect">
            <a:avLst/>
          </a:prstGeom>
          <a:noFill/>
        </p:spPr>
        <p:txBody>
          <a:bodyPr wrap="square" anchor="t" lIns="0" rIns="0" tIns="0" bIns="0">
            <a:spAutoFit/>
          </a:bodyPr>
          <a:lstStyle/>
          <a:p>
            <a:pPr algn="l"/>
            <a:r>
              <a:rPr sz="1700" b="1" i="0">
                <a:solidFill>
                  <a:srgbClr val="6B04A8"/>
                </a:solidFill>
                <a:latin typeface="Calibri"/>
              </a:rPr>
              <a:t>Skill (SKILL.md)</a:t>
            </a:r>
          </a:p>
        </p:txBody>
      </p:sp>
      <p:sp>
        <p:nvSpPr>
          <p:cNvPr id="5" name="Rectangle 4"/>
          <p:cNvSpPr/>
          <p:nvPr/>
        </p:nvSpPr>
        <p:spPr>
          <a:xfrm>
            <a:off x="609600" y="2012822"/>
            <a:ext cx="5214730" cy="32004"/>
          </a:xfrm>
          <a:prstGeom prst="rect">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2232278"/>
            <a:ext cx="5214730"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Loaded into the CURRENT agent's context — it does not get its own</a:t>
            </a:r>
          </a:p>
          <a:p>
            <a:pPr>
              <a:spcAft>
                <a:spcPts val="1000"/>
              </a:spcAft>
            </a:pPr>
            <a:r>
              <a:rPr sz="1400" b="0" i="0">
                <a:solidFill>
                  <a:srgbClr val="000000"/>
                </a:solidFill>
                <a:latin typeface="Calibri"/>
              </a:rPr>
              <a:t>Discovered from its description, then its body, then its files — progressive, cheap</a:t>
            </a:r>
          </a:p>
          <a:p>
            <a:pPr>
              <a:spcAft>
                <a:spcPts val="1000"/>
              </a:spcAft>
            </a:pPr>
            <a:r>
              <a:rPr sz="1400" b="0" i="0">
                <a:solidFill>
                  <a:srgbClr val="000000"/>
                </a:solidFill>
                <a:latin typeface="Calibri"/>
              </a:rPr>
              <a:t>Bundles scripts, templates and reference docs alongside the instructions</a:t>
            </a:r>
          </a:p>
          <a:p>
            <a:pPr>
              <a:spcAft>
                <a:spcPts val="1000"/>
              </a:spcAft>
            </a:pPr>
            <a:r>
              <a:rPr sz="1400" b="0" i="0">
                <a:solidFill>
                  <a:srgbClr val="000000"/>
                </a:solidFill>
                <a:latin typeface="Calibri"/>
              </a:rPr>
              <a:t>Portable: the same skill works in VS Code, Copilot CLI and the cloud agent</a:t>
            </a:r>
          </a:p>
        </p:txBody>
      </p:sp>
      <p:sp>
        <p:nvSpPr>
          <p:cNvPr id="7" name="TextBox 6"/>
          <p:cNvSpPr txBox="1"/>
          <p:nvPr/>
        </p:nvSpPr>
        <p:spPr>
          <a:xfrm>
            <a:off x="6367669" y="1628774"/>
            <a:ext cx="5214730" cy="310896"/>
          </a:xfrm>
          <a:prstGeom prst="rect">
            <a:avLst/>
          </a:prstGeom>
          <a:noFill/>
        </p:spPr>
        <p:txBody>
          <a:bodyPr wrap="square" anchor="t" lIns="0" rIns="0" tIns="0" bIns="0">
            <a:spAutoFit/>
          </a:bodyPr>
          <a:lstStyle/>
          <a:p>
            <a:pPr algn="l"/>
            <a:r>
              <a:rPr sz="1700" b="1" i="0">
                <a:solidFill>
                  <a:srgbClr val="C530FF"/>
                </a:solidFill>
                <a:latin typeface="Calibri"/>
              </a:rPr>
              <a:t>Custom agent (.agent.md)</a:t>
            </a:r>
          </a:p>
        </p:txBody>
      </p:sp>
      <p:sp>
        <p:nvSpPr>
          <p:cNvPr id="8" name="Rectangle 7"/>
          <p:cNvSpPr/>
          <p:nvPr/>
        </p:nvSpPr>
        <p:spPr>
          <a:xfrm>
            <a:off x="6367669" y="2012822"/>
            <a:ext cx="5214730" cy="32004"/>
          </a:xfrm>
          <a:prstGeom prst="rect">
            <a:avLst/>
          </a:prstGeom>
          <a:solidFill>
            <a:srgbClr val="C53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67669" y="2232278"/>
            <a:ext cx="5214730"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Its own persona, its own tool list, optionally its own model</a:t>
            </a:r>
          </a:p>
          <a:p>
            <a:pPr>
              <a:spcAft>
                <a:spcPts val="1000"/>
              </a:spcAft>
            </a:pPr>
            <a:r>
              <a:rPr sz="1400" b="0" i="0">
                <a:solidFill>
                  <a:srgbClr val="000000"/>
                </a:solidFill>
                <a:latin typeface="Calibri"/>
              </a:rPr>
              <a:t>Can run as a subagent: isolated context, returns one result to the parent</a:t>
            </a:r>
          </a:p>
          <a:p>
            <a:pPr>
              <a:spcAft>
                <a:spcPts val="1000"/>
              </a:spcAft>
            </a:pPr>
            <a:r>
              <a:rPr sz="1400" b="0" i="0">
                <a:solidFill>
                  <a:srgbClr val="000000"/>
                </a:solidFill>
                <a:latin typeface="Calibri"/>
              </a:rPr>
              <a:t>Composes multi-stage work via handoffs between agents</a:t>
            </a:r>
          </a:p>
          <a:p>
            <a:pPr>
              <a:spcAft>
                <a:spcPts val="1000"/>
              </a:spcAft>
            </a:pPr>
            <a:r>
              <a:rPr sz="1400" b="0" i="0">
                <a:solidFill>
                  <a:srgbClr val="000000"/>
                </a:solidFill>
                <a:latin typeface="Calibri"/>
              </a:rPr>
              <a:t>The right choice when you need a BOUNDARY, not just know-how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Repeatable, on-demand workflows with bundled assets</a:t>
            </a:r>
          </a:p>
        </p:txBody>
      </p:sp>
      <p:sp>
        <p:nvSpPr>
          <p:cNvPr id="3" name="Title 2"/>
          <p:cNvSpPr>
            <a:spLocks noGrp="1"/>
          </p:cNvSpPr>
          <p:nvPr>
            <p:ph type="title"/>
          </p:nvPr>
        </p:nvSpPr>
        <p:spPr/>
        <p:txBody>
          <a:bodyPr/>
          <a:lstStyle/>
          <a:p>
            <a:r>
              <a:t>Reach for a skill when it's about knowing how</a:t>
            </a:r>
          </a:p>
        </p:txBody>
      </p:sp>
      <p:sp>
        <p:nvSpPr>
          <p:cNvPr id="4" name="Rounded Rectangle 3"/>
          <p:cNvSpPr/>
          <p:nvPr/>
        </p:nvSpPr>
        <p:spPr>
          <a:xfrm>
            <a:off x="609600" y="1628775"/>
            <a:ext cx="3505200" cy="20349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5632" y="1884807"/>
            <a:ext cx="512064" cy="512064"/>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lded Corner 5"/>
          <p:cNvSpPr/>
          <p:nvPr/>
        </p:nvSpPr>
        <p:spPr>
          <a:xfrm>
            <a:off x="1025805" y="2013027"/>
            <a:ext cx="191716" cy="255622"/>
          </a:xfrm>
          <a:prstGeom prst="foldedCorner">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063083" y="2124862"/>
            <a:ext cx="117160" cy="159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63083" y="2162140"/>
            <a:ext cx="117160" cy="159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63083" y="2199419"/>
            <a:ext cx="74556" cy="159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5632" y="2524887"/>
            <a:ext cx="2993136" cy="238125"/>
          </a:xfrm>
          <a:prstGeom prst="rect">
            <a:avLst/>
          </a:prstGeom>
          <a:noFill/>
        </p:spPr>
        <p:txBody>
          <a:bodyPr wrap="square" anchor="t" lIns="0" rIns="0" tIns="0" bIns="0">
            <a:spAutoFit/>
          </a:bodyPr>
          <a:lstStyle/>
          <a:p>
            <a:pPr algn="l"/>
            <a:r>
              <a:rPr sz="1500" b="1" i="0">
                <a:solidFill>
                  <a:srgbClr val="3D1152"/>
                </a:solidFill>
                <a:latin typeface="Calibri"/>
              </a:rPr>
              <a:t>A repeatable procedure</a:t>
            </a:r>
          </a:p>
        </p:txBody>
      </p:sp>
      <p:sp>
        <p:nvSpPr>
          <p:cNvPr id="11" name="TextBox 10"/>
          <p:cNvSpPr txBox="1"/>
          <p:nvPr/>
        </p:nvSpPr>
        <p:spPr>
          <a:xfrm>
            <a:off x="865632" y="2836164"/>
            <a:ext cx="2993136" cy="571500"/>
          </a:xfrm>
          <a:prstGeom prst="rect">
            <a:avLst/>
          </a:prstGeom>
          <a:noFill/>
        </p:spPr>
        <p:txBody>
          <a:bodyPr wrap="square" lIns="0" rIns="0" tIns="0" bIns="0">
            <a:spAutoFit/>
          </a:bodyPr>
          <a:lstStyle/>
          <a:p>
            <a:pPr>
              <a:spcAft>
                <a:spcPts val="300"/>
              </a:spcAft>
            </a:pPr>
            <a:r>
              <a:rPr sz="1200" b="0" i="0">
                <a:solidFill>
                  <a:srgbClr val="000000"/>
                </a:solidFill>
                <a:latin typeface="Calibri"/>
              </a:rPr>
              <a:t>Testing, debugging or deployment steps you'd otherwise re-explain every session</a:t>
            </a:r>
          </a:p>
        </p:txBody>
      </p:sp>
      <p:sp>
        <p:nvSpPr>
          <p:cNvPr id="12" name="Rounded Rectangle 11"/>
          <p:cNvSpPr/>
          <p:nvPr/>
        </p:nvSpPr>
        <p:spPr>
          <a:xfrm>
            <a:off x="4343400" y="1628775"/>
            <a:ext cx="3505200" cy="20349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99432" y="1884807"/>
            <a:ext cx="512064" cy="512064"/>
          </a:xfrm>
          <a:prstGeom prst="ellipse">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Gear 6 13"/>
          <p:cNvSpPr/>
          <p:nvPr/>
        </p:nvSpPr>
        <p:spPr>
          <a:xfrm>
            <a:off x="4722327" y="2013027"/>
            <a:ext cx="266273" cy="255622"/>
          </a:xfrm>
          <a:prstGeom prst="gear6">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818185" y="2103560"/>
            <a:ext cx="74556" cy="74556"/>
          </a:xfrm>
          <a:prstGeom prst="ellipse">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99432" y="2524887"/>
            <a:ext cx="2993136" cy="238125"/>
          </a:xfrm>
          <a:prstGeom prst="rect">
            <a:avLst/>
          </a:prstGeom>
          <a:noFill/>
        </p:spPr>
        <p:txBody>
          <a:bodyPr wrap="square" anchor="t" lIns="0" rIns="0" tIns="0" bIns="0">
            <a:spAutoFit/>
          </a:bodyPr>
          <a:lstStyle/>
          <a:p>
            <a:pPr algn="l"/>
            <a:r>
              <a:rPr sz="1500" b="1" i="0">
                <a:solidFill>
                  <a:srgbClr val="3D1152"/>
                </a:solidFill>
                <a:latin typeface="Calibri"/>
              </a:rPr>
              <a:t>Assets beside the instructions</a:t>
            </a:r>
          </a:p>
        </p:txBody>
      </p:sp>
      <p:sp>
        <p:nvSpPr>
          <p:cNvPr id="17" name="TextBox 16"/>
          <p:cNvSpPr txBox="1"/>
          <p:nvPr/>
        </p:nvSpPr>
        <p:spPr>
          <a:xfrm>
            <a:off x="4599432" y="2836164"/>
            <a:ext cx="2993136" cy="571500"/>
          </a:xfrm>
          <a:prstGeom prst="rect">
            <a:avLst/>
          </a:prstGeom>
          <a:noFill/>
        </p:spPr>
        <p:txBody>
          <a:bodyPr wrap="square" lIns="0" rIns="0" tIns="0" bIns="0">
            <a:spAutoFit/>
          </a:bodyPr>
          <a:lstStyle/>
          <a:p>
            <a:pPr>
              <a:spcAft>
                <a:spcPts val="300"/>
              </a:spcAft>
            </a:pPr>
            <a:r>
              <a:rPr sz="1200" b="0" i="0">
                <a:solidFill>
                  <a:srgbClr val="000000"/>
                </a:solidFill>
                <a:latin typeface="Calibri"/>
              </a:rPr>
              <a:t>Scripts, templates and example files the skill can open only when it needs them</a:t>
            </a:r>
          </a:p>
        </p:txBody>
      </p:sp>
      <p:sp>
        <p:nvSpPr>
          <p:cNvPr id="18" name="Rounded Rectangle 17"/>
          <p:cNvSpPr/>
          <p:nvPr/>
        </p:nvSpPr>
        <p:spPr>
          <a:xfrm>
            <a:off x="8077200" y="1628775"/>
            <a:ext cx="3505200" cy="20349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33232" y="1884807"/>
            <a:ext cx="512064" cy="512064"/>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514707" y="2013027"/>
            <a:ext cx="149113" cy="159763"/>
          </a:xfrm>
          <a:prstGeom prst="ellipse">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551985" y="2178117"/>
            <a:ext cx="74556" cy="26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559973" y="2220720"/>
            <a:ext cx="58580" cy="26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33232" y="2524887"/>
            <a:ext cx="2993136" cy="238125"/>
          </a:xfrm>
          <a:prstGeom prst="rect">
            <a:avLst/>
          </a:prstGeom>
          <a:noFill/>
        </p:spPr>
        <p:txBody>
          <a:bodyPr wrap="square" anchor="t" lIns="0" rIns="0" tIns="0" bIns="0">
            <a:spAutoFit/>
          </a:bodyPr>
          <a:lstStyle/>
          <a:p>
            <a:pPr algn="l"/>
            <a:r>
              <a:rPr sz="1500" b="1" i="0">
                <a:solidFill>
                  <a:srgbClr val="3D1152"/>
                </a:solidFill>
                <a:latin typeface="Calibri"/>
              </a:rPr>
              <a:t>Background knowledge</a:t>
            </a:r>
          </a:p>
        </p:txBody>
      </p:sp>
      <p:sp>
        <p:nvSpPr>
          <p:cNvPr id="24" name="TextBox 23"/>
          <p:cNvSpPr txBox="1"/>
          <p:nvPr/>
        </p:nvSpPr>
        <p:spPr>
          <a:xfrm>
            <a:off x="8333232" y="2836164"/>
            <a:ext cx="2993136" cy="571500"/>
          </a:xfrm>
          <a:prstGeom prst="rect">
            <a:avLst/>
          </a:prstGeom>
          <a:noFill/>
        </p:spPr>
        <p:txBody>
          <a:bodyPr wrap="square" lIns="0" rIns="0" tIns="0" bIns="0">
            <a:spAutoFit/>
          </a:bodyPr>
          <a:lstStyle/>
          <a:p>
            <a:pPr>
              <a:spcAft>
                <a:spcPts val="300"/>
              </a:spcAft>
            </a:pPr>
            <a:r>
              <a:rPr sz="1200" b="0" i="0">
                <a:solidFill>
                  <a:srgbClr val="000000"/>
                </a:solidFill>
                <a:latin typeface="Calibri"/>
              </a:rPr>
              <a:t>user-invocable: false keeps it out of the / menu but still lets the model load it when relevant</a:t>
            </a:r>
          </a:p>
        </p:txBody>
      </p:sp>
      <p:sp>
        <p:nvSpPr>
          <p:cNvPr id="25" name="Rounded Rectangle 24"/>
          <p:cNvSpPr/>
          <p:nvPr/>
        </p:nvSpPr>
        <p:spPr>
          <a:xfrm>
            <a:off x="609600" y="4885502"/>
            <a:ext cx="10972800" cy="1177604"/>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02207" y="5291424"/>
            <a:ext cx="365760" cy="365760"/>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rot="2760000">
            <a:off x="1014715" y="5493324"/>
            <a:ext cx="60862" cy="247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rot="18780000">
            <a:off x="1035637" y="5455285"/>
            <a:ext cx="140744" cy="247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524000" y="5089875"/>
            <a:ext cx="2011680" cy="237744"/>
          </a:xfrm>
          <a:prstGeom prst="rect">
            <a:avLst/>
          </a:prstGeom>
          <a:noFill/>
        </p:spPr>
        <p:txBody>
          <a:bodyPr wrap="square" anchor="t" lIns="0" rIns="0" tIns="0" bIns="0">
            <a:spAutoFit/>
          </a:bodyPr>
          <a:lstStyle/>
          <a:p>
            <a:pPr algn="l"/>
            <a:r>
              <a:rPr sz="1200" b="1" i="0" spc="80">
                <a:solidFill>
                  <a:srgbClr val="6B04A8"/>
                </a:solidFill>
                <a:latin typeface="Calibri"/>
              </a:rPr>
              <a:t>RULE OF THUMB</a:t>
            </a:r>
          </a:p>
        </p:txBody>
      </p:sp>
      <p:sp>
        <p:nvSpPr>
          <p:cNvPr id="30" name="TextBox 29"/>
          <p:cNvSpPr txBox="1"/>
          <p:nvPr/>
        </p:nvSpPr>
        <p:spPr>
          <a:xfrm>
            <a:off x="1524000" y="5382483"/>
            <a:ext cx="9601200" cy="476250"/>
          </a:xfrm>
          <a:prstGeom prst="rect">
            <a:avLst/>
          </a:prstGeom>
          <a:noFill/>
        </p:spPr>
        <p:txBody>
          <a:bodyPr wrap="square" anchor="t" lIns="0" rIns="0" tIns="0" bIns="0">
            <a:spAutoFit/>
          </a:bodyPr>
          <a:lstStyle/>
          <a:p>
            <a:pPr algn="l"/>
            <a:r>
              <a:rPr sz="1500" b="0" i="0">
                <a:solidFill>
                  <a:srgbClr val="000000"/>
                </a:solidFill>
                <a:latin typeface="Calibri"/>
              </a:rPr>
              <a:t>If the task is the same shape every time and the model just needs to be told how, write a skill — not an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Tool restrictions, context isolation, or a persona — and how orchestration follows from that</a:t>
            </a:r>
          </a:p>
        </p:txBody>
      </p:sp>
      <p:sp>
        <p:nvSpPr>
          <p:cNvPr id="3" name="Title 2"/>
          <p:cNvSpPr>
            <a:spLocks noGrp="1"/>
          </p:cNvSpPr>
          <p:nvPr>
            <p:ph type="title"/>
          </p:nvPr>
        </p:nvSpPr>
        <p:spPr/>
        <p:txBody>
          <a:bodyPr/>
          <a:lstStyle/>
          <a:p>
            <a:r>
              <a:t>Reach for an agent when you need a boundary</a:t>
            </a:r>
          </a:p>
        </p:txBody>
      </p:sp>
      <p:sp>
        <p:nvSpPr>
          <p:cNvPr id="4" name="TextBox 3"/>
          <p:cNvSpPr txBox="1"/>
          <p:nvPr/>
        </p:nvSpPr>
        <p:spPr>
          <a:xfrm>
            <a:off x="609600" y="1628774"/>
            <a:ext cx="5214730" cy="310896"/>
          </a:xfrm>
          <a:prstGeom prst="rect">
            <a:avLst/>
          </a:prstGeom>
          <a:noFill/>
        </p:spPr>
        <p:txBody>
          <a:bodyPr wrap="square" anchor="t" lIns="0" rIns="0" tIns="0" bIns="0">
            <a:spAutoFit/>
          </a:bodyPr>
          <a:lstStyle/>
          <a:p>
            <a:pPr algn="l"/>
            <a:r>
              <a:rPr sz="1700" b="1" i="0">
                <a:solidFill>
                  <a:srgbClr val="4D69E0"/>
                </a:solidFill>
                <a:latin typeface="Calibri"/>
              </a:rPr>
              <a:t>The boundary</a:t>
            </a:r>
          </a:p>
        </p:txBody>
      </p:sp>
      <p:sp>
        <p:nvSpPr>
          <p:cNvPr id="5" name="Rectangle 4"/>
          <p:cNvSpPr/>
          <p:nvPr/>
        </p:nvSpPr>
        <p:spPr>
          <a:xfrm>
            <a:off x="609600" y="2012822"/>
            <a:ext cx="5214730" cy="32004"/>
          </a:xfrm>
          <a:prstGeom prst="rect">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2232278"/>
            <a:ext cx="5214730"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Its own tool list — a planning agent gets read-only tools, an implementation agent gets edit and execute</a:t>
            </a:r>
          </a:p>
          <a:p>
            <a:pPr>
              <a:spcAft>
                <a:spcPts val="1000"/>
              </a:spcAft>
            </a:pPr>
            <a:r>
              <a:rPr sz="1400" b="0" i="0">
                <a:solidFill>
                  <a:srgbClr val="000000"/>
                </a:solidFill>
                <a:latin typeface="Calibri"/>
              </a:rPr>
              <a:t>Its own context — a subagent explores, greps and reads, then returns one clean result</a:t>
            </a:r>
          </a:p>
          <a:p>
            <a:pPr>
              <a:spcAft>
                <a:spcPts val="1000"/>
              </a:spcAft>
            </a:pPr>
            <a:r>
              <a:rPr sz="1400" b="0" i="0">
                <a:solidFill>
                  <a:srgbClr val="000000"/>
                </a:solidFill>
                <a:latin typeface="Calibri"/>
              </a:rPr>
              <a:t>Optionally its own persona and its own pinned model</a:t>
            </a:r>
          </a:p>
        </p:txBody>
      </p:sp>
      <p:sp>
        <p:nvSpPr>
          <p:cNvPr id="7" name="TextBox 6"/>
          <p:cNvSpPr txBox="1"/>
          <p:nvPr/>
        </p:nvSpPr>
        <p:spPr>
          <a:xfrm>
            <a:off x="6367669" y="1628774"/>
            <a:ext cx="5214730" cy="310896"/>
          </a:xfrm>
          <a:prstGeom prst="rect">
            <a:avLst/>
          </a:prstGeom>
          <a:noFill/>
        </p:spPr>
        <p:txBody>
          <a:bodyPr wrap="square" anchor="t" lIns="0" rIns="0" tIns="0" bIns="0">
            <a:spAutoFit/>
          </a:bodyPr>
          <a:lstStyle/>
          <a:p>
            <a:pPr algn="l"/>
            <a:r>
              <a:rPr sz="1700" b="1" i="0">
                <a:solidFill>
                  <a:srgbClr val="C530FF"/>
                </a:solidFill>
                <a:latin typeface="Calibri"/>
              </a:rPr>
              <a:t>The orchestration pattern</a:t>
            </a:r>
          </a:p>
        </p:txBody>
      </p:sp>
      <p:sp>
        <p:nvSpPr>
          <p:cNvPr id="8" name="Rectangle 7"/>
          <p:cNvSpPr/>
          <p:nvPr/>
        </p:nvSpPr>
        <p:spPr>
          <a:xfrm>
            <a:off x="6367669" y="2012822"/>
            <a:ext cx="5214730" cy="32004"/>
          </a:xfrm>
          <a:prstGeom prst="rect">
            <a:avLst/>
          </a:prstGeom>
          <a:solidFill>
            <a:srgbClr val="C53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67669" y="2232278"/>
            <a:ext cx="5214730"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The parent agent holds only the agent tool and a short list of named subagents</a:t>
            </a:r>
          </a:p>
          <a:p>
            <a:pPr>
              <a:spcAft>
                <a:spcPts val="1000"/>
              </a:spcAft>
            </a:pPr>
            <a:r>
              <a:rPr sz="1400" b="0" i="0">
                <a:solidFill>
                  <a:srgbClr val="000000"/>
                </a:solidFill>
                <a:latin typeface="Calibri"/>
              </a:rPr>
              <a:t>Each subagent specialises through its own tools and instructions, not the parent's</a:t>
            </a:r>
          </a:p>
          <a:p>
            <a:pPr>
              <a:spcAft>
                <a:spcPts val="1000"/>
              </a:spcAft>
            </a:pPr>
            <a:r>
              <a:rPr sz="1400" b="0" i="0">
                <a:solidFill>
                  <a:srgbClr val="000000"/>
                </a:solidFill>
                <a:latin typeface="Calibri"/>
              </a:rPr>
              <a:t>Handoffs sequence plan → implement → review, each with its own model and 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Models GitHub recommends per task area, counted from its own comparison table</a:t>
            </a:r>
          </a:p>
        </p:txBody>
      </p:sp>
      <p:sp>
        <p:nvSpPr>
          <p:cNvPr id="3" name="Title 2"/>
          <p:cNvSpPr>
            <a:spLocks noGrp="1"/>
          </p:cNvSpPr>
          <p:nvPr>
            <p:ph type="title"/>
          </p:nvPr>
        </p:nvSpPr>
        <p:spPr/>
        <p:txBody>
          <a:bodyPr/>
          <a:lstStyle/>
          <a:p>
            <a:r>
              <a:t>Reasoning models get the most choices in the catalogue</a:t>
            </a:r>
          </a:p>
        </p:txBody>
      </p:sp>
      <p:graphicFrame>
        <p:nvGraphicFramePr>
          <p:cNvPr id="4" name="Chart 3"/>
          <p:cNvGraphicFramePr>
            <a:graphicFrameLocks noGrp="1"/>
          </p:cNvGraphicFramePr>
          <p:nvPr/>
        </p:nvGraphicFramePr>
        <p:xfrm>
          <a:off x="609600" y="1628775"/>
          <a:ext cx="6661404" cy="3028127"/>
        </p:xfrm>
        <a:graphic>
          <a:graphicData uri="http://schemas.openxmlformats.org/drawingml/2006/chart">
            <c:chart xmlns:c="http://schemas.openxmlformats.org/drawingml/2006/chart" r:id="rId2"/>
          </a:graphicData>
        </a:graphic>
      </p:graphicFrame>
      <p:sp>
        <p:nvSpPr>
          <p:cNvPr id="5" name="TextBox 4"/>
          <p:cNvSpPr txBox="1"/>
          <p:nvPr/>
        </p:nvSpPr>
        <p:spPr>
          <a:xfrm>
            <a:off x="7499604" y="1628775"/>
            <a:ext cx="4082796" cy="3028127"/>
          </a:xfrm>
          <a:prstGeom prst="rect">
            <a:avLst/>
          </a:prstGeom>
          <a:noFill/>
        </p:spPr>
        <p:txBody>
          <a:bodyPr wrap="square" lIns="0" rIns="0" tIns="0" bIns="0">
            <a:spAutoFit/>
          </a:bodyPr>
          <a:lstStyle/>
          <a:p>
            <a:pPr>
              <a:spcAft>
                <a:spcPts val="600"/>
              </a:spcAft>
            </a:pPr>
            <a:r>
              <a:rPr sz="1300" b="0" i="0">
                <a:solidFill>
                  <a:srgbClr val="000000"/>
                </a:solidFill>
                <a:latin typeface="Calibri"/>
              </a:rPr>
              <a:t>•  </a:t>
            </a:r>
            <a:r>
              <a:rPr sz="1300" b="0" i="0">
                <a:solidFill>
                  <a:srgbClr val="000000"/>
                </a:solidFill>
                <a:latin typeface="Calibri"/>
              </a:rPr>
              <a:t>Everyday: Sonnet, GPT-5.6 Terra, GPT-5 mini</a:t>
            </a:r>
          </a:p>
          <a:p>
            <a:pPr>
              <a:spcAft>
                <a:spcPts val="600"/>
              </a:spcAft>
            </a:pPr>
            <a:r>
              <a:rPr sz="1300" b="0" i="0">
                <a:solidFill>
                  <a:srgbClr val="000000"/>
                </a:solidFill>
                <a:latin typeface="Calibri"/>
              </a:rPr>
              <a:t>•  </a:t>
            </a:r>
            <a:r>
              <a:rPr sz="1300" b="0" i="0">
                <a:solidFill>
                  <a:srgbClr val="000000"/>
                </a:solidFill>
                <a:latin typeface="Calibri"/>
              </a:rPr>
              <a:t>Fast: Haiku, GPT-5.6 Luna</a:t>
            </a:r>
          </a:p>
          <a:p>
            <a:pPr>
              <a:spcAft>
                <a:spcPts val="600"/>
              </a:spcAft>
            </a:pPr>
            <a:r>
              <a:rPr sz="1300" b="0" i="0">
                <a:solidFill>
                  <a:srgbClr val="000000"/>
                </a:solidFill>
                <a:latin typeface="Calibri"/>
              </a:rPr>
              <a:t>•  </a:t>
            </a:r>
            <a:r>
              <a:rPr sz="1300" b="0" i="0">
                <a:solidFill>
                  <a:srgbClr val="000000"/>
                </a:solidFill>
                <a:latin typeface="Calibri"/>
              </a:rPr>
              <a:t>Deep reasoning: Opus, GPT-5.6 Sol, Gemini 3.1 Pro</a:t>
            </a:r>
          </a:p>
          <a:p>
            <a:pPr>
              <a:spcAft>
                <a:spcPts val="600"/>
              </a:spcAft>
            </a:pPr>
            <a:r>
              <a:rPr sz="1300" b="0" i="0">
                <a:solidFill>
                  <a:srgbClr val="000000"/>
                </a:solidFill>
                <a:latin typeface="Calibri"/>
              </a:rPr>
              <a:t>•  </a:t>
            </a:r>
            <a:r>
              <a:rPr sz="1300" b="0" i="0">
                <a:solidFill>
                  <a:srgbClr val="000000"/>
                </a:solidFill>
                <a:latin typeface="Calibri"/>
              </a:rPr>
              <a:t>Visual: needs multimodal input</a:t>
            </a:r>
          </a:p>
        </p:txBody>
      </p:sp>
      <p:sp>
        <p:nvSpPr>
          <p:cNvPr id="6" name="Rounded Rectangle 5"/>
          <p:cNvSpPr/>
          <p:nvPr/>
        </p:nvSpPr>
        <p:spPr>
          <a:xfrm>
            <a:off x="609600" y="4885502"/>
            <a:ext cx="10972800" cy="1177604"/>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02207" y="5291424"/>
            <a:ext cx="365760" cy="365760"/>
          </a:xfrm>
          <a:prstGeom prst="ellipse">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31833" y="5383010"/>
            <a:ext cx="106509" cy="114117"/>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58460" y="5500931"/>
            <a:ext cx="53254"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064166" y="5531363"/>
            <a:ext cx="41842" cy="190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24000" y="5089875"/>
            <a:ext cx="2011680" cy="237744"/>
          </a:xfrm>
          <a:prstGeom prst="rect">
            <a:avLst/>
          </a:prstGeom>
          <a:noFill/>
        </p:spPr>
        <p:txBody>
          <a:bodyPr wrap="square" anchor="t" lIns="0" rIns="0" tIns="0" bIns="0">
            <a:spAutoFit/>
          </a:bodyPr>
          <a:lstStyle/>
          <a:p>
            <a:pPr algn="l"/>
            <a:r>
              <a:rPr sz="1200" b="1" i="0" spc="80">
                <a:solidFill>
                  <a:srgbClr val="6B04A8"/>
                </a:solidFill>
                <a:latin typeface="Calibri"/>
              </a:rPr>
              <a:t>SO WHAT</a:t>
            </a:r>
          </a:p>
        </p:txBody>
      </p:sp>
      <p:sp>
        <p:nvSpPr>
          <p:cNvPr id="12" name="TextBox 11"/>
          <p:cNvSpPr txBox="1"/>
          <p:nvPr/>
        </p:nvSpPr>
        <p:spPr>
          <a:xfrm>
            <a:off x="1524000" y="5382483"/>
            <a:ext cx="9601200" cy="476250"/>
          </a:xfrm>
          <a:prstGeom prst="rect">
            <a:avLst/>
          </a:prstGeom>
          <a:noFill/>
        </p:spPr>
        <p:txBody>
          <a:bodyPr wrap="square" anchor="t" lIns="0" rIns="0" tIns="0" bIns="0">
            <a:spAutoFit/>
          </a:bodyPr>
          <a:lstStyle/>
          <a:p>
            <a:pPr algn="l"/>
            <a:r>
              <a:rPr sz="1500" b="0" i="0">
                <a:solidFill>
                  <a:srgbClr val="000000"/>
                </a:solidFill>
                <a:latin typeface="Calibri"/>
              </a:rPr>
              <a:t>Deep reasoning has the most dedicated options in GitHub's own catalogue — pin one on your planner or architecture-review agent rather than leaving every stage on the default.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 plugin can bundle skills, agents, MCP servers and hooks in one install</a:t>
            </a:r>
          </a:p>
        </p:txBody>
      </p:sp>
      <p:sp>
        <p:nvSpPr>
          <p:cNvPr id="3" name="Title 2"/>
          <p:cNvSpPr>
            <a:spLocks noGrp="1"/>
          </p:cNvSpPr>
          <p:nvPr>
            <p:ph type="title"/>
          </p:nvPr>
        </p:nvSpPr>
        <p:spPr/>
        <p:txBody>
          <a:bodyPr/>
          <a:lstStyle/>
          <a:p>
            <a:r>
              <a:t>The marketplace packages both together</a:t>
            </a:r>
          </a:p>
        </p:txBody>
      </p:sp>
      <p:sp>
        <p:nvSpPr>
          <p:cNvPr id="4" name="Rounded Rectangle 3"/>
          <p:cNvSpPr/>
          <p:nvPr/>
        </p:nvSpPr>
        <p:spPr>
          <a:xfrm>
            <a:off x="609600" y="1628775"/>
            <a:ext cx="3505200" cy="2463546"/>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5632" y="1884807"/>
            <a:ext cx="512064" cy="512064"/>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93852" y="2013027"/>
            <a:ext cx="117160" cy="117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132314" y="2013027"/>
            <a:ext cx="117160" cy="117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993852" y="2151489"/>
            <a:ext cx="117160" cy="117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132314" y="2151489"/>
            <a:ext cx="117160" cy="117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5632" y="2524887"/>
            <a:ext cx="2993136" cy="476250"/>
          </a:xfrm>
          <a:prstGeom prst="rect">
            <a:avLst/>
          </a:prstGeom>
          <a:noFill/>
        </p:spPr>
        <p:txBody>
          <a:bodyPr wrap="square" anchor="t" lIns="0" rIns="0" tIns="0" bIns="0">
            <a:spAutoFit/>
          </a:bodyPr>
          <a:lstStyle/>
          <a:p>
            <a:pPr algn="l"/>
            <a:r>
              <a:rPr sz="1500" b="1" i="0">
                <a:solidFill>
                  <a:srgbClr val="3D1152"/>
                </a:solidFill>
                <a:latin typeface="Calibri"/>
              </a:rPr>
              <a:t>One plugin, several parts</a:t>
            </a:r>
          </a:p>
        </p:txBody>
      </p:sp>
      <p:sp>
        <p:nvSpPr>
          <p:cNvPr id="11" name="TextBox 10"/>
          <p:cNvSpPr txBox="1"/>
          <p:nvPr/>
        </p:nvSpPr>
        <p:spPr>
          <a:xfrm>
            <a:off x="865632" y="3074289"/>
            <a:ext cx="2993136" cy="761999"/>
          </a:xfrm>
          <a:prstGeom prst="rect">
            <a:avLst/>
          </a:prstGeom>
          <a:noFill/>
        </p:spPr>
        <p:txBody>
          <a:bodyPr wrap="square" lIns="0" rIns="0" tIns="0" bIns="0">
            <a:spAutoFit/>
          </a:bodyPr>
          <a:lstStyle/>
          <a:p>
            <a:pPr>
              <a:spcAft>
                <a:spcPts val="300"/>
              </a:spcAft>
            </a:pPr>
            <a:r>
              <a:rPr sz="1200" b="0" i="0">
                <a:solidFill>
                  <a:srgbClr val="000000"/>
                </a:solidFill>
                <a:latin typeface="Calibri"/>
              </a:rPr>
              <a:t>plugin.json declares skills/, agents/, hooks.json and mcp.json — install once, get all of it</a:t>
            </a:r>
          </a:p>
        </p:txBody>
      </p:sp>
      <p:sp>
        <p:nvSpPr>
          <p:cNvPr id="12" name="Rounded Rectangle 11"/>
          <p:cNvSpPr/>
          <p:nvPr/>
        </p:nvSpPr>
        <p:spPr>
          <a:xfrm>
            <a:off x="4343400" y="1628775"/>
            <a:ext cx="3505200" cy="2463546"/>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99432" y="1884807"/>
            <a:ext cx="512064" cy="512064"/>
          </a:xfrm>
          <a:prstGeom prst="ellipse">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727652" y="2013027"/>
            <a:ext cx="165089" cy="165089"/>
          </a:xfrm>
          <a:prstGeom prst="ellipse">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rot="2700000">
            <a:off x="4858126" y="2190099"/>
            <a:ext cx="122485" cy="346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99432" y="2524887"/>
            <a:ext cx="2993136" cy="476250"/>
          </a:xfrm>
          <a:prstGeom prst="rect">
            <a:avLst/>
          </a:prstGeom>
          <a:noFill/>
        </p:spPr>
        <p:txBody>
          <a:bodyPr wrap="square" anchor="t" lIns="0" rIns="0" tIns="0" bIns="0">
            <a:spAutoFit/>
          </a:bodyPr>
          <a:lstStyle/>
          <a:p>
            <a:pPr algn="l"/>
            <a:r>
              <a:rPr sz="1500" b="1" i="0">
                <a:solidFill>
                  <a:srgbClr val="3D1152"/>
                </a:solidFill>
                <a:latin typeface="Calibri"/>
              </a:rPr>
              <a:t>Browse before you trust</a:t>
            </a:r>
          </a:p>
        </p:txBody>
      </p:sp>
      <p:sp>
        <p:nvSpPr>
          <p:cNvPr id="17" name="TextBox 16"/>
          <p:cNvSpPr txBox="1"/>
          <p:nvPr/>
        </p:nvSpPr>
        <p:spPr>
          <a:xfrm>
            <a:off x="4599432" y="3074289"/>
            <a:ext cx="2993136" cy="761999"/>
          </a:xfrm>
          <a:prstGeom prst="rect">
            <a:avLst/>
          </a:prstGeom>
          <a:noFill/>
        </p:spPr>
        <p:txBody>
          <a:bodyPr wrap="square" lIns="0" rIns="0" tIns="0" bIns="0">
            <a:spAutoFit/>
          </a:bodyPr>
          <a:lstStyle/>
          <a:p>
            <a:pPr>
              <a:spcAft>
                <a:spcPts val="300"/>
              </a:spcAft>
            </a:pPr>
            <a:r>
              <a:rPr sz="1200" b="0" i="0">
                <a:solidFill>
                  <a:srgbClr val="000000"/>
                </a:solidFill>
                <a:latin typeface="Calibri"/>
              </a:rPr>
              <a:t>Search @agentPlugins in the Extensions view; the first install from a new marketplace prompts you to review the source</a:t>
            </a:r>
          </a:p>
        </p:txBody>
      </p:sp>
      <p:sp>
        <p:nvSpPr>
          <p:cNvPr id="18" name="Rounded Rectangle 17"/>
          <p:cNvSpPr/>
          <p:nvPr/>
        </p:nvSpPr>
        <p:spPr>
          <a:xfrm>
            <a:off x="8077200" y="1628775"/>
            <a:ext cx="3505200" cy="2463546"/>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33232" y="1884807"/>
            <a:ext cx="512064" cy="512064"/>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rot="5400000">
            <a:off x="8466778" y="2013027"/>
            <a:ext cx="244971" cy="255622"/>
          </a:xfrm>
          <a:prstGeom prst="hexagon">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33232" y="2524887"/>
            <a:ext cx="2993136" cy="476250"/>
          </a:xfrm>
          <a:prstGeom prst="rect">
            <a:avLst/>
          </a:prstGeom>
          <a:noFill/>
        </p:spPr>
        <p:txBody>
          <a:bodyPr wrap="square" anchor="t" lIns="0" rIns="0" tIns="0" bIns="0">
            <a:spAutoFit/>
          </a:bodyPr>
          <a:lstStyle/>
          <a:p>
            <a:pPr algn="l"/>
            <a:r>
              <a:rPr sz="1500" b="1" i="0">
                <a:solidFill>
                  <a:srgbClr val="3D1152"/>
                </a:solidFill>
                <a:latin typeface="Calibri"/>
              </a:rPr>
              <a:t>Org-controlled, not a free-for-all</a:t>
            </a:r>
          </a:p>
        </p:txBody>
      </p:sp>
      <p:sp>
        <p:nvSpPr>
          <p:cNvPr id="22" name="TextBox 21"/>
          <p:cNvSpPr txBox="1"/>
          <p:nvPr/>
        </p:nvSpPr>
        <p:spPr>
          <a:xfrm>
            <a:off x="8333232" y="3074289"/>
            <a:ext cx="2993136" cy="761999"/>
          </a:xfrm>
          <a:prstGeom prst="rect">
            <a:avLst/>
          </a:prstGeom>
          <a:noFill/>
        </p:spPr>
        <p:txBody>
          <a:bodyPr wrap="square" lIns="0" rIns="0" tIns="0" bIns="0">
            <a:spAutoFit/>
          </a:bodyPr>
          <a:lstStyle/>
          <a:p>
            <a:pPr>
              <a:spcAft>
                <a:spcPts val="300"/>
              </a:spcAft>
            </a:pPr>
            <a:r>
              <a:rPr sz="1200" b="0" i="0">
                <a:solidFill>
                  <a:srgbClr val="000000"/>
                </a:solidFill>
                <a:latin typeface="Calibri"/>
              </a:rPr>
              <a:t>Enterprises can pin an approved marketplace list and restrict which tools plugins may use</a:t>
            </a:r>
          </a:p>
        </p:txBody>
      </p:sp>
      <p:sp>
        <p:nvSpPr>
          <p:cNvPr id="23" name="Rounded Rectangle 22"/>
          <p:cNvSpPr/>
          <p:nvPr/>
        </p:nvSpPr>
        <p:spPr>
          <a:xfrm>
            <a:off x="609600" y="4885502"/>
            <a:ext cx="10972800" cy="1177604"/>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02207" y="5291424"/>
            <a:ext cx="365760" cy="365760"/>
          </a:xfrm>
          <a:prstGeom prst="ellipse">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a:off x="989990" y="5386814"/>
            <a:ext cx="190195" cy="174979"/>
          </a:xfrm>
          <a:prstGeom prst="triangl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075578" y="5451481"/>
            <a:ext cx="19019" cy="570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071774" y="5519951"/>
            <a:ext cx="26627" cy="2662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524000" y="5089875"/>
            <a:ext cx="2011680" cy="237744"/>
          </a:xfrm>
          <a:prstGeom prst="rect">
            <a:avLst/>
          </a:prstGeom>
          <a:noFill/>
        </p:spPr>
        <p:txBody>
          <a:bodyPr wrap="square" anchor="t" lIns="0" rIns="0" tIns="0" bIns="0">
            <a:spAutoFit/>
          </a:bodyPr>
          <a:lstStyle/>
          <a:p>
            <a:pPr algn="l"/>
            <a:r>
              <a:rPr sz="1200" b="1" i="0" spc="80">
                <a:solidFill>
                  <a:srgbClr val="F70656"/>
                </a:solidFill>
                <a:latin typeface="Calibri"/>
              </a:rPr>
              <a:t>BEFORE YOU INSTALL</a:t>
            </a:r>
          </a:p>
        </p:txBody>
      </p:sp>
      <p:sp>
        <p:nvSpPr>
          <p:cNvPr id="29" name="TextBox 28"/>
          <p:cNvSpPr txBox="1"/>
          <p:nvPr/>
        </p:nvSpPr>
        <p:spPr>
          <a:xfrm>
            <a:off x="1524000" y="5382483"/>
            <a:ext cx="9601200" cy="476250"/>
          </a:xfrm>
          <a:prstGeom prst="rect">
            <a:avLst/>
          </a:prstGeom>
          <a:noFill/>
        </p:spPr>
        <p:txBody>
          <a:bodyPr wrap="square" anchor="t" lIns="0" rIns="0" tIns="0" bIns="0">
            <a:spAutoFit/>
          </a:bodyPr>
          <a:lstStyle/>
          <a:p>
            <a:pPr algn="l"/>
            <a:r>
              <a:rPr sz="1500" b="0" i="0">
                <a:solidFill>
                  <a:srgbClr val="000000"/>
                </a:solidFill>
                <a:latin typeface="Calibri"/>
              </a:rPr>
              <a:t>A plugin's hooks and MCP servers run code on your machine — review the publisher and the tool list, the same way you would review a dependency.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same habit that keeps a deck readable keeps a skill useful</a:t>
            </a:r>
          </a:p>
        </p:txBody>
      </p:sp>
      <p:sp>
        <p:nvSpPr>
          <p:cNvPr id="3" name="Title 2"/>
          <p:cNvSpPr>
            <a:spLocks noGrp="1"/>
          </p:cNvSpPr>
          <p:nvPr>
            <p:ph type="title"/>
          </p:nvPr>
        </p:nvSpPr>
        <p:spPr/>
        <p:txBody>
          <a:bodyPr/>
          <a:lstStyle/>
          <a:p>
            <a:r>
              <a:t>Skills accrete — keep pruning them</a:t>
            </a:r>
          </a:p>
        </p:txBody>
      </p:sp>
      <p:sp>
        <p:nvSpPr>
          <p:cNvPr id="4" name="TextBox 3"/>
          <p:cNvSpPr txBox="1"/>
          <p:nvPr/>
        </p:nvSpPr>
        <p:spPr>
          <a:xfrm>
            <a:off x="609600" y="1628774"/>
            <a:ext cx="5214730" cy="310896"/>
          </a:xfrm>
          <a:prstGeom prst="rect">
            <a:avLst/>
          </a:prstGeom>
          <a:noFill/>
        </p:spPr>
        <p:txBody>
          <a:bodyPr wrap="square" anchor="t" lIns="0" rIns="0" tIns="0" bIns="0">
            <a:spAutoFit/>
          </a:bodyPr>
          <a:lstStyle/>
          <a:p>
            <a:pPr algn="l"/>
            <a:r>
              <a:rPr sz="1700" b="1" i="0">
                <a:solidFill>
                  <a:srgbClr val="F70656"/>
                </a:solidFill>
                <a:latin typeface="Calibri"/>
              </a:rPr>
              <a:t>Signs it's outgrown itself</a:t>
            </a:r>
          </a:p>
        </p:txBody>
      </p:sp>
      <p:sp>
        <p:nvSpPr>
          <p:cNvPr id="5" name="Rectangle 4"/>
          <p:cNvSpPr/>
          <p:nvPr/>
        </p:nvSpPr>
        <p:spPr>
          <a:xfrm>
            <a:off x="609600" y="2012822"/>
            <a:ext cx="5214730" cy="32004"/>
          </a:xfrm>
          <a:prstGeom prst="rect">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2232278"/>
            <a:ext cx="5214730"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Runs past a few hundred lines — the whole body loads every time it triggers, not just the part the task needs</a:t>
            </a:r>
          </a:p>
          <a:p>
            <a:pPr>
              <a:spcAft>
                <a:spcPts val="1000"/>
              </a:spcAft>
            </a:pPr>
            <a:r>
              <a:rPr sz="1400" b="0" i="0">
                <a:solidFill>
                  <a:srgbClr val="000000"/>
                </a:solidFill>
                <a:latin typeface="Calibri"/>
              </a:rPr>
              <a:t>The same warning restated three or four ways because it 'wasn't sticking' — a sign it needs rewriting, not repeating</a:t>
            </a:r>
          </a:p>
          <a:p>
            <a:pPr>
              <a:spcAft>
                <a:spcPts val="1000"/>
              </a:spcAft>
            </a:pPr>
            <a:r>
              <a:rPr sz="1400" b="0" i="0">
                <a:solidFill>
                  <a:srgbClr val="000000"/>
                </a:solidFill>
                <a:latin typeface="Calibri"/>
              </a:rPr>
              <a:t>One skill quietly covering half a dozen unrelated concerns</a:t>
            </a:r>
          </a:p>
          <a:p>
            <a:pPr>
              <a:spcAft>
                <a:spcPts val="1000"/>
              </a:spcAft>
            </a:pPr>
            <a:r>
              <a:rPr sz="1400" b="0" i="0">
                <a:solidFill>
                  <a:srgbClr val="000000"/>
                </a:solidFill>
                <a:latin typeface="Calibri"/>
              </a:rPr>
              <a:t>Written against one specific tool or client by name, so it breaks wherever that tool doesn't exist</a:t>
            </a:r>
          </a:p>
        </p:txBody>
      </p:sp>
      <p:sp>
        <p:nvSpPr>
          <p:cNvPr id="7" name="TextBox 6"/>
          <p:cNvSpPr txBox="1"/>
          <p:nvPr/>
        </p:nvSpPr>
        <p:spPr>
          <a:xfrm>
            <a:off x="6367669" y="1628774"/>
            <a:ext cx="5214730" cy="310896"/>
          </a:xfrm>
          <a:prstGeom prst="rect">
            <a:avLst/>
          </a:prstGeom>
          <a:noFill/>
        </p:spPr>
        <p:txBody>
          <a:bodyPr wrap="square" anchor="t" lIns="0" rIns="0" tIns="0" bIns="0">
            <a:spAutoFit/>
          </a:bodyPr>
          <a:lstStyle/>
          <a:p>
            <a:pPr algn="l"/>
            <a:r>
              <a:rPr sz="1700" b="1" i="0">
                <a:solidFill>
                  <a:srgbClr val="00D787"/>
                </a:solidFill>
                <a:latin typeface="Calibri"/>
              </a:rPr>
              <a:t>What keeps it useful</a:t>
            </a:r>
          </a:p>
        </p:txBody>
      </p:sp>
      <p:sp>
        <p:nvSpPr>
          <p:cNvPr id="8" name="Rectangle 7"/>
          <p:cNvSpPr/>
          <p:nvPr/>
        </p:nvSpPr>
        <p:spPr>
          <a:xfrm>
            <a:off x="6367669" y="2012822"/>
            <a:ext cx="5214730" cy="32004"/>
          </a:xfrm>
          <a:prstGeom prst="rect">
            <a:avLst/>
          </a:prstGeom>
          <a:solidFill>
            <a:srgbClr val="00D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67669" y="2232278"/>
            <a:ext cx="5214730"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A short body plus a references folder — detail loads only when a step actually needs it</a:t>
            </a:r>
          </a:p>
          <a:p>
            <a:pPr>
              <a:spcAft>
                <a:spcPts val="1000"/>
              </a:spcAft>
            </a:pPr>
            <a:r>
              <a:rPr sz="1400" b="0" i="0">
                <a:solidFill>
                  <a:srgbClr val="000000"/>
                </a:solidFill>
                <a:latin typeface="Calibri"/>
              </a:rPr>
              <a:t>State the important instruction once, clearly, then trust it</a:t>
            </a:r>
          </a:p>
          <a:p>
            <a:pPr>
              <a:spcAft>
                <a:spcPts val="1000"/>
              </a:spcAft>
            </a:pPr>
            <a:r>
              <a:rPr sz="1400" b="0" i="0">
                <a:solidFill>
                  <a:srgbClr val="000000"/>
                </a:solidFill>
                <a:latin typeface="Calibri"/>
              </a:rPr>
              <a:t>One skill, one job — split the rest into their own skills or reference files</a:t>
            </a:r>
          </a:p>
          <a:p>
            <a:pPr>
              <a:spcAft>
                <a:spcPts val="1000"/>
              </a:spcAft>
            </a:pPr>
            <a:r>
              <a:rPr sz="1400" b="0" i="0">
                <a:solidFill>
                  <a:srgbClr val="000000"/>
                </a:solidFill>
                <a:latin typeface="Calibri"/>
              </a:rPr>
              <a:t>Describe the action needed, not the exact tool that performs it — stays portable across clients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0" t="100000" r="100000" b="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itle 1"/>
          <p:cNvSpPr>
            <a:spLocks noGrp="1"/>
          </p:cNvSpPr>
          <p:nvPr>
            <p:ph type="title"/>
          </p:nvPr>
        </p:nvSpPr>
        <p:spPr/>
        <p:txBody>
          <a:bodyPr/>
          <a:lstStyle/>
          <a:p>
            <a:r>
              <a:t>Every tool call stays inside its own boundary</a:t>
            </a:r>
          </a:p>
        </p:txBody>
      </p:sp>
      <p:sp>
        <p:nvSpPr>
          <p:cNvPr id="4" name="Rounded Rectangle 3"/>
          <p:cNvSpPr/>
          <p:nvPr/>
        </p:nvSpPr>
        <p:spPr>
          <a:xfrm>
            <a:off x="612648" y="1247749"/>
            <a:ext cx="3505200" cy="2691384"/>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68680" y="1503781"/>
            <a:ext cx="548640" cy="27432"/>
          </a:xfrm>
          <a:prstGeom prst="rect">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668372"/>
            <a:ext cx="2993136" cy="571500"/>
          </a:xfrm>
          <a:prstGeom prst="rect">
            <a:avLst/>
          </a:prstGeom>
          <a:noFill/>
        </p:spPr>
        <p:txBody>
          <a:bodyPr wrap="square" anchor="t" lIns="0" rIns="0" tIns="0" bIns="0">
            <a:spAutoFit/>
          </a:bodyPr>
          <a:lstStyle/>
          <a:p>
            <a:pPr algn="l"/>
            <a:r>
              <a:rPr sz="1800" b="1" i="0">
                <a:solidFill>
                  <a:srgbClr val="3D1152"/>
                </a:solidFill>
                <a:latin typeface="Calibri"/>
              </a:rPr>
              <a:t>No path traversal out of scope</a:t>
            </a:r>
          </a:p>
        </p:txBody>
      </p:sp>
      <p:sp>
        <p:nvSpPr>
          <p:cNvPr id="7" name="TextBox 6"/>
          <p:cNvSpPr txBox="1"/>
          <p:nvPr/>
        </p:nvSpPr>
        <p:spPr>
          <a:xfrm>
            <a:off x="868680" y="2349601"/>
            <a:ext cx="2993136" cy="1333499"/>
          </a:xfrm>
          <a:prstGeom prst="rect">
            <a:avLst/>
          </a:prstGeom>
          <a:noFill/>
        </p:spPr>
        <p:txBody>
          <a:bodyPr wrap="square" lIns="0" rIns="0" tIns="0" bIns="0">
            <a:spAutoFit/>
          </a:bodyPr>
          <a:lstStyle/>
          <a:p>
            <a:pPr>
              <a:spcAft>
                <a:spcPts val="600"/>
              </a:spcAft>
            </a:pPr>
            <a:r>
              <a:rPr sz="1400" b="0" i="0">
                <a:solidFill>
                  <a:srgbClr val="000000"/>
                </a:solidFill>
                <a:latin typeface="Calibri"/>
              </a:rPr>
              <a:t>Built-in tools read and write only inside the current workspace folder</a:t>
            </a:r>
          </a:p>
          <a:p>
            <a:pPr>
              <a:spcAft>
                <a:spcPts val="600"/>
              </a:spcAft>
            </a:pPr>
            <a:r>
              <a:rPr sz="1400" b="0" i="0">
                <a:solidFill>
                  <a:srgbClr val="000000"/>
                </a:solidFill>
                <a:latin typeface="Calibri"/>
              </a:rPr>
              <a:t>A ../.. climb outside it is refused, not merely discouraged</a:t>
            </a:r>
          </a:p>
        </p:txBody>
      </p:sp>
      <p:sp>
        <p:nvSpPr>
          <p:cNvPr id="8" name="Rounded Rectangle 7"/>
          <p:cNvSpPr/>
          <p:nvPr/>
        </p:nvSpPr>
        <p:spPr>
          <a:xfrm>
            <a:off x="4346448" y="1247749"/>
            <a:ext cx="3505200" cy="2691384"/>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602480" y="1503781"/>
            <a:ext cx="548640" cy="27432"/>
          </a:xfrm>
          <a:prstGeom prst="rect">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02480" y="1668372"/>
            <a:ext cx="2993136" cy="571500"/>
          </a:xfrm>
          <a:prstGeom prst="rect">
            <a:avLst/>
          </a:prstGeom>
          <a:noFill/>
        </p:spPr>
        <p:txBody>
          <a:bodyPr wrap="square" anchor="t" lIns="0" rIns="0" tIns="0" bIns="0">
            <a:spAutoFit/>
          </a:bodyPr>
          <a:lstStyle/>
          <a:p>
            <a:pPr algn="l"/>
            <a:r>
              <a:rPr sz="1800" b="1" i="0">
                <a:solidFill>
                  <a:srgbClr val="3D1152"/>
                </a:solidFill>
                <a:latin typeface="Calibri"/>
              </a:rPr>
              <a:t>Sandboxing, not just prompts</a:t>
            </a:r>
          </a:p>
        </p:txBody>
      </p:sp>
      <p:sp>
        <p:nvSpPr>
          <p:cNvPr id="11" name="TextBox 10"/>
          <p:cNvSpPr txBox="1"/>
          <p:nvPr/>
        </p:nvSpPr>
        <p:spPr>
          <a:xfrm>
            <a:off x="4602480" y="2349601"/>
            <a:ext cx="2993136" cy="1333499"/>
          </a:xfrm>
          <a:prstGeom prst="rect">
            <a:avLst/>
          </a:prstGeom>
          <a:noFill/>
        </p:spPr>
        <p:txBody>
          <a:bodyPr wrap="square" lIns="0" rIns="0" tIns="0" bIns="0">
            <a:spAutoFit/>
          </a:bodyPr>
          <a:lstStyle/>
          <a:p>
            <a:pPr>
              <a:spcAft>
                <a:spcPts val="600"/>
              </a:spcAft>
            </a:pPr>
            <a:r>
              <a:rPr sz="1300" b="0" i="0">
                <a:solidFill>
                  <a:srgbClr val="000000"/>
                </a:solidFill>
                <a:latin typeface="Calibri"/>
              </a:rPr>
              <a:t>OS-level sandboxing enforces file and network limits even for an approved command</a:t>
            </a:r>
          </a:p>
          <a:p>
            <a:pPr>
              <a:spcAft>
                <a:spcPts val="600"/>
              </a:spcAft>
            </a:pPr>
            <a:r>
              <a:rPr sz="1300" b="0" i="0">
                <a:solidFill>
                  <a:srgbClr val="000000"/>
                </a:solidFill>
                <a:latin typeface="Calibri"/>
              </a:rPr>
              <a:t>MCP servers can be sandboxed to an explicit allow-list of paths and domains</a:t>
            </a:r>
          </a:p>
        </p:txBody>
      </p:sp>
      <p:sp>
        <p:nvSpPr>
          <p:cNvPr id="12" name="Rounded Rectangle 11"/>
          <p:cNvSpPr/>
          <p:nvPr/>
        </p:nvSpPr>
        <p:spPr>
          <a:xfrm>
            <a:off x="8080248" y="1247749"/>
            <a:ext cx="3505200" cy="2691384"/>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336280" y="1503781"/>
            <a:ext cx="548640" cy="27432"/>
          </a:xfrm>
          <a:prstGeom prst="rect">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36280" y="1668372"/>
            <a:ext cx="2993136" cy="571500"/>
          </a:xfrm>
          <a:prstGeom prst="rect">
            <a:avLst/>
          </a:prstGeom>
          <a:noFill/>
        </p:spPr>
        <p:txBody>
          <a:bodyPr wrap="square" anchor="t" lIns="0" rIns="0" tIns="0" bIns="0">
            <a:spAutoFit/>
          </a:bodyPr>
          <a:lstStyle/>
          <a:p>
            <a:pPr algn="l"/>
            <a:r>
              <a:rPr sz="1800" b="1" i="0">
                <a:solidFill>
                  <a:srgbClr val="3D1152"/>
                </a:solidFill>
                <a:latin typeface="Calibri"/>
              </a:rPr>
              <a:t>Approval is still yours</a:t>
            </a:r>
          </a:p>
        </p:txBody>
      </p:sp>
      <p:sp>
        <p:nvSpPr>
          <p:cNvPr id="15" name="TextBox 14"/>
          <p:cNvSpPr txBox="1"/>
          <p:nvPr/>
        </p:nvSpPr>
        <p:spPr>
          <a:xfrm>
            <a:off x="8336280" y="2349601"/>
            <a:ext cx="2993136" cy="1333499"/>
          </a:xfrm>
          <a:prstGeom prst="rect">
            <a:avLst/>
          </a:prstGeom>
          <a:noFill/>
        </p:spPr>
        <p:txBody>
          <a:bodyPr wrap="square" lIns="0" rIns="0" tIns="0" bIns="0">
            <a:spAutoFit/>
          </a:bodyPr>
          <a:lstStyle/>
          <a:p>
            <a:pPr>
              <a:spcAft>
                <a:spcPts val="600"/>
              </a:spcAft>
            </a:pPr>
            <a:r>
              <a:rPr sz="1300" b="0" i="0">
                <a:solidFill>
                  <a:srgbClr val="000000"/>
                </a:solidFill>
                <a:latin typeface="Calibri"/>
              </a:rPr>
              <a:t>Terminal, tool and URL fetches ask before they run, at a scope you choose</a:t>
            </a:r>
          </a:p>
          <a:p>
            <a:pPr>
              <a:spcAft>
                <a:spcPts val="600"/>
              </a:spcAft>
            </a:pPr>
            <a:r>
              <a:rPr sz="1300" b="0" i="0">
                <a:solidFill>
                  <a:srgbClr val="000000"/>
                </a:solidFill>
                <a:latin typeface="Calibri"/>
              </a:rPr>
              <a:t>Hooks can deterministically block a dangerous call regardless of how the agent was prompted</a:t>
            </a:r>
          </a:p>
        </p:txBody>
      </p:sp>
      <p:sp>
        <p:nvSpPr>
          <p:cNvPr id="16" name="Rounded Rectangle 15"/>
          <p:cNvSpPr/>
          <p:nvPr/>
        </p:nvSpPr>
        <p:spPr>
          <a:xfrm>
            <a:off x="612648" y="4576258"/>
            <a:ext cx="10972800" cy="1458781"/>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5256" y="5122769"/>
            <a:ext cx="365760" cy="365760"/>
          </a:xfrm>
          <a:prstGeom prst="ellipse">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42489" y="5218159"/>
            <a:ext cx="91293" cy="98901"/>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008254" y="5290433"/>
            <a:ext cx="159763" cy="10650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527048" y="4921220"/>
            <a:ext cx="2011680" cy="237744"/>
          </a:xfrm>
          <a:prstGeom prst="rect">
            <a:avLst/>
          </a:prstGeom>
          <a:noFill/>
        </p:spPr>
        <p:txBody>
          <a:bodyPr wrap="square" anchor="t" lIns="0" rIns="0" tIns="0" bIns="0">
            <a:spAutoFit/>
          </a:bodyPr>
          <a:lstStyle/>
          <a:p>
            <a:pPr algn="l"/>
            <a:r>
              <a:rPr sz="1200" b="1" i="0" spc="80">
                <a:solidFill>
                  <a:srgbClr val="F70656"/>
                </a:solidFill>
                <a:latin typeface="Calibri"/>
              </a:rPr>
              <a:t>THE RULE</a:t>
            </a:r>
          </a:p>
        </p:txBody>
      </p:sp>
      <p:sp>
        <p:nvSpPr>
          <p:cNvPr id="21" name="TextBox 20"/>
          <p:cNvSpPr txBox="1"/>
          <p:nvPr/>
        </p:nvSpPr>
        <p:spPr>
          <a:xfrm>
            <a:off x="1527048" y="5213828"/>
            <a:ext cx="9601200" cy="476250"/>
          </a:xfrm>
          <a:prstGeom prst="rect">
            <a:avLst/>
          </a:prstGeom>
          <a:noFill/>
        </p:spPr>
        <p:txBody>
          <a:bodyPr wrap="square" anchor="t" lIns="0" rIns="0" tIns="0" bIns="0">
            <a:spAutoFit/>
          </a:bodyPr>
          <a:lstStyle/>
          <a:p>
            <a:pPr algn="l"/>
            <a:r>
              <a:rPr sz="1500" b="0" i="0">
                <a:solidFill>
                  <a:srgbClr val="000000"/>
                </a:solidFill>
                <a:latin typeface="Calibri"/>
              </a:rPr>
              <a:t>A skill or agent is granted a directory and a tool list, not the whole machine — it must never reach outside them, by path traversal or otherwise.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Work from the shape of the task, not from habit</a:t>
            </a:r>
          </a:p>
        </p:txBody>
      </p:sp>
      <p:sp>
        <p:nvSpPr>
          <p:cNvPr id="3" name="Title 2"/>
          <p:cNvSpPr>
            <a:spLocks noGrp="1"/>
          </p:cNvSpPr>
          <p:nvPr>
            <p:ph type="title"/>
          </p:nvPr>
        </p:nvSpPr>
        <p:spPr/>
        <p:txBody>
          <a:bodyPr/>
          <a:lstStyle/>
          <a:p>
            <a:r>
              <a:t>Which one do you actually reach for?</a:t>
            </a:r>
          </a:p>
        </p:txBody>
      </p:sp>
      <p:sp>
        <p:nvSpPr>
          <p:cNvPr id="4" name="TextBox 3"/>
          <p:cNvSpPr txBox="1"/>
          <p:nvPr/>
        </p:nvSpPr>
        <p:spPr>
          <a:xfrm>
            <a:off x="609600" y="1628775"/>
            <a:ext cx="2571750" cy="685800"/>
          </a:xfrm>
          <a:prstGeom prst="rect">
            <a:avLst/>
          </a:prstGeom>
          <a:noFill/>
        </p:spPr>
        <p:txBody>
          <a:bodyPr wrap="square" anchor="t" lIns="0" rIns="0" tIns="0" bIns="0">
            <a:spAutoFit/>
          </a:bodyPr>
          <a:lstStyle/>
          <a:p>
            <a:pPr algn="l"/>
            <a:r>
              <a:rPr sz="4000" b="0" i="0">
                <a:solidFill>
                  <a:srgbClr val="6B04A8"/>
                </a:solidFill>
                <a:latin typeface="Calibri Light"/>
              </a:rPr>
              <a:t>01</a:t>
            </a:r>
          </a:p>
        </p:txBody>
      </p:sp>
      <p:sp>
        <p:nvSpPr>
          <p:cNvPr id="5" name="Rectangle 4"/>
          <p:cNvSpPr/>
          <p:nvPr/>
        </p:nvSpPr>
        <p:spPr>
          <a:xfrm>
            <a:off x="609600" y="2415159"/>
            <a:ext cx="2571750" cy="32004"/>
          </a:xfrm>
          <a:prstGeom prst="rect">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2579751"/>
            <a:ext cx="2571750" cy="809625"/>
          </a:xfrm>
          <a:prstGeom prst="rect">
            <a:avLst/>
          </a:prstGeom>
          <a:noFill/>
        </p:spPr>
        <p:txBody>
          <a:bodyPr wrap="square" anchor="t" lIns="0" rIns="0" tIns="0" bIns="0">
            <a:spAutoFit/>
          </a:bodyPr>
          <a:lstStyle/>
          <a:p>
            <a:pPr algn="l"/>
            <a:r>
              <a:rPr sz="1700" b="1" i="0">
                <a:solidFill>
                  <a:srgbClr val="3D1152"/>
                </a:solidFill>
                <a:latin typeface="Calibri"/>
              </a:rPr>
              <a:t>Applies to most of your work, every time</a:t>
            </a:r>
          </a:p>
        </p:txBody>
      </p:sp>
      <p:sp>
        <p:nvSpPr>
          <p:cNvPr id="7" name="TextBox 6"/>
          <p:cNvSpPr txBox="1"/>
          <p:nvPr/>
        </p:nvSpPr>
        <p:spPr>
          <a:xfrm>
            <a:off x="609600" y="3517392"/>
            <a:ext cx="2571750" cy="1265681"/>
          </a:xfrm>
          <a:prstGeom prst="rect">
            <a:avLst/>
          </a:prstGeom>
          <a:noFill/>
        </p:spPr>
        <p:txBody>
          <a:bodyPr wrap="square" lIns="0" rIns="0" tIns="0" bIns="0">
            <a:spAutoFit/>
          </a:bodyPr>
          <a:lstStyle/>
          <a:p>
            <a:pPr>
              <a:spcAft>
                <a:spcPts val="600"/>
              </a:spcAft>
            </a:pPr>
            <a:r>
              <a:rPr sz="1300" b="0" i="0">
                <a:solidFill>
                  <a:srgbClr val="000000"/>
                </a:solidFill>
                <a:latin typeface="Calibri"/>
              </a:rPr>
              <a:t>Write an instructions file — always-on guidance, no invocation needed</a:t>
            </a:r>
          </a:p>
        </p:txBody>
      </p:sp>
      <p:sp>
        <p:nvSpPr>
          <p:cNvPr id="8" name="TextBox 7"/>
          <p:cNvSpPr txBox="1"/>
          <p:nvPr/>
        </p:nvSpPr>
        <p:spPr>
          <a:xfrm>
            <a:off x="3409950" y="1628775"/>
            <a:ext cx="2571750" cy="685800"/>
          </a:xfrm>
          <a:prstGeom prst="rect">
            <a:avLst/>
          </a:prstGeom>
          <a:noFill/>
        </p:spPr>
        <p:txBody>
          <a:bodyPr wrap="square" anchor="t" lIns="0" rIns="0" tIns="0" bIns="0">
            <a:spAutoFit/>
          </a:bodyPr>
          <a:lstStyle/>
          <a:p>
            <a:pPr algn="l"/>
            <a:r>
              <a:rPr sz="4000" b="0" i="0">
                <a:solidFill>
                  <a:srgbClr val="6B04A8"/>
                </a:solidFill>
                <a:latin typeface="Calibri Light"/>
              </a:rPr>
              <a:t>02</a:t>
            </a:r>
          </a:p>
        </p:txBody>
      </p:sp>
      <p:sp>
        <p:nvSpPr>
          <p:cNvPr id="9" name="Rectangle 8"/>
          <p:cNvSpPr/>
          <p:nvPr/>
        </p:nvSpPr>
        <p:spPr>
          <a:xfrm>
            <a:off x="3409950" y="2415159"/>
            <a:ext cx="2571750" cy="32004"/>
          </a:xfrm>
          <a:prstGeom prst="rect">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09950" y="2579751"/>
            <a:ext cx="2571750" cy="809625"/>
          </a:xfrm>
          <a:prstGeom prst="rect">
            <a:avLst/>
          </a:prstGeom>
          <a:noFill/>
        </p:spPr>
        <p:txBody>
          <a:bodyPr wrap="square" anchor="t" lIns="0" rIns="0" tIns="0" bIns="0">
            <a:spAutoFit/>
          </a:bodyPr>
          <a:lstStyle/>
          <a:p>
            <a:pPr algn="l"/>
            <a:r>
              <a:rPr sz="1700" b="1" i="0">
                <a:solidFill>
                  <a:srgbClr val="3D1152"/>
                </a:solidFill>
                <a:latin typeface="Calibri"/>
              </a:rPr>
              <a:t>A single focused, parameterized task</a:t>
            </a:r>
          </a:p>
        </p:txBody>
      </p:sp>
      <p:sp>
        <p:nvSpPr>
          <p:cNvPr id="11" name="TextBox 10"/>
          <p:cNvSpPr txBox="1"/>
          <p:nvPr/>
        </p:nvSpPr>
        <p:spPr>
          <a:xfrm>
            <a:off x="3409950" y="3517392"/>
            <a:ext cx="2571750" cy="1265681"/>
          </a:xfrm>
          <a:prstGeom prst="rect">
            <a:avLst/>
          </a:prstGeom>
          <a:noFill/>
        </p:spPr>
        <p:txBody>
          <a:bodyPr wrap="square" lIns="0" rIns="0" tIns="0" bIns="0">
            <a:spAutoFit/>
          </a:bodyPr>
          <a:lstStyle/>
          <a:p>
            <a:pPr>
              <a:spcAft>
                <a:spcPts val="600"/>
              </a:spcAft>
            </a:pPr>
            <a:r>
              <a:rPr sz="1300" b="0" i="0">
                <a:solidFill>
                  <a:srgbClr val="000000"/>
                </a:solidFill>
                <a:latin typeface="Calibri"/>
              </a:rPr>
              <a:t>Write a prompt file — one command, one job</a:t>
            </a:r>
          </a:p>
        </p:txBody>
      </p:sp>
      <p:sp>
        <p:nvSpPr>
          <p:cNvPr id="12" name="TextBox 11"/>
          <p:cNvSpPr txBox="1"/>
          <p:nvPr/>
        </p:nvSpPr>
        <p:spPr>
          <a:xfrm>
            <a:off x="6210300" y="1628775"/>
            <a:ext cx="2571750" cy="685800"/>
          </a:xfrm>
          <a:prstGeom prst="rect">
            <a:avLst/>
          </a:prstGeom>
          <a:noFill/>
        </p:spPr>
        <p:txBody>
          <a:bodyPr wrap="square" anchor="t" lIns="0" rIns="0" tIns="0" bIns="0">
            <a:spAutoFit/>
          </a:bodyPr>
          <a:lstStyle/>
          <a:p>
            <a:pPr algn="l"/>
            <a:r>
              <a:rPr sz="4000" b="0" i="0">
                <a:solidFill>
                  <a:srgbClr val="4D69E0"/>
                </a:solidFill>
                <a:latin typeface="Calibri Light"/>
              </a:rPr>
              <a:t>03</a:t>
            </a:r>
          </a:p>
        </p:txBody>
      </p:sp>
      <p:sp>
        <p:nvSpPr>
          <p:cNvPr id="13" name="Rectangle 12"/>
          <p:cNvSpPr/>
          <p:nvPr/>
        </p:nvSpPr>
        <p:spPr>
          <a:xfrm>
            <a:off x="6210300" y="2415159"/>
            <a:ext cx="2571750" cy="32004"/>
          </a:xfrm>
          <a:prstGeom prst="rect">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10300" y="2579751"/>
            <a:ext cx="2571750" cy="809625"/>
          </a:xfrm>
          <a:prstGeom prst="rect">
            <a:avLst/>
          </a:prstGeom>
          <a:noFill/>
        </p:spPr>
        <p:txBody>
          <a:bodyPr wrap="square" anchor="t" lIns="0" rIns="0" tIns="0" bIns="0">
            <a:spAutoFit/>
          </a:bodyPr>
          <a:lstStyle/>
          <a:p>
            <a:pPr algn="l"/>
            <a:r>
              <a:rPr sz="1700" b="1" i="0">
                <a:solidFill>
                  <a:srgbClr val="3D1152"/>
                </a:solidFill>
                <a:latin typeface="Calibri"/>
              </a:rPr>
              <a:t>A repeatable, specific workflow with bundled assets</a:t>
            </a:r>
          </a:p>
        </p:txBody>
      </p:sp>
      <p:sp>
        <p:nvSpPr>
          <p:cNvPr id="15" name="TextBox 14"/>
          <p:cNvSpPr txBox="1"/>
          <p:nvPr/>
        </p:nvSpPr>
        <p:spPr>
          <a:xfrm>
            <a:off x="6210300" y="3517392"/>
            <a:ext cx="2571750" cy="1265681"/>
          </a:xfrm>
          <a:prstGeom prst="rect">
            <a:avLst/>
          </a:prstGeom>
          <a:noFill/>
        </p:spPr>
        <p:txBody>
          <a:bodyPr wrap="square" lIns="0" rIns="0" tIns="0" bIns="0">
            <a:spAutoFit/>
          </a:bodyPr>
          <a:lstStyle/>
          <a:p>
            <a:pPr>
              <a:spcAft>
                <a:spcPts val="600"/>
              </a:spcAft>
            </a:pPr>
            <a:r>
              <a:rPr sz="1300" b="0" i="0">
                <a:solidFill>
                  <a:srgbClr val="000000"/>
                </a:solidFill>
                <a:latin typeface="Calibri"/>
              </a:rPr>
              <a:t>Write a skill — loaded on demand, portable across VS Code, CLI and the cloud agent</a:t>
            </a:r>
          </a:p>
        </p:txBody>
      </p:sp>
      <p:sp>
        <p:nvSpPr>
          <p:cNvPr id="16" name="TextBox 15"/>
          <p:cNvSpPr txBox="1"/>
          <p:nvPr/>
        </p:nvSpPr>
        <p:spPr>
          <a:xfrm>
            <a:off x="9010650" y="1628775"/>
            <a:ext cx="2571750" cy="685800"/>
          </a:xfrm>
          <a:prstGeom prst="rect">
            <a:avLst/>
          </a:prstGeom>
          <a:noFill/>
        </p:spPr>
        <p:txBody>
          <a:bodyPr wrap="square" anchor="t" lIns="0" rIns="0" tIns="0" bIns="0">
            <a:spAutoFit/>
          </a:bodyPr>
          <a:lstStyle/>
          <a:p>
            <a:pPr algn="l"/>
            <a:r>
              <a:rPr sz="4000" b="0" i="0">
                <a:solidFill>
                  <a:srgbClr val="F70656"/>
                </a:solidFill>
                <a:latin typeface="Calibri Light"/>
              </a:rPr>
              <a:t>04</a:t>
            </a:r>
          </a:p>
        </p:txBody>
      </p:sp>
      <p:sp>
        <p:nvSpPr>
          <p:cNvPr id="17" name="Rectangle 16"/>
          <p:cNvSpPr/>
          <p:nvPr/>
        </p:nvSpPr>
        <p:spPr>
          <a:xfrm>
            <a:off x="9010650" y="2415159"/>
            <a:ext cx="2571750" cy="32004"/>
          </a:xfrm>
          <a:prstGeom prst="rect">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010650" y="2579751"/>
            <a:ext cx="2571750" cy="809625"/>
          </a:xfrm>
          <a:prstGeom prst="rect">
            <a:avLst/>
          </a:prstGeom>
          <a:noFill/>
        </p:spPr>
        <p:txBody>
          <a:bodyPr wrap="square" anchor="t" lIns="0" rIns="0" tIns="0" bIns="0">
            <a:spAutoFit/>
          </a:bodyPr>
          <a:lstStyle/>
          <a:p>
            <a:pPr algn="l"/>
            <a:r>
              <a:rPr sz="1700" b="1" i="0">
                <a:solidFill>
                  <a:srgbClr val="3D1152"/>
                </a:solidFill>
                <a:latin typeface="Calibri"/>
              </a:rPr>
              <a:t>Needs its own tools, model or isolated context</a:t>
            </a:r>
          </a:p>
        </p:txBody>
      </p:sp>
      <p:sp>
        <p:nvSpPr>
          <p:cNvPr id="19" name="TextBox 18"/>
          <p:cNvSpPr txBox="1"/>
          <p:nvPr/>
        </p:nvSpPr>
        <p:spPr>
          <a:xfrm>
            <a:off x="9010650" y="3517392"/>
            <a:ext cx="2571750" cy="1265681"/>
          </a:xfrm>
          <a:prstGeom prst="rect">
            <a:avLst/>
          </a:prstGeom>
          <a:noFill/>
        </p:spPr>
        <p:txBody>
          <a:bodyPr wrap="square" lIns="0" rIns="0" tIns="0" bIns="0">
            <a:spAutoFit/>
          </a:bodyPr>
          <a:lstStyle/>
          <a:p>
            <a:pPr>
              <a:spcAft>
                <a:spcPts val="600"/>
              </a:spcAft>
            </a:pPr>
            <a:r>
              <a:rPr sz="1300" b="0" i="0">
                <a:solidFill>
                  <a:srgbClr val="000000"/>
                </a:solidFill>
                <a:latin typeface="Calibri"/>
              </a:rPr>
              <a:t>Write a custom agent — optionally orchestrated through handoffs</a:t>
            </a:r>
          </a:p>
        </p:txBody>
      </p:sp>
      <p:sp>
        <p:nvSpPr>
          <p:cNvPr id="20" name="TextBox 19"/>
          <p:cNvSpPr txBox="1"/>
          <p:nvPr/>
        </p:nvSpPr>
        <p:spPr>
          <a:xfrm>
            <a:off x="609600" y="5011674"/>
            <a:ext cx="10972800" cy="1051433"/>
          </a:xfrm>
          <a:prstGeom prst="rect">
            <a:avLst/>
          </a:prstGeom>
          <a:noFill/>
        </p:spPr>
        <p:txBody>
          <a:bodyPr wrap="square" lIns="0" rIns="0" tIns="0" bIns="0">
            <a:spAutoFit/>
          </a:bodyPr>
          <a:lstStyle/>
          <a:p>
            <a:pPr>
              <a:spcAft>
                <a:spcPts val="400"/>
              </a:spcAft>
            </a:pPr>
            <a:r>
              <a:rPr sz="1100" u="sng">
                <a:solidFill>
                  <a:srgbClr val="000000"/>
                </a:solidFill>
                <a:latin typeface="Calibri"/>
                <a:hlinkClick r:id="rId2"/>
              </a:rPr>
              <a:t>VS Code: Agent Skills</a:t>
            </a:r>
          </a:p>
          <a:p>
            <a:pPr>
              <a:spcAft>
                <a:spcPts val="400"/>
              </a:spcAft>
            </a:pPr>
            <a:r>
              <a:rPr sz="1100" u="sng">
                <a:solidFill>
                  <a:srgbClr val="000000"/>
                </a:solidFill>
                <a:latin typeface="Calibri"/>
                <a:hlinkClick r:id="rId3"/>
              </a:rPr>
              <a:t>VS Code: Custom agents</a:t>
            </a:r>
          </a:p>
          <a:p>
            <a:pPr>
              <a:spcAft>
                <a:spcPts val="400"/>
              </a:spcAft>
            </a:pPr>
            <a:r>
              <a:rPr sz="1100" u="sng">
                <a:solidFill>
                  <a:srgbClr val="000000"/>
                </a:solidFill>
                <a:latin typeface="Calibri"/>
                <a:hlinkClick r:id="rId4"/>
              </a:rPr>
              <a:t>VS Code: Agent plugins</a:t>
            </a:r>
          </a:p>
          <a:p>
            <a:pPr>
              <a:spcAft>
                <a:spcPts val="400"/>
              </a:spcAft>
            </a:pPr>
            <a:r>
              <a:rPr sz="1100" u="sng">
                <a:solidFill>
                  <a:srgbClr val="000000"/>
                </a:solidFill>
                <a:latin typeface="Calibri"/>
                <a:hlinkClick r:id="rId5"/>
              </a:rPr>
              <a:t>VS Code: AI security</a:t>
            </a:r>
          </a:p>
          <a:p>
            <a:pPr>
              <a:spcAft>
                <a:spcPts val="400"/>
              </a:spcAft>
            </a:pPr>
            <a:r>
              <a:rPr sz="1100" u="sng">
                <a:solidFill>
                  <a:srgbClr val="000000"/>
                </a:solidFill>
                <a:latin typeface="Calibri"/>
                <a:hlinkClick r:id="rId6"/>
              </a:rPr>
              <a:t>GitHub Docs: Choosing an AI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548640"/>
            <a:ext cx="7863840" cy="1005840"/>
          </a:xfrm>
          <a:prstGeom prst="rect">
            <a:avLst/>
          </a:prstGeom>
          <a:noFill/>
        </p:spPr>
        <p:txBody>
          <a:bodyPr wrap="square" anchor="b" lIns="0" rIns="0" tIns="0" bIns="0">
            <a:spAutoFit/>
          </a:bodyPr>
          <a:lstStyle/>
          <a:p>
            <a:pPr algn="l"/>
            <a:r>
              <a:rPr sz="3100" b="0" i="0">
                <a:solidFill>
                  <a:srgbClr val="3D1152"/>
                </a:solidFill>
                <a:latin typeface="Calibri Light"/>
              </a:rPr>
              <a:t>Start with the smallest primitive that solves the problem</a:t>
            </a:r>
          </a:p>
        </p:txBody>
      </p:sp>
      <p:sp>
        <p:nvSpPr>
          <p:cNvPr id="3" name="Oval 2"/>
          <p:cNvSpPr/>
          <p:nvPr/>
        </p:nvSpPr>
        <p:spPr>
          <a:xfrm>
            <a:off x="612648" y="2130552"/>
            <a:ext cx="201168" cy="201168"/>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24712" y="1874520"/>
            <a:ext cx="7351775" cy="713232"/>
          </a:xfrm>
          <a:prstGeom prst="rect">
            <a:avLst/>
          </a:prstGeom>
          <a:noFill/>
        </p:spPr>
        <p:txBody>
          <a:bodyPr wrap="square" anchor="ctr" lIns="0" rIns="0" tIns="0" bIns="0">
            <a:spAutoFit/>
          </a:bodyPr>
          <a:lstStyle/>
          <a:p>
            <a:pPr algn="l"/>
            <a:r>
              <a:rPr sz="1800" b="0" i="0">
                <a:solidFill>
                  <a:srgbClr val="000000"/>
                </a:solidFill>
                <a:latin typeface="Calibri"/>
              </a:rPr>
              <a:t>Write the skill or instructions file first — reach for a custom agent only once you need a real boundary</a:t>
            </a:r>
          </a:p>
        </p:txBody>
      </p:sp>
      <p:sp>
        <p:nvSpPr>
          <p:cNvPr id="5" name="Oval 4"/>
          <p:cNvSpPr/>
          <p:nvPr/>
        </p:nvSpPr>
        <p:spPr>
          <a:xfrm>
            <a:off x="612648" y="2843784"/>
            <a:ext cx="201168" cy="201168"/>
          </a:xfrm>
          <a:prstGeom prst="ellipse">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24712" y="2587752"/>
            <a:ext cx="7351775" cy="713232"/>
          </a:xfrm>
          <a:prstGeom prst="rect">
            <a:avLst/>
          </a:prstGeom>
          <a:noFill/>
        </p:spPr>
        <p:txBody>
          <a:bodyPr wrap="square" anchor="ctr" lIns="0" rIns="0" tIns="0" bIns="0">
            <a:spAutoFit/>
          </a:bodyPr>
          <a:lstStyle/>
          <a:p>
            <a:pPr algn="l"/>
            <a:r>
              <a:rPr sz="1800" b="0" i="0">
                <a:solidFill>
                  <a:srgbClr val="000000"/>
                </a:solidFill>
                <a:latin typeface="Calibri"/>
              </a:rPr>
              <a:t>Review a plugin's tool list and publisher before installing it, every time</a:t>
            </a:r>
          </a:p>
        </p:txBody>
      </p:sp>
      <p:sp>
        <p:nvSpPr>
          <p:cNvPr id="7" name="Oval 6"/>
          <p:cNvSpPr/>
          <p:nvPr/>
        </p:nvSpPr>
        <p:spPr>
          <a:xfrm>
            <a:off x="612648" y="3557016"/>
            <a:ext cx="201168" cy="201168"/>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24712" y="3300984"/>
            <a:ext cx="7351775" cy="713232"/>
          </a:xfrm>
          <a:prstGeom prst="rect">
            <a:avLst/>
          </a:prstGeom>
          <a:noFill/>
        </p:spPr>
        <p:txBody>
          <a:bodyPr wrap="square" anchor="ctr" lIns="0" rIns="0" tIns="0" bIns="0">
            <a:spAutoFit/>
          </a:bodyPr>
          <a:lstStyle/>
          <a:p>
            <a:pPr algn="l"/>
            <a:r>
              <a:rPr sz="1800" b="0" i="0">
                <a:solidFill>
                  <a:srgbClr val="000000"/>
                </a:solidFill>
                <a:latin typeface="Calibri"/>
              </a:rPr>
              <a:t>Pin the model to the stage: fast for exploration, deep reasoning for the plan</a:t>
            </a:r>
          </a:p>
        </p:txBody>
      </p:sp>
      <p:sp>
        <p:nvSpPr>
          <p:cNvPr id="9" name="TextBox 8"/>
          <p:cNvSpPr txBox="1"/>
          <p:nvPr/>
        </p:nvSpPr>
        <p:spPr>
          <a:xfrm>
            <a:off x="612648" y="4425696"/>
            <a:ext cx="7863840" cy="365760"/>
          </a:xfrm>
          <a:prstGeom prst="rect">
            <a:avLst/>
          </a:prstGeom>
          <a:noFill/>
        </p:spPr>
        <p:txBody>
          <a:bodyPr wrap="square" anchor="t" lIns="0" rIns="0" tIns="0" bIns="0">
            <a:spAutoFit/>
          </a:bodyPr>
          <a:lstStyle/>
          <a:p>
            <a:pPr algn="l"/>
            <a:r>
              <a:rPr sz="1400" b="0" i="1">
                <a:solidFill>
                  <a:srgbClr val="6B04A8"/>
                </a:solidFill>
                <a:latin typeface="Calibri"/>
              </a:rPr>
              <a:t>engineering-enablement@aveva.com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VEVA_PowerPoint_Jan2026">
  <a:themeElements>
    <a:clrScheme name="AVEVA 2024">
      <a:dk1>
        <a:srgbClr val="000000"/>
      </a:dk1>
      <a:lt1>
        <a:srgbClr val="FFFFFF"/>
      </a:lt1>
      <a:dk2>
        <a:srgbClr val="3D1152"/>
      </a:dk2>
      <a:lt2>
        <a:srgbClr val="F2F5F7"/>
      </a:lt2>
      <a:accent1>
        <a:srgbClr val="6B04A8"/>
      </a:accent1>
      <a:accent2>
        <a:srgbClr val="C530FF"/>
      </a:accent2>
      <a:accent3>
        <a:srgbClr val="4D69E0"/>
      </a:accent3>
      <a:accent4>
        <a:srgbClr val="44E5FF"/>
      </a:accent4>
      <a:accent5>
        <a:srgbClr val="00D787"/>
      </a:accent5>
      <a:accent6>
        <a:srgbClr val="016C80"/>
      </a:accent6>
      <a:hlink>
        <a:srgbClr val="78A1FC"/>
      </a:hlink>
      <a:folHlink>
        <a:srgbClr val="93B0FF"/>
      </a:folHlink>
    </a:clrScheme>
    <a:fontScheme name="Aveva Fonts">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22225">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71450" indent="-171450" algn="l">
          <a:buClr>
            <a:schemeClr val="accent2"/>
          </a:buClr>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AVEVA_PowerPoint_Template_Internal.potx" id="{5A895A43-E04F-C144-AE38-73360D44B3E6}" vid="{B890EB47-8EBC-FB46-B089-753BE0E026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08142CA93F274D880D9661CAF55969" ma:contentTypeVersion="3" ma:contentTypeDescription="Create a new document." ma:contentTypeScope="" ma:versionID="8da5fcebb2187a98b6c8decf060a1a48">
  <xsd:schema xmlns:xsd="http://www.w3.org/2001/XMLSchema" xmlns:xs="http://www.w3.org/2001/XMLSchema" xmlns:p="http://schemas.microsoft.com/office/2006/metadata/properties" xmlns:ns2="35f36718-eae2-4b8e-992a-84b40c5c0e01" targetNamespace="http://schemas.microsoft.com/office/2006/metadata/properties" ma:root="true" ma:fieldsID="d5f226f713858fe85b4883d7bc8ef301" ns2:_="">
    <xsd:import namespace="35f36718-eae2-4b8e-992a-84b40c5c0e0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f36718-eae2-4b8e-992a-84b40c5c0e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E3C2F8B-AFDE-43E9-8BCD-F681507C633B}"/>
</file>

<file path=customXml/itemProps2.xml><?xml version="1.0" encoding="utf-8"?>
<ds:datastoreItem xmlns:ds="http://schemas.openxmlformats.org/officeDocument/2006/customXml" ds:itemID="{17405B3E-3C73-408F-A6EE-A2B7BCF721CB}"/>
</file>

<file path=customXml/itemProps3.xml><?xml version="1.0" encoding="utf-8"?>
<ds:datastoreItem xmlns:ds="http://schemas.openxmlformats.org/officeDocument/2006/customXml" ds:itemID="{5819B428-51FB-4578-8E6F-A2390C2244B6}"/>
</file>

<file path=docProps/app.xml><?xml version="1.0" encoding="utf-8"?>
<Properties xmlns="http://schemas.openxmlformats.org/officeDocument/2006/extended-properties" xmlns:vt="http://schemas.openxmlformats.org/officeDocument/2006/docPropsVTypes">
  <Template/>
  <TotalTime>182</TotalTime>
  <Words>2848</Words>
  <Application>Microsoft Macintosh PowerPoint</Application>
  <PresentationFormat>Widescreen</PresentationFormat>
  <Paragraphs>834</Paragraphs>
  <Slides>31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Muli Regular Roman</vt:lpstr>
      <vt:lpstr>Segoe UI</vt:lpstr>
      <vt:lpstr>AVEVA_PowerPoint_Jan2026</vt:lpstr>
      <vt:lpstr>PowerPoint Presentation</vt:lpstr>
      <vt:lpstr>PowerPoint Presentation</vt:lpstr>
      <vt:lpstr>PowerPoint Presentation</vt:lpstr>
      <vt:lpstr>PowerPoint Presentation</vt:lpstr>
      <vt:lpstr>PowerPoint Presentation</vt:lpstr>
      <vt:lpstr>Title, subtitle, and content</vt:lpstr>
      <vt:lpstr>Content and narrow photo</vt:lpstr>
      <vt:lpstr>Three-column layout</vt:lpstr>
      <vt:lpstr>Photo and content layout</vt:lpstr>
      <vt:lpstr>Content and captions layout</vt:lpstr>
      <vt:lpstr>Two content layout – example 1</vt:lpstr>
      <vt:lpstr>Two content layout – example 2</vt:lpstr>
      <vt:lpstr>Two content layout – example 3</vt:lpstr>
      <vt:lpstr>Two content layout – example 4</vt:lpstr>
      <vt:lpstr>Three content layout</vt:lpstr>
      <vt:lpstr>Content and captions layout</vt:lpstr>
      <vt:lpstr>Captions and content layout</vt:lpstr>
      <vt:lpstr>PowerPoint Presentation</vt:lpstr>
      <vt:lpstr>PowerPoint Presentation</vt:lpstr>
      <vt:lpstr>Icons</vt:lpstr>
      <vt:lpstr>Icons</vt:lpstr>
      <vt:lpstr>Icons</vt:lpstr>
      <vt:lpstr>Icons</vt:lpstr>
      <vt:lpstr>Icons</vt:lpstr>
      <vt:lpstr>Icons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Talbott</dc:creator>
  <dc:description>January 2021 template</dc:description>
  <cp:lastModifiedBy>Steve Talbott</cp:lastModifiedBy>
  <cp:revision>38</cp:revision>
  <cp:lastPrinted>2019-08-05T14:07:05Z</cp:lastPrinted>
  <dcterms:created xsi:type="dcterms:W3CDTF">2024-05-03T15:01:40Z</dcterms:created>
  <dcterms:modified xsi:type="dcterms:W3CDTF">2025-12-15T11:21:53Z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8cda11-b0e0-4a5f-b13e-64e9de363f52_Enabled">
    <vt:lpwstr>true</vt:lpwstr>
  </property>
  <property fmtid="{D5CDD505-2E9C-101B-9397-08002B2CF9AE}" pid="3" name="MSIP_Label_9c8cda11-b0e0-4a5f-b13e-64e9de363f52_SetDate">
    <vt:lpwstr>2024-11-22T10:36:30Z</vt:lpwstr>
  </property>
  <property fmtid="{D5CDD505-2E9C-101B-9397-08002B2CF9AE}" pid="4" name="MSIP_Label_9c8cda11-b0e0-4a5f-b13e-64e9de363f52_Method">
    <vt:lpwstr>Standard</vt:lpwstr>
  </property>
  <property fmtid="{D5CDD505-2E9C-101B-9397-08002B2CF9AE}" pid="5" name="MSIP_Label_9c8cda11-b0e0-4a5f-b13e-64e9de363f52_Name">
    <vt:lpwstr>Internal Only</vt:lpwstr>
  </property>
  <property fmtid="{D5CDD505-2E9C-101B-9397-08002B2CF9AE}" pid="6" name="MSIP_Label_9c8cda11-b0e0-4a5f-b13e-64e9de363f52_SiteId">
    <vt:lpwstr>425a5546-5a6e-4f1b-ab62-23d91d07d893</vt:lpwstr>
  </property>
  <property fmtid="{D5CDD505-2E9C-101B-9397-08002B2CF9AE}" pid="7" name="MSIP_Label_9c8cda11-b0e0-4a5f-b13e-64e9de363f52_ActionId">
    <vt:lpwstr>6e550362-9bed-426d-bf4c-c1464d06c805</vt:lpwstr>
  </property>
  <property fmtid="{D5CDD505-2E9C-101B-9397-08002B2CF9AE}" pid="8" name="MSIP_Label_9c8cda11-b0e0-4a5f-b13e-64e9de363f52_ContentBits">
    <vt:lpwstr>0</vt:lpwstr>
  </property>
  <property fmtid="{D5CDD505-2E9C-101B-9397-08002B2CF9AE}" pid="9" name="ContentTypeId">
    <vt:lpwstr>0x0101005C08142CA93F274D880D9661CAF55969</vt:lpwstr>
  </property>
</Properties>
</file>