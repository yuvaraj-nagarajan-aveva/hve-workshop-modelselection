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33"/>
  </p:notesMasterIdLst>
  <p:handoutMasterIdLst>
    <p:handoutMasterId r:id="rId34"/>
  </p:handoutMasterIdLst>
  <p:sldIdLst>
    <p:sldId id="256" r:id="rId9"/>
    <p:sldId id="257" r:id="rId10"/>
    <p:sldId id="258" r:id="rId11"/>
    <p:sldId id="259" r:id="rId12"/>
  </p:sldIdLst>
  <p:sldSz cx="12192000" cy="6858000"/>
  <p:notesSz cx="6400800" cy="117332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CF31F54-3EB0-874F-99B7-B4F555BC132E}">
          <p14:sldIdLst>
            <p14:sldId id="1015"/>
            <p14:sldId id="1016"/>
            <p14:sldId id="1013"/>
            <p14:sldId id="1014"/>
          </p14:sldIdLst>
        </p14:section>
        <p14:section name="Slide layout examples" id="{AAB2CB5C-4850-DF49-9B62-CAAE74B46C20}">
          <p14:sldIdLst>
            <p14:sldId id="1055"/>
            <p14:sldId id="1063"/>
            <p14:sldId id="1068"/>
            <p14:sldId id="1064"/>
            <p14:sldId id="1066"/>
            <p14:sldId id="1065"/>
            <p14:sldId id="1018"/>
            <p14:sldId id="1033"/>
            <p14:sldId id="1022"/>
            <p14:sldId id="1023"/>
            <p14:sldId id="1019"/>
            <p14:sldId id="1020"/>
            <p14:sldId id="1021"/>
            <p14:sldId id="1044"/>
          </p14:sldIdLst>
        </p14:section>
        <p14:section name="Icon library" id="{923A526C-85E4-D444-9FCE-C4AC968A3081}">
          <p14:sldIdLst>
            <p14:sldId id="1083"/>
            <p14:sldId id="324"/>
            <p14:sldId id="325"/>
            <p14:sldId id="326"/>
            <p14:sldId id="332"/>
            <p14:sldId id="333"/>
            <p14:sldId id="334"/>
            <p14:sldId id="328"/>
            <p14:sldId id="329"/>
            <p14:sldId id="330"/>
            <p14:sldId id="331"/>
            <p14:sldId id="336"/>
            <p14:sldId id="337"/>
          </p14:sldIdLst>
        </p14:section>
      </p14:sectionLst>
    </p:ext>
    <p:ext uri="{EFAFB233-063F-42B5-8137-9DF3F51BA10A}">
      <p15:sldGuideLst xmlns:p15="http://schemas.microsoft.com/office/powerpoint/2012/main">
        <p15:guide id="2" orient="horz" pos="2208" userDrawn="1">
          <p15:clr>
            <a:srgbClr val="A4A3A4"/>
          </p15:clr>
        </p15:guide>
        <p15:guide id="3"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atherine Edmunds" initials="CE" lastIdx="12" clrIdx="0">
    <p:extLst>
      <p:ext uri="{19B8F6BF-5375-455C-9EA6-DF929625EA0E}">
        <p15:presenceInfo xmlns:p15="http://schemas.microsoft.com/office/powerpoint/2012/main" userId="S-1-5-21-842925246-1708537768-682003330-11426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6C1D"/>
    <a:srgbClr val="FFBE3E"/>
    <a:srgbClr val="00D796"/>
    <a:srgbClr val="4D69E0"/>
    <a:srgbClr val="016C80"/>
    <a:srgbClr val="44E5E7"/>
    <a:srgbClr val="363D42"/>
    <a:srgbClr val="738294"/>
    <a:srgbClr val="BECCD6"/>
    <a:srgbClr val="F2F5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EE8C1044-CB9C-4BE2-9E11-187A4E6E5BB0}">
  <a:tblStyle styleId="{EE8C1044-CB9C-4BE2-9E11-187A4E6E5BB0}" styleName="AVEVA Table">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lt2">
              <a:tint val="70000"/>
            </a:schemeClr>
          </a:solidFill>
        </a:fill>
      </a:tcStyle>
    </a:wholeTbl>
    <a:band1H>
      <a:tcStyle>
        <a:tcBdr/>
        <a:fill>
          <a:solidFill>
            <a:schemeClr val="lt2">
              <a:tint val="100000"/>
            </a:schemeClr>
          </a:solidFill>
        </a:fill>
      </a:tcStyle>
    </a:band1H>
    <a:band2H>
      <a:tcStyle>
        <a:tcBdr/>
      </a:tcStyle>
    </a:band2H>
    <a:band1V>
      <a:tcStyle>
        <a:tcBdr/>
        <a:fill>
          <a:solidFill>
            <a:schemeClr val="lt2">
              <a:tint val="100000"/>
            </a:schemeClr>
          </a:solidFill>
        </a:fill>
      </a:tcStyle>
    </a:band1V>
    <a:band2V>
      <a:tcStyle>
        <a:tcBdr/>
      </a:tcStyle>
    </a:band2V>
    <a:lastCol>
      <a:tcTxStyle b="on">
        <a:fontRef idx="minor">
          <a:prstClr val="black"/>
        </a:fontRef>
        <a:schemeClr val="lt1"/>
      </a:tcTxStyle>
      <a:tcStyle>
        <a:tcBdr/>
        <a:fill>
          <a:solidFill>
            <a:schemeClr val="lt2"/>
          </a:solidFill>
        </a:fill>
      </a:tcStyle>
    </a:lastCol>
    <a:firstCol>
      <a:tcTxStyle b="on">
        <a:fontRef idx="minor">
          <a:prstClr val="black"/>
        </a:fontRef>
        <a:schemeClr val="lt1"/>
      </a:tcTxStyle>
      <a:tcStyle>
        <a:tcBdr/>
        <a:fill>
          <a:solidFill>
            <a:schemeClr val="lt2"/>
          </a:solidFill>
        </a:fill>
      </a:tcStyle>
    </a:firstCol>
    <a:lastRow>
      <a:tcTxStyle b="on">
        <a:fontRef idx="minor">
          <a:prstClr val="black"/>
        </a:fontRef>
        <a:schemeClr val="lt1"/>
      </a:tcTxStyle>
      <a:tcStyle>
        <a:tcBdr>
          <a:top>
            <a:ln w="38100" cmpd="sng">
              <a:solidFill>
                <a:schemeClr val="lt1"/>
              </a:solidFill>
            </a:ln>
          </a:top>
        </a:tcBdr>
        <a:fill>
          <a:solidFill>
            <a:schemeClr val="lt2"/>
          </a:solidFill>
        </a:fill>
      </a:tcStyle>
    </a:lastRow>
    <a:firstRow>
      <a:tcTxStyle b="on">
        <a:fontRef idx="minor">
          <a:prstClr val="black"/>
        </a:fontRef>
        <a:schemeClr val="lt1"/>
      </a:tcTxStyle>
      <a:tcStyle>
        <a:tcBdr>
          <a:bottom>
            <a:ln w="38100" cmpd="sng">
              <a:solidFill>
                <a:schemeClr val="lt1"/>
              </a:solidFill>
            </a:ln>
          </a:bottom>
        </a:tcBdr>
        <a:fill>
          <a:solidFill>
            <a:srgbClr val="595959"/>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lt2"/>
              </a:solidFill>
            </a:ln>
          </a:left>
          <a:right>
            <a:ln w="12700" cmpd="sng">
              <a:solidFill>
                <a:schemeClr val="lt2"/>
              </a:solidFill>
            </a:ln>
          </a:right>
          <a:top>
            <a:ln w="12700" cmpd="sng">
              <a:solidFill>
                <a:schemeClr val="lt2"/>
              </a:solidFill>
            </a:ln>
          </a:top>
          <a:bottom>
            <a:ln w="12700" cmpd="sng">
              <a:solidFill>
                <a:schemeClr val="lt2"/>
              </a:solidFill>
            </a:ln>
          </a:bottom>
          <a:insideH>
            <a:ln w="12700" cmpd="sng">
              <a:solidFill>
                <a:schemeClr val="lt2"/>
              </a:solidFill>
            </a:ln>
          </a:insideH>
          <a:insideV>
            <a:ln>
              <a:noFill/>
            </a:ln>
          </a:insideV>
        </a:tcBdr>
        <a:fill>
          <a:solidFill>
            <a:schemeClr val="lt1"/>
          </a:solidFill>
        </a:fill>
      </a:tcStyle>
    </a:wholeTbl>
    <a:band1H>
      <a:tcStyle>
        <a:tcBdr/>
        <a:fill>
          <a:solidFill>
            <a:schemeClr val="lt2">
              <a:tint val="70000"/>
            </a:schemeClr>
          </a:solidFill>
        </a:fill>
      </a:tcStyle>
    </a:band1H>
    <a:band1V>
      <a:tcStyle>
        <a:tcBdr/>
        <a:fill>
          <a:solidFill>
            <a:schemeClr val="lt2">
              <a:tint val="70000"/>
            </a:schemeClr>
          </a:solidFill>
        </a:fill>
      </a:tcStyle>
    </a:band1V>
    <a:lastCol>
      <a:tcTxStyle b="on"/>
      <a:tcStyle>
        <a:tcBdr/>
      </a:tcStyle>
    </a:lastCol>
    <a:firstCol>
      <a:tcTxStyle b="on"/>
      <a:tcStyle>
        <a:tcBdr/>
      </a:tcStyle>
    </a:firstCol>
    <a:lastRow>
      <a:tcTxStyle b="on"/>
      <a:tcStyle>
        <a:tcBdr>
          <a:top>
            <a:ln w="50800" cmpd="dbl">
              <a:solidFill>
                <a:schemeClr val="lt2"/>
              </a:solidFill>
            </a:ln>
          </a:top>
        </a:tcBdr>
        <a:fill>
          <a:solidFill>
            <a:schemeClr val="lt1"/>
          </a:solidFill>
        </a:fill>
      </a:tcStyle>
    </a:lastRow>
    <a:firstRow>
      <a:tcTxStyle b="on">
        <a:fontRef idx="minor">
          <a:scrgbClr r="0" g="0" b="0"/>
        </a:fontRef>
        <a:schemeClr val="lt1"/>
      </a:tcTxStyle>
      <a:tcStyle>
        <a:tcBdr/>
        <a:fill>
          <a:solidFill>
            <a:schemeClr val="lt2"/>
          </a:solidFill>
        </a:fill>
      </a:tcStyle>
    </a:firstRow>
  </a:tblStyle>
  <a:tblStyle styleId="{72833802-FEF1-4C79-8D5D-14CF1EAF98D9}" styleName="Light Style 2 - Accent 2">
    <a:wholeTbl>
      <a:tcTxStyle>
        <a:fontRef idx="minor">
          <a:scrgbClr r="0" g="0" b="0"/>
        </a:fontRef>
        <a:schemeClr val="tx1"/>
      </a:tcTxStyle>
      <a:tcStyle>
        <a:tcBdr>
          <a:left>
            <a:lnRef idx="1">
              <a:schemeClr val="lt2"/>
            </a:lnRef>
          </a:left>
          <a:right>
            <a:lnRef idx="1">
              <a:schemeClr val="lt2"/>
            </a:lnRef>
          </a:right>
          <a:top>
            <a:lnRef idx="1">
              <a:schemeClr val="lt2"/>
            </a:lnRef>
          </a:top>
          <a:bottom>
            <a:lnRef idx="1">
              <a:schemeClr val="lt2"/>
            </a:lnRef>
          </a:bottom>
          <a:insideH>
            <a:ln>
              <a:noFill/>
            </a:ln>
          </a:insideH>
          <a:insideV>
            <a:ln>
              <a:noFill/>
            </a:ln>
          </a:insideV>
        </a:tcBdr>
        <a:fill>
          <a:noFill/>
        </a:fill>
      </a:tcStyle>
    </a:wholeTbl>
    <a:band1H>
      <a:tcStyle>
        <a:tcBdr>
          <a:top>
            <a:lnRef idx="1">
              <a:schemeClr val="lt2"/>
            </a:lnRef>
          </a:top>
          <a:bottom>
            <a:lnRef idx="1">
              <a:schemeClr val="lt2"/>
            </a:lnRef>
          </a:bottom>
        </a:tcBdr>
      </a:tcStyle>
    </a:band1H>
    <a:band1V>
      <a:tcStyle>
        <a:tcBdr>
          <a:left>
            <a:lnRef idx="1">
              <a:schemeClr val="lt2"/>
            </a:lnRef>
          </a:left>
          <a:right>
            <a:lnRef idx="1">
              <a:schemeClr val="lt2"/>
            </a:lnRef>
          </a:right>
        </a:tcBdr>
      </a:tcStyle>
    </a:band1V>
    <a:band2V>
      <a:tcStyle>
        <a:tcBdr>
          <a:left>
            <a:lnRef idx="1">
              <a:schemeClr val="lt2"/>
            </a:lnRef>
          </a:left>
          <a:right>
            <a:lnRef idx="1">
              <a:schemeClr val="lt2"/>
            </a:lnRef>
          </a:right>
        </a:tcBdr>
      </a:tcStyle>
    </a:band2V>
    <a:lastCol>
      <a:tcTxStyle b="on"/>
      <a:tcStyle>
        <a:tcBdr/>
      </a:tcStyle>
    </a:lastCol>
    <a:firstCol>
      <a:tcTxStyle b="on"/>
      <a:tcStyle>
        <a:tcBdr/>
      </a:tcStyle>
    </a:firstCol>
    <a:lastRow>
      <a:tcTxStyle b="on"/>
      <a:tcStyle>
        <a:tcBdr>
          <a:top>
            <a:ln w="50800" cmpd="dbl">
              <a:solidFill>
                <a:schemeClr val="lt2"/>
              </a:solidFill>
            </a:ln>
          </a:top>
        </a:tcBdr>
      </a:tcStyle>
    </a:lastRow>
    <a:firstRow>
      <a:tcTxStyle b="on">
        <a:fontRef idx="minor">
          <a:scrgbClr r="0" g="0" b="0"/>
        </a:fontRef>
        <a:schemeClr val="bg1"/>
      </a:tcTxStyle>
      <a:tcStyle>
        <a:tcBdr/>
        <a:fillRef idx="1">
          <a:schemeClr val="l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608" autoAdjust="0"/>
    <p:restoredTop sz="93973" autoAdjust="0"/>
  </p:normalViewPr>
  <p:slideViewPr>
    <p:cSldViewPr snapToGrid="0">
      <p:cViewPr varScale="1">
        <p:scale>
          <a:sx n="114" d="100"/>
          <a:sy n="114" d="100"/>
        </p:scale>
        <p:origin x="1080" y="480"/>
      </p:cViewPr>
      <p:guideLst>
        <p:guide orient="horz" pos="2208"/>
        <p:guide pos="3840"/>
      </p:guideLst>
    </p:cSldViewPr>
  </p:slideViewPr>
  <p:notesTextViewPr>
    <p:cViewPr>
      <p:scale>
        <a:sx n="1" d="1"/>
        <a:sy n="1" d="1"/>
      </p:scale>
      <p:origin x="0" y="0"/>
    </p:cViewPr>
  </p:notesTextViewPr>
  <p:sorterViewPr>
    <p:cViewPr>
      <p:scale>
        <a:sx n="40" d="100"/>
        <a:sy n="40" d="100"/>
      </p:scale>
      <p:origin x="0" y="0"/>
    </p:cViewPr>
  </p:sorterViewPr>
  <p:notesViewPr>
    <p:cSldViewPr snapToGrid="0">
      <p:cViewPr>
        <p:scale>
          <a:sx n="79" d="100"/>
          <a:sy n="79" d="100"/>
        </p:scale>
        <p:origin x="4832" y="8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33" Type="http://schemas.openxmlformats.org/officeDocument/2006/relationships/notesMaster" Target="notesMasters/notesMaster1.xml"/><Relationship Id="rId34" Type="http://schemas.openxmlformats.org/officeDocument/2006/relationships/handoutMaster" Target="handoutMasters/handoutMaster1.xml"/><Relationship Id="rId35" Type="http://schemas.openxmlformats.org/officeDocument/2006/relationships/commentAuthors" Target="commentAuthors.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1419EC5-08BE-4EB9-A338-7F2CBC8BDC42}"/>
              </a:ext>
            </a:extLst>
          </p:cNvPr>
          <p:cNvSpPr>
            <a:spLocks noGrp="1"/>
          </p:cNvSpPr>
          <p:nvPr>
            <p:ph type="hdr" sz="quarter"/>
          </p:nvPr>
        </p:nvSpPr>
        <p:spPr>
          <a:xfrm>
            <a:off x="0" y="0"/>
            <a:ext cx="2773680" cy="588698"/>
          </a:xfrm>
          <a:prstGeom prst="rect">
            <a:avLst/>
          </a:prstGeom>
        </p:spPr>
        <p:txBody>
          <a:bodyPr vert="horz" lIns="91440" tIns="45720" rIns="91440" bIns="45720" rtlCol="0"/>
          <a:lstStyle>
            <a:lvl1pPr algn="l">
              <a:defRPr sz="1200"/>
            </a:lvl1pPr>
          </a:lstStyle>
          <a:p>
            <a:endParaRPr lang="en-GB">
              <a:solidFill>
                <a:srgbClr val="000000"/>
              </a:solidFill>
              <a:latin typeface="Muli Regular Roman" panose="00000500000000000000" pitchFamily="2" charset="0"/>
            </a:endParaRPr>
          </a:p>
        </p:txBody>
      </p:sp>
      <p:sp>
        <p:nvSpPr>
          <p:cNvPr id="3" name="Date Placeholder 2">
            <a:extLst>
              <a:ext uri="{FF2B5EF4-FFF2-40B4-BE49-F238E27FC236}">
                <a16:creationId xmlns:a16="http://schemas.microsoft.com/office/drawing/2014/main" id="{1E87C259-B6F1-4776-B031-30227F135A46}"/>
              </a:ext>
            </a:extLst>
          </p:cNvPr>
          <p:cNvSpPr>
            <a:spLocks noGrp="1"/>
          </p:cNvSpPr>
          <p:nvPr>
            <p:ph type="dt" sz="quarter" idx="1"/>
          </p:nvPr>
        </p:nvSpPr>
        <p:spPr>
          <a:xfrm>
            <a:off x="3625639" y="0"/>
            <a:ext cx="2773680" cy="588698"/>
          </a:xfrm>
          <a:prstGeom prst="rect">
            <a:avLst/>
          </a:prstGeom>
        </p:spPr>
        <p:txBody>
          <a:bodyPr vert="horz" lIns="91440" tIns="45720" rIns="91440" bIns="45720" rtlCol="0"/>
          <a:lstStyle>
            <a:lvl1pPr algn="r">
              <a:defRPr sz="1200"/>
            </a:lvl1pPr>
          </a:lstStyle>
          <a:p>
            <a:fld id="{32A9BFF2-C90B-477E-9715-1B23DA4420F9}" type="datetimeFigureOut">
              <a:rPr lang="en-US">
                <a:solidFill>
                  <a:srgbClr val="000000"/>
                </a:solidFill>
                <a:latin typeface="Muli Regular Roman" panose="00000500000000000000" pitchFamily="2" charset="0"/>
              </a:rPr>
              <a:t>12/15/25</a:t>
            </a:fld>
            <a:endParaRPr lang="en-GB">
              <a:solidFill>
                <a:srgbClr val="000000"/>
              </a:solidFill>
              <a:latin typeface="Muli Regular Roman" panose="00000500000000000000" pitchFamily="2" charset="0"/>
            </a:endParaRPr>
          </a:p>
        </p:txBody>
      </p:sp>
      <p:sp>
        <p:nvSpPr>
          <p:cNvPr id="4" name="Footer Placeholder 3">
            <a:extLst>
              <a:ext uri="{FF2B5EF4-FFF2-40B4-BE49-F238E27FC236}">
                <a16:creationId xmlns:a16="http://schemas.microsoft.com/office/drawing/2014/main" id="{2D64F7A4-77BF-4E91-98A1-943775ED105B}"/>
              </a:ext>
            </a:extLst>
          </p:cNvPr>
          <p:cNvSpPr>
            <a:spLocks noGrp="1"/>
          </p:cNvSpPr>
          <p:nvPr>
            <p:ph type="ftr" sz="quarter" idx="2"/>
          </p:nvPr>
        </p:nvSpPr>
        <p:spPr>
          <a:xfrm>
            <a:off x="-1" y="11144517"/>
            <a:ext cx="3272462" cy="588697"/>
          </a:xfrm>
          <a:prstGeom prst="rect">
            <a:avLst/>
          </a:prstGeom>
        </p:spPr>
        <p:txBody>
          <a:bodyPr vert="horz" lIns="91440" tIns="45720" rIns="91440" bIns="45720" rtlCol="0" anchor="b"/>
          <a:lstStyle>
            <a:lvl1pPr algn="l">
              <a:defRPr sz="1200"/>
            </a:lvl1pPr>
          </a:lstStyle>
          <a:p>
            <a:pPr lvl="0"/>
            <a:r>
              <a:rPr lang="en-GB" sz="800">
                <a:solidFill>
                  <a:srgbClr val="000000"/>
                </a:solidFill>
                <a:latin typeface="Muli Regular Roman" panose="00000500000000000000" pitchFamily="2" charset="0"/>
              </a:rPr>
              <a:t>© 2019 AVEVA Group plc and its subsidiaries. All rights reserved.</a:t>
            </a:r>
          </a:p>
        </p:txBody>
      </p:sp>
      <p:sp>
        <p:nvSpPr>
          <p:cNvPr id="5" name="Slide Number Placeholder 4">
            <a:extLst>
              <a:ext uri="{FF2B5EF4-FFF2-40B4-BE49-F238E27FC236}">
                <a16:creationId xmlns:a16="http://schemas.microsoft.com/office/drawing/2014/main" id="{4055DACD-0D51-435C-8D26-DF12C905B204}"/>
              </a:ext>
            </a:extLst>
          </p:cNvPr>
          <p:cNvSpPr>
            <a:spLocks noGrp="1"/>
          </p:cNvSpPr>
          <p:nvPr>
            <p:ph type="sldNum" sz="quarter" idx="3"/>
          </p:nvPr>
        </p:nvSpPr>
        <p:spPr>
          <a:xfrm>
            <a:off x="3625639" y="11144517"/>
            <a:ext cx="2773680" cy="588697"/>
          </a:xfrm>
          <a:prstGeom prst="rect">
            <a:avLst/>
          </a:prstGeom>
        </p:spPr>
        <p:txBody>
          <a:bodyPr vert="horz" lIns="91440" tIns="45720" rIns="91440" bIns="45720" rtlCol="0" anchor="b"/>
          <a:lstStyle>
            <a:lvl1pPr algn="r">
              <a:defRPr sz="1200"/>
            </a:lvl1pPr>
          </a:lstStyle>
          <a:p>
            <a:fld id="{2BEC808D-8967-49DA-A39C-3A758999D91A}" type="slidenum">
              <a:rPr lang="en-GB" sz="800">
                <a:solidFill>
                  <a:srgbClr val="000000"/>
                </a:solidFill>
                <a:latin typeface="Muli Regular Roman" panose="00000500000000000000" pitchFamily="2" charset="0"/>
              </a:rPr>
              <a:t>‹#›</a:t>
            </a:fld>
            <a:endParaRPr lang="en-GB" sz="800">
              <a:solidFill>
                <a:srgbClr val="000000"/>
              </a:solidFill>
              <a:latin typeface="Muli Regular Roman" panose="00000500000000000000" pitchFamily="2" charset="0"/>
            </a:endParaRPr>
          </a:p>
        </p:txBody>
      </p:sp>
    </p:spTree>
    <p:extLst>
      <p:ext uri="{BB962C8B-B14F-4D97-AF65-F5344CB8AC3E}">
        <p14:creationId xmlns:p14="http://schemas.microsoft.com/office/powerpoint/2010/main" val="376958005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773680" cy="588698"/>
          </a:xfrm>
          <a:prstGeom prst="rect">
            <a:avLst/>
          </a:prstGeom>
        </p:spPr>
        <p:txBody>
          <a:bodyPr vert="horz" lIns="91440" tIns="45720" rIns="91440" bIns="45720" rtlCol="0"/>
          <a:lstStyle>
            <a:lvl1pPr algn="l">
              <a:defRPr lang="en-GB" sz="1200" kern="1200">
                <a:solidFill>
                  <a:srgbClr val="000000"/>
                </a:solidFill>
                <a:latin typeface="Muli Regular Roman" panose="00000500000000000000" pitchFamily="2" charset="0"/>
                <a:ea typeface="+mn-ea"/>
                <a:cs typeface="+mn-cs"/>
              </a:defRPr>
            </a:lvl1pPr>
          </a:lstStyle>
          <a:p>
            <a:endParaRPr lang="en-GB"/>
          </a:p>
        </p:txBody>
      </p:sp>
      <p:sp>
        <p:nvSpPr>
          <p:cNvPr id="3" name="Date Placeholder 2"/>
          <p:cNvSpPr>
            <a:spLocks noGrp="1"/>
          </p:cNvSpPr>
          <p:nvPr>
            <p:ph type="dt" idx="1"/>
          </p:nvPr>
        </p:nvSpPr>
        <p:spPr>
          <a:xfrm>
            <a:off x="3625639" y="0"/>
            <a:ext cx="2773680" cy="588698"/>
          </a:xfrm>
          <a:prstGeom prst="rect">
            <a:avLst/>
          </a:prstGeom>
        </p:spPr>
        <p:txBody>
          <a:bodyPr vert="horz" lIns="91440" tIns="45720" rIns="91440" bIns="45720" rtlCol="0"/>
          <a:lstStyle>
            <a:lvl1pPr algn="r">
              <a:defRPr lang="en-GB" sz="1200" kern="1200" smtClean="0">
                <a:solidFill>
                  <a:srgbClr val="000000"/>
                </a:solidFill>
                <a:latin typeface="Muli Regular Roman" panose="00000500000000000000" pitchFamily="2" charset="0"/>
                <a:ea typeface="+mn-ea"/>
                <a:cs typeface="+mn-cs"/>
              </a:defRPr>
            </a:lvl1pPr>
          </a:lstStyle>
          <a:p>
            <a:fld id="{F54DED76-5D38-41BF-9AF2-709E5C06511E}" type="datetimeFigureOut">
              <a:rPr lang="en-GB" smtClean="0"/>
              <a:pPr/>
              <a:t>15/12/2025</a:t>
            </a:fld>
            <a:endParaRPr lang="en-GB"/>
          </a:p>
        </p:txBody>
      </p:sp>
      <p:sp>
        <p:nvSpPr>
          <p:cNvPr id="4" name="Slide Image Placeholder 3"/>
          <p:cNvSpPr>
            <a:spLocks noGrp="1" noRot="1" noChangeAspect="1"/>
          </p:cNvSpPr>
          <p:nvPr>
            <p:ph type="sldImg" idx="2"/>
          </p:nvPr>
        </p:nvSpPr>
        <p:spPr>
          <a:xfrm>
            <a:off x="-317500" y="1466850"/>
            <a:ext cx="7035800" cy="3959225"/>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40080" y="5646609"/>
            <a:ext cx="5120640" cy="4619953"/>
          </a:xfrm>
          <a:prstGeom prst="rect">
            <a:avLst/>
          </a:prstGeom>
        </p:spPr>
        <p:txBody>
          <a:bodyPr vert="horz" lIns="91440" tIns="45720" rIns="91440" bIns="45720" rtlCol="0"/>
          <a:lstStyle/>
          <a:p>
            <a:pPr lvl="0"/>
            <a:r>
              <a:rPr lang="en-GB" dirty="0"/>
              <a:t>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6" name="Footer Placeholder 5"/>
          <p:cNvSpPr>
            <a:spLocks noGrp="1"/>
          </p:cNvSpPr>
          <p:nvPr>
            <p:ph type="ftr" sz="quarter" idx="4"/>
          </p:nvPr>
        </p:nvSpPr>
        <p:spPr>
          <a:xfrm>
            <a:off x="-1" y="11144517"/>
            <a:ext cx="3057689" cy="588697"/>
          </a:xfrm>
          <a:prstGeom prst="rect">
            <a:avLst/>
          </a:prstGeom>
        </p:spPr>
        <p:txBody>
          <a:bodyPr vert="horz" lIns="91440" tIns="45720" rIns="91440" bIns="45720" rtlCol="0" anchor="b"/>
          <a:lstStyle>
            <a:lvl1pPr algn="l">
              <a:defRPr sz="1200"/>
            </a:lvl1pPr>
          </a:lstStyle>
          <a:p>
            <a:r>
              <a:rPr lang="en-GB" sz="800">
                <a:solidFill>
                  <a:srgbClr val="000000"/>
                </a:solidFill>
                <a:latin typeface="Muli Regular Roman" panose="00000500000000000000" pitchFamily="2" charset="0"/>
              </a:rPr>
              <a:t>© 2019 AVEVA Group plc and its subsidiaries. All rights reserved.</a:t>
            </a:r>
          </a:p>
        </p:txBody>
      </p:sp>
      <p:sp>
        <p:nvSpPr>
          <p:cNvPr id="7" name="Slide Number Placeholder 6"/>
          <p:cNvSpPr>
            <a:spLocks noGrp="1"/>
          </p:cNvSpPr>
          <p:nvPr>
            <p:ph type="sldNum" sz="quarter" idx="5"/>
          </p:nvPr>
        </p:nvSpPr>
        <p:spPr>
          <a:xfrm>
            <a:off x="3625639" y="11144517"/>
            <a:ext cx="2773680" cy="588697"/>
          </a:xfrm>
          <a:prstGeom prst="rect">
            <a:avLst/>
          </a:prstGeom>
        </p:spPr>
        <p:txBody>
          <a:bodyPr vert="horz" lIns="91440" tIns="45720" rIns="91440" bIns="45720" rtlCol="0" anchor="b"/>
          <a:lstStyle>
            <a:lvl1pPr algn="r">
              <a:defRPr lang="en-GB" sz="800" kern="1200" smtClean="0">
                <a:solidFill>
                  <a:srgbClr val="000000"/>
                </a:solidFill>
                <a:latin typeface="Muli Regular Roman" panose="00000500000000000000" pitchFamily="2" charset="0"/>
                <a:ea typeface="+mn-ea"/>
                <a:cs typeface="+mn-cs"/>
              </a:defRPr>
            </a:lvl1pPr>
          </a:lstStyle>
          <a:p>
            <a:fld id="{70234E84-C538-456E-9D17-5DEAA57ABBDE}" type="slidenum">
              <a:rPr lang="en-GB" smtClean="0"/>
              <a:pPr/>
              <a:t>‹#›</a:t>
            </a:fld>
            <a:endParaRPr lang="en-GB"/>
          </a:p>
        </p:txBody>
      </p:sp>
    </p:spTree>
    <p:extLst>
      <p:ext uri="{BB962C8B-B14F-4D97-AF65-F5344CB8AC3E}">
        <p14:creationId xmlns:p14="http://schemas.microsoft.com/office/powerpoint/2010/main" val="15614023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uli Regular Roman" panose="00000500000000000000" pitchFamily="2" charset="0"/>
        <a:ea typeface="+mn-ea"/>
        <a:cs typeface="+mn-cs"/>
      </a:defRPr>
    </a:lvl1pPr>
    <a:lvl2pPr marL="457200" algn="l" defTabSz="914400" rtl="0" eaLnBrk="1" latinLnBrk="0" hangingPunct="1">
      <a:defRPr sz="1200" kern="1200">
        <a:solidFill>
          <a:schemeClr val="tx1"/>
        </a:solidFill>
        <a:latin typeface="Muli Regular Roman" panose="00000500000000000000" pitchFamily="2" charset="0"/>
        <a:ea typeface="+mn-ea"/>
        <a:cs typeface="+mn-cs"/>
      </a:defRPr>
    </a:lvl2pPr>
    <a:lvl3pPr marL="914400" algn="l" defTabSz="914400" rtl="0" eaLnBrk="1" latinLnBrk="0" hangingPunct="1">
      <a:defRPr sz="1200" kern="1200">
        <a:solidFill>
          <a:schemeClr val="tx1"/>
        </a:solidFill>
        <a:latin typeface="Muli Regular Roman" panose="00000500000000000000" pitchFamily="2" charset="0"/>
        <a:ea typeface="+mn-ea"/>
        <a:cs typeface="+mn-cs"/>
      </a:defRPr>
    </a:lvl3pPr>
    <a:lvl4pPr marL="1371600" algn="l" defTabSz="914400" rtl="0" eaLnBrk="1" latinLnBrk="0" hangingPunct="1">
      <a:defRPr sz="1200" kern="1200">
        <a:solidFill>
          <a:schemeClr val="tx1"/>
        </a:solidFill>
        <a:latin typeface="Muli Regular Roman" panose="00000500000000000000" pitchFamily="2" charset="0"/>
        <a:ea typeface="+mn-ea"/>
        <a:cs typeface="+mn-cs"/>
      </a:defRPr>
    </a:lvl4pPr>
    <a:lvl5pPr marL="1828800" algn="l" defTabSz="914400" rtl="0" eaLnBrk="1" latinLnBrk="0" hangingPunct="1">
      <a:defRPr sz="1200" kern="1200">
        <a:solidFill>
          <a:schemeClr val="tx1"/>
        </a:solidFill>
        <a:latin typeface="Muli Regular Roman"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emf"/><Relationship Id="rId4" Type="http://schemas.openxmlformats.org/officeDocument/2006/relationships/image" Target="../media/image2.tif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tif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emf"/><Relationship Id="rId4" Type="http://schemas.openxmlformats.org/officeDocument/2006/relationships/image" Target="../media/image2.tif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tif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emf"/><Relationship Id="rId4" Type="http://schemas.openxmlformats.org/officeDocument/2006/relationships/image" Target="../media/image2.tif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tif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 Id="rId3" Type="http://schemas.openxmlformats.org/officeDocument/2006/relationships/image" Target="../media/image2.tiff"/></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2.tif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 Id="rId3" Type="http://schemas.openxmlformats.org/officeDocument/2006/relationships/image" Target="../media/image2.tiff"/></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tiff"/></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tiff"/></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tiff"/></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tiff"/></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tiff"/></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tiff"/></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tif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tiff"/></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tiff"/></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hyperlink" Target="http://www.aveva.com/" TargetMode="External"/><Relationship Id="rId4" Type="http://schemas.openxmlformats.org/officeDocument/2006/relationships/image" Target="../media/image2.tiff"/></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hyperlink" Target="http://www.aveva.com/" TargetMode="External"/><Relationship Id="rId4" Type="http://schemas.openxmlformats.org/officeDocument/2006/relationships/image" Target="../media/image2.tiff"/></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hyperlink" Target="http://www.aveva.com/" TargetMode="External"/><Relationship Id="rId4" Type="http://schemas.openxmlformats.org/officeDocument/2006/relationships/image" Target="../media/image2.tiff"/></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hyperlink" Target="http://www.aveva.com/" TargetMode="External"/><Relationship Id="rId4" Type="http://schemas.openxmlformats.org/officeDocument/2006/relationships/image" Target="../media/image2.tiff"/></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hyperlink" Target="http://www.aveva.com/" TargetMode="External"/><Relationship Id="rId4" Type="http://schemas.openxmlformats.org/officeDocument/2006/relationships/image" Target="../media/image2.tiff"/></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hyperlink" Target="http://www.aveva.com/" TargetMode="External"/><Relationship Id="rId4" Type="http://schemas.openxmlformats.org/officeDocument/2006/relationships/image" Target="../media/image2.tiff"/></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9564DD-6560-7545-9DFE-AE8B9C5B9262}"/>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10058114" y="6008023"/>
            <a:ext cx="1619889" cy="367538"/>
          </a:xfrm>
          <a:prstGeom prst="rect">
            <a:avLst/>
          </a:prstGeom>
        </p:spPr>
      </p:pic>
      <p:cxnSp>
        <p:nvCxnSpPr>
          <p:cNvPr id="7" name="Straight Connector 6">
            <a:extLst>
              <a:ext uri="{FF2B5EF4-FFF2-40B4-BE49-F238E27FC236}">
                <a16:creationId xmlns:a16="http://schemas.microsoft.com/office/drawing/2014/main" id="{970AF0EB-D4B9-BE49-8DC2-1AE8FD8A5B14}"/>
              </a:ext>
              <a:ext uri="{C183D7F6-B498-43B3-948B-1728B52AA6E4}">
                <adec:decorative xmlns:adec="http://schemas.microsoft.com/office/drawing/2017/decorative" val="1"/>
              </a:ext>
            </a:extLst>
          </p:cNvPr>
          <p:cNvCxnSpPr>
            <a:cxnSpLocks/>
          </p:cNvCxnSpPr>
          <p:nvPr userDrawn="1"/>
        </p:nvCxnSpPr>
        <p:spPr>
          <a:xfrm>
            <a:off x="612648" y="2605073"/>
            <a:ext cx="1371600" cy="0"/>
          </a:xfrm>
          <a:prstGeom prst="line">
            <a:avLst/>
          </a:prstGeom>
          <a:ln w="28575">
            <a:solidFill>
              <a:schemeClr val="accent2"/>
            </a:solidFill>
          </a:ln>
        </p:spPr>
        <p:style>
          <a:lnRef idx="1">
            <a:schemeClr val="accent4"/>
          </a:lnRef>
          <a:fillRef idx="0">
            <a:schemeClr val="accent4"/>
          </a:fillRef>
          <a:effectRef idx="0">
            <a:schemeClr val="accent4"/>
          </a:effectRef>
          <a:fontRef idx="minor">
            <a:schemeClr val="tx1"/>
          </a:fontRef>
        </p:style>
      </p:cxnSp>
      <p:sp>
        <p:nvSpPr>
          <p:cNvPr id="31" name="Footer Placeholder 30">
            <a:extLst>
              <a:ext uri="{FF2B5EF4-FFF2-40B4-BE49-F238E27FC236}">
                <a16:creationId xmlns:a16="http://schemas.microsoft.com/office/drawing/2014/main" id="{8DF6E636-ACE0-354E-AA46-45811ECA241D}"/>
              </a:ext>
            </a:extLst>
          </p:cNvPr>
          <p:cNvSpPr>
            <a:spLocks noGrp="1"/>
          </p:cNvSpPr>
          <p:nvPr>
            <p:ph type="ftr" sz="quarter" idx="27"/>
          </p:nvPr>
        </p:nvSpPr>
        <p:spPr/>
        <p:txBody>
          <a:bodyPr/>
          <a:lstStyle>
            <a:lvl1pPr>
              <a:defRPr>
                <a:solidFill>
                  <a:schemeClr val="bg1">
                    <a:lumMod val="75000"/>
                  </a:schemeClr>
                </a:solidFill>
              </a:defRPr>
            </a:lvl1pPr>
          </a:lstStyle>
          <a:p>
            <a:r>
              <a:rPr lang="en-US" dirty="0"/>
              <a:t>For Internal Use Only. © 2026 AVEVA Group Limited or its subsidiaries. All rights reserved.</a:t>
            </a:r>
            <a:endParaRPr lang="en-GB" dirty="0"/>
          </a:p>
        </p:txBody>
      </p:sp>
      <p:sp>
        <p:nvSpPr>
          <p:cNvPr id="32" name="Slide Number Placeholder 31">
            <a:extLst>
              <a:ext uri="{FF2B5EF4-FFF2-40B4-BE49-F238E27FC236}">
                <a16:creationId xmlns:a16="http://schemas.microsoft.com/office/drawing/2014/main" id="{C86032D2-3DDE-034B-B7DC-88B0AA27E3EA}"/>
              </a:ext>
            </a:extLst>
          </p:cNvPr>
          <p:cNvSpPr>
            <a:spLocks noGrp="1"/>
          </p:cNvSpPr>
          <p:nvPr>
            <p:ph type="sldNum" sz="quarter" idx="28"/>
          </p:nvPr>
        </p:nvSpPr>
        <p:spPr/>
        <p:txBody>
          <a:bodyPr/>
          <a:lstStyle>
            <a:lvl1pPr>
              <a:defRPr>
                <a:solidFill>
                  <a:schemeClr val="bg1">
                    <a:lumMod val="75000"/>
                  </a:schemeClr>
                </a:solidFill>
              </a:defRPr>
            </a:lvl1pPr>
          </a:lstStyle>
          <a:p>
            <a:fld id="{267CDB12-45E5-4FD7-AE50-9CB5AFC72BA1}" type="slidenum">
              <a:rPr lang="en-GB" smtClean="0"/>
              <a:pPr/>
              <a:t>‹#›</a:t>
            </a:fld>
            <a:endParaRPr lang="en-GB" dirty="0"/>
          </a:p>
        </p:txBody>
      </p:sp>
      <p:sp>
        <p:nvSpPr>
          <p:cNvPr id="39" name="Text Placeholder 2">
            <a:extLst>
              <a:ext uri="{FF2B5EF4-FFF2-40B4-BE49-F238E27FC236}">
                <a16:creationId xmlns:a16="http://schemas.microsoft.com/office/drawing/2014/main" id="{CDFA5BD6-4363-4C47-AC33-403F25B48305}"/>
              </a:ext>
            </a:extLst>
          </p:cNvPr>
          <p:cNvSpPr>
            <a:spLocks noGrp="1"/>
          </p:cNvSpPr>
          <p:nvPr>
            <p:ph type="body" sz="quarter" idx="16" hasCustomPrompt="1"/>
          </p:nvPr>
        </p:nvSpPr>
        <p:spPr>
          <a:xfrm>
            <a:off x="612648" y="4453128"/>
            <a:ext cx="5943600" cy="320040"/>
          </a:xfrm>
        </p:spPr>
        <p:txBody>
          <a:bodyPr anchor="ctr">
            <a:noAutofit/>
          </a:bodyPr>
          <a:lstStyle>
            <a:lvl1pPr marL="0" indent="0">
              <a:spcAft>
                <a:spcPts val="1000"/>
              </a:spcAft>
              <a:buNone/>
              <a:defRPr sz="1800" b="0">
                <a:solidFill>
                  <a:schemeClr val="bg1"/>
                </a:solidFill>
                <a:latin typeface="+mn-lt"/>
                <a:cs typeface="Calibri" panose="020F0502020204030204" pitchFamily="34" charset="0"/>
              </a:defRPr>
            </a:lvl1pPr>
            <a:lvl2pPr marL="0" indent="0">
              <a:spcAft>
                <a:spcPts val="4200"/>
              </a:spcAft>
              <a:buNone/>
              <a:defRPr b="0">
                <a:solidFill>
                  <a:schemeClr val="bg1"/>
                </a:solidFill>
                <a:latin typeface="Calibri" panose="020F0502020204030204" pitchFamily="34" charset="0"/>
                <a:cs typeface="Calibri" panose="020F0502020204030204" pitchFamily="34" charset="0"/>
              </a:defRPr>
            </a:lvl2pPr>
            <a:lvl3pPr marL="0" indent="0">
              <a:buFont typeface="Arial" panose="020B0604020202020204" pitchFamily="34" charset="0"/>
              <a:buNone/>
              <a:defRPr sz="1400">
                <a:solidFill>
                  <a:schemeClr val="bg1"/>
                </a:solidFill>
                <a:latin typeface="Calibri" panose="020F0502020204030204" pitchFamily="34" charset="0"/>
                <a:cs typeface="Calibri" panose="020F0502020204030204" pitchFamily="34" charset="0"/>
              </a:defRPr>
            </a:lvl3pPr>
            <a:lvl4pPr marL="0" indent="0">
              <a:buNone/>
              <a:defRPr sz="1400"/>
            </a:lvl4pPr>
            <a:lvl5pPr marL="0" indent="0">
              <a:buNone/>
              <a:defRPr sz="1400"/>
            </a:lvl5pPr>
          </a:lstStyle>
          <a:p>
            <a:pPr lvl="0"/>
            <a:r>
              <a:rPr lang="en-US" dirty="0"/>
              <a:t>Optional Subtitle</a:t>
            </a:r>
          </a:p>
        </p:txBody>
      </p:sp>
      <p:sp>
        <p:nvSpPr>
          <p:cNvPr id="40" name="Text Placeholder 7">
            <a:extLst>
              <a:ext uri="{FF2B5EF4-FFF2-40B4-BE49-F238E27FC236}">
                <a16:creationId xmlns:a16="http://schemas.microsoft.com/office/drawing/2014/main" id="{EA27EBE6-1BE1-4B9B-82C0-597CBBE6F24F}"/>
              </a:ext>
            </a:extLst>
          </p:cNvPr>
          <p:cNvSpPr>
            <a:spLocks noGrp="1"/>
          </p:cNvSpPr>
          <p:nvPr>
            <p:ph type="body" sz="quarter" idx="12" hasCustomPrompt="1"/>
          </p:nvPr>
        </p:nvSpPr>
        <p:spPr>
          <a:xfrm>
            <a:off x="612648" y="2752344"/>
            <a:ext cx="7031736" cy="1362456"/>
          </a:xfrm>
        </p:spPr>
        <p:txBody>
          <a:bodyPr anchor="t">
            <a:noAutofit/>
          </a:bodyPr>
          <a:lstStyle>
            <a:lvl1pPr marL="0" indent="0">
              <a:lnSpc>
                <a:spcPct val="95000"/>
              </a:lnSpc>
              <a:spcBef>
                <a:spcPts val="0"/>
              </a:spcBef>
              <a:spcAft>
                <a:spcPts val="900"/>
              </a:spcAft>
              <a:buNone/>
              <a:defRPr sz="5400" b="0" i="0" cap="none" baseline="0">
                <a:solidFill>
                  <a:schemeClr val="bg1"/>
                </a:solidFill>
                <a:latin typeface="+mj-lt"/>
                <a:cs typeface="Calibri" panose="020F0502020204030204" pitchFamily="34" charset="0"/>
              </a:defRPr>
            </a:lvl1pPr>
            <a:lvl2pPr marL="0" indent="0">
              <a:lnSpc>
                <a:spcPct val="95000"/>
              </a:lnSpc>
              <a:spcBef>
                <a:spcPts val="0"/>
              </a:spcBef>
              <a:spcAft>
                <a:spcPts val="0"/>
              </a:spcAft>
              <a:buNone/>
              <a:defRPr sz="4400" b="0" i="0" cap="none" baseline="0">
                <a:solidFill>
                  <a:schemeClr val="bg1"/>
                </a:solidFill>
                <a:latin typeface="Calibri" panose="020F0502020204030204" pitchFamily="34" charset="0"/>
                <a:cs typeface="Calibri" panose="020F0502020204030204" pitchFamily="34" charset="0"/>
              </a:defRPr>
            </a:lvl2pPr>
          </a:lstStyle>
          <a:p>
            <a:pPr lvl="0"/>
            <a:r>
              <a:rPr lang="en-US" dirty="0"/>
              <a:t>Presentation Title</a:t>
            </a:r>
          </a:p>
        </p:txBody>
      </p:sp>
      <p:sp>
        <p:nvSpPr>
          <p:cNvPr id="41" name="Text Placeholder 2">
            <a:extLst>
              <a:ext uri="{FF2B5EF4-FFF2-40B4-BE49-F238E27FC236}">
                <a16:creationId xmlns:a16="http://schemas.microsoft.com/office/drawing/2014/main" id="{14768FB9-A501-4263-A01A-C91C2760581E}"/>
              </a:ext>
            </a:extLst>
          </p:cNvPr>
          <p:cNvSpPr>
            <a:spLocks noGrp="1"/>
          </p:cNvSpPr>
          <p:nvPr>
            <p:ph type="body" sz="quarter" idx="19" hasCustomPrompt="1"/>
          </p:nvPr>
        </p:nvSpPr>
        <p:spPr>
          <a:xfrm>
            <a:off x="612648" y="5008346"/>
            <a:ext cx="5943600" cy="320040"/>
          </a:xfrm>
        </p:spPr>
        <p:txBody>
          <a:bodyPr anchor="ctr">
            <a:noAutofit/>
          </a:bodyPr>
          <a:lstStyle>
            <a:lvl1pPr marL="0" indent="0">
              <a:spcAft>
                <a:spcPts val="1000"/>
              </a:spcAft>
              <a:buNone/>
              <a:defRPr sz="1400" b="0">
                <a:solidFill>
                  <a:schemeClr val="bg1"/>
                </a:solidFill>
                <a:latin typeface="Calibri" panose="020F0502020204030204" pitchFamily="34" charset="0"/>
                <a:cs typeface="Calibri" panose="020F0502020204030204" pitchFamily="34" charset="0"/>
              </a:defRPr>
            </a:lvl1pPr>
            <a:lvl2pPr marL="0" indent="0">
              <a:spcAft>
                <a:spcPts val="4200"/>
              </a:spcAft>
              <a:buNone/>
              <a:defRPr sz="1800" b="0">
                <a:solidFill>
                  <a:schemeClr val="bg1"/>
                </a:solidFill>
                <a:latin typeface="Calibri" panose="020F0502020204030204" pitchFamily="34" charset="0"/>
                <a:cs typeface="Calibri" panose="020F0502020204030204" pitchFamily="34" charset="0"/>
              </a:defRPr>
            </a:lvl2pPr>
            <a:lvl3pPr marL="0" indent="0">
              <a:buFont typeface="Arial" panose="020B0604020202020204" pitchFamily="34" charset="0"/>
              <a:buNone/>
              <a:defRPr sz="1600">
                <a:solidFill>
                  <a:schemeClr val="bg1"/>
                </a:solidFill>
                <a:latin typeface="Calibri" panose="020F0502020204030204" pitchFamily="34" charset="0"/>
                <a:cs typeface="Calibri" panose="020F0502020204030204" pitchFamily="34" charset="0"/>
              </a:defRPr>
            </a:lvl3pPr>
            <a:lvl4pPr marL="0" indent="0">
              <a:buNone/>
              <a:defRPr sz="1400"/>
            </a:lvl4pPr>
            <a:lvl5pPr marL="0" indent="0">
              <a:buNone/>
              <a:defRPr sz="1400"/>
            </a:lvl5pPr>
          </a:lstStyle>
          <a:p>
            <a:pPr lvl="0"/>
            <a:r>
              <a:rPr lang="en-GB" dirty="0"/>
              <a:t>Presented By: Name Goes Here</a:t>
            </a:r>
          </a:p>
        </p:txBody>
      </p:sp>
      <p:sp>
        <p:nvSpPr>
          <p:cNvPr id="42" name="Text Placeholder 2">
            <a:extLst>
              <a:ext uri="{FF2B5EF4-FFF2-40B4-BE49-F238E27FC236}">
                <a16:creationId xmlns:a16="http://schemas.microsoft.com/office/drawing/2014/main" id="{AE89180D-E686-4531-B604-C72D0CD8A895}"/>
              </a:ext>
            </a:extLst>
          </p:cNvPr>
          <p:cNvSpPr>
            <a:spLocks noGrp="1"/>
          </p:cNvSpPr>
          <p:nvPr>
            <p:ph type="body" sz="quarter" idx="20" hasCustomPrompt="1"/>
          </p:nvPr>
        </p:nvSpPr>
        <p:spPr>
          <a:xfrm>
            <a:off x="612648" y="2139696"/>
            <a:ext cx="2971800" cy="265176"/>
          </a:xfrm>
        </p:spPr>
        <p:txBody>
          <a:bodyPr anchor="ctr">
            <a:noAutofit/>
          </a:bodyPr>
          <a:lstStyle>
            <a:lvl1pPr marL="0" indent="0">
              <a:spcAft>
                <a:spcPts val="1000"/>
              </a:spcAft>
              <a:buNone/>
              <a:defRPr sz="1600" b="0" cap="all" baseline="0">
                <a:solidFill>
                  <a:schemeClr val="bg1"/>
                </a:solidFill>
                <a:latin typeface="+mn-lt"/>
                <a:cs typeface="Calibri" panose="020F0502020204030204" pitchFamily="34" charset="0"/>
              </a:defRPr>
            </a:lvl1pPr>
            <a:lvl2pPr marL="0" indent="0">
              <a:spcAft>
                <a:spcPts val="4200"/>
              </a:spcAft>
              <a:buNone/>
              <a:defRPr b="0">
                <a:solidFill>
                  <a:schemeClr val="bg1"/>
                </a:solidFill>
                <a:latin typeface="Calibri" panose="020F0502020204030204" pitchFamily="34" charset="0"/>
                <a:cs typeface="Calibri" panose="020F0502020204030204" pitchFamily="34" charset="0"/>
              </a:defRPr>
            </a:lvl2pPr>
            <a:lvl3pPr marL="0" indent="0">
              <a:buFont typeface="Arial" panose="020B0604020202020204" pitchFamily="34" charset="0"/>
              <a:buNone/>
              <a:defRPr sz="1400">
                <a:solidFill>
                  <a:schemeClr val="bg1"/>
                </a:solidFill>
                <a:latin typeface="Calibri" panose="020F0502020204030204" pitchFamily="34" charset="0"/>
                <a:cs typeface="Calibri" panose="020F0502020204030204" pitchFamily="34" charset="0"/>
              </a:defRPr>
            </a:lvl3pPr>
            <a:lvl4pPr marL="0" indent="0">
              <a:buNone/>
              <a:defRPr sz="1400"/>
            </a:lvl4pPr>
            <a:lvl5pPr marL="0" indent="0">
              <a:buNone/>
              <a:defRPr sz="1400"/>
            </a:lvl5pPr>
          </a:lstStyle>
          <a:p>
            <a:pPr lvl="0"/>
            <a:r>
              <a:rPr lang="en-US" dirty="0"/>
              <a:t>Insert date</a:t>
            </a:r>
          </a:p>
        </p:txBody>
      </p:sp>
      <p:sp>
        <p:nvSpPr>
          <p:cNvPr id="38" name="TextBox 37">
            <a:extLst>
              <a:ext uri="{FF2B5EF4-FFF2-40B4-BE49-F238E27FC236}">
                <a16:creationId xmlns:a16="http://schemas.microsoft.com/office/drawing/2014/main" id="{CF857897-2467-412C-A1AE-8E0A4372B657}"/>
              </a:ext>
            </a:extLst>
          </p:cNvPr>
          <p:cNvSpPr txBox="1"/>
          <p:nvPr userDrawn="1"/>
        </p:nvSpPr>
        <p:spPr>
          <a:xfrm>
            <a:off x="0" y="-345748"/>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grpSp>
        <p:nvGrpSpPr>
          <p:cNvPr id="4" name="Group 3">
            <a:extLst>
              <a:ext uri="{FF2B5EF4-FFF2-40B4-BE49-F238E27FC236}">
                <a16:creationId xmlns:a16="http://schemas.microsoft.com/office/drawing/2014/main" id="{CE238D9D-E258-67AD-EAA6-030A4D338B2B}"/>
              </a:ext>
            </a:extLst>
          </p:cNvPr>
          <p:cNvGrpSpPr/>
          <p:nvPr userDrawn="1"/>
        </p:nvGrpSpPr>
        <p:grpSpPr>
          <a:xfrm>
            <a:off x="12485568" y="112729"/>
            <a:ext cx="2936672" cy="5883149"/>
            <a:chOff x="12485568" y="112729"/>
            <a:chExt cx="2936672" cy="5883149"/>
          </a:xfrm>
        </p:grpSpPr>
        <p:sp>
          <p:nvSpPr>
            <p:cNvPr id="45" name="Oval 44">
              <a:extLst>
                <a:ext uri="{FF2B5EF4-FFF2-40B4-BE49-F238E27FC236}">
                  <a16:creationId xmlns:a16="http://schemas.microsoft.com/office/drawing/2014/main" id="{A80DFAA7-1F4F-9C45-814F-AA3AF84CF117}"/>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46" name="Oval 45">
              <a:extLst>
                <a:ext uri="{FF2B5EF4-FFF2-40B4-BE49-F238E27FC236}">
                  <a16:creationId xmlns:a16="http://schemas.microsoft.com/office/drawing/2014/main" id="{D0973336-ABBA-E942-911E-DAAAD420D92E}"/>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47" name="Oval 46">
              <a:extLst>
                <a:ext uri="{FF2B5EF4-FFF2-40B4-BE49-F238E27FC236}">
                  <a16:creationId xmlns:a16="http://schemas.microsoft.com/office/drawing/2014/main" id="{D0981004-0F68-6D4F-BD18-E177DE1FB44F}"/>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48" name="Rectangle 47">
              <a:extLst>
                <a:ext uri="{FF2B5EF4-FFF2-40B4-BE49-F238E27FC236}">
                  <a16:creationId xmlns:a16="http://schemas.microsoft.com/office/drawing/2014/main" id="{8AF29444-601F-F34B-9EF9-77EFA492B612}"/>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50" name="Oval 49">
              <a:extLst>
                <a:ext uri="{FF2B5EF4-FFF2-40B4-BE49-F238E27FC236}">
                  <a16:creationId xmlns:a16="http://schemas.microsoft.com/office/drawing/2014/main" id="{5A7D3C9F-B977-4748-A292-34C40F4BAA31}"/>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51" name="Oval 50">
              <a:extLst>
                <a:ext uri="{FF2B5EF4-FFF2-40B4-BE49-F238E27FC236}">
                  <a16:creationId xmlns:a16="http://schemas.microsoft.com/office/drawing/2014/main" id="{143206F2-104F-E84B-AC9F-5E15AB889D81}"/>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52" name="Oval 51">
              <a:extLst>
                <a:ext uri="{FF2B5EF4-FFF2-40B4-BE49-F238E27FC236}">
                  <a16:creationId xmlns:a16="http://schemas.microsoft.com/office/drawing/2014/main" id="{3D85E306-5B19-244F-A5D8-906889F44993}"/>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53" name="Oval 52">
              <a:extLst>
                <a:ext uri="{FF2B5EF4-FFF2-40B4-BE49-F238E27FC236}">
                  <a16:creationId xmlns:a16="http://schemas.microsoft.com/office/drawing/2014/main" id="{E1EDDE7E-EFDB-5848-BAF2-12DCE978458E}"/>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11" name="Group 10">
              <a:extLst>
                <a:ext uri="{FF2B5EF4-FFF2-40B4-BE49-F238E27FC236}">
                  <a16:creationId xmlns:a16="http://schemas.microsoft.com/office/drawing/2014/main" id="{83068D31-C29A-E244-961C-2C77587F98C9}"/>
                </a:ext>
              </a:extLst>
            </p:cNvPr>
            <p:cNvGrpSpPr/>
            <p:nvPr userDrawn="1"/>
          </p:nvGrpSpPr>
          <p:grpSpPr>
            <a:xfrm>
              <a:off x="12500773" y="3802778"/>
              <a:ext cx="971741" cy="1940780"/>
              <a:chOff x="12431200" y="2678506"/>
              <a:chExt cx="971741" cy="1940780"/>
            </a:xfrm>
          </p:grpSpPr>
          <p:sp>
            <p:nvSpPr>
              <p:cNvPr id="49" name="Rectangle 48">
                <a:extLst>
                  <a:ext uri="{FF2B5EF4-FFF2-40B4-BE49-F238E27FC236}">
                    <a16:creationId xmlns:a16="http://schemas.microsoft.com/office/drawing/2014/main" id="{5D39A7BC-F7CD-6941-9544-825A8E016969}"/>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54" name="Oval 53">
                <a:extLst>
                  <a:ext uri="{FF2B5EF4-FFF2-40B4-BE49-F238E27FC236}">
                    <a16:creationId xmlns:a16="http://schemas.microsoft.com/office/drawing/2014/main" id="{EC35D024-ED51-5142-BFFB-D12DBF703D25}"/>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55" name="Oval 54">
                <a:extLst>
                  <a:ext uri="{FF2B5EF4-FFF2-40B4-BE49-F238E27FC236}">
                    <a16:creationId xmlns:a16="http://schemas.microsoft.com/office/drawing/2014/main" id="{0F5AAAB5-0CE2-D949-9F5F-8A6BC72D2EF3}"/>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56" name="Oval 55">
                <a:extLst>
                  <a:ext uri="{FF2B5EF4-FFF2-40B4-BE49-F238E27FC236}">
                    <a16:creationId xmlns:a16="http://schemas.microsoft.com/office/drawing/2014/main" id="{12719735-0F29-1E4C-B986-2AC28AE5C589}"/>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57" name="Oval 56">
                <a:extLst>
                  <a:ext uri="{FF2B5EF4-FFF2-40B4-BE49-F238E27FC236}">
                    <a16:creationId xmlns:a16="http://schemas.microsoft.com/office/drawing/2014/main" id="{612E40C7-91D1-A94C-9DC8-18CA745B81EB}"/>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65" name="Oval 64">
                <a:extLst>
                  <a:ext uri="{FF2B5EF4-FFF2-40B4-BE49-F238E27FC236}">
                    <a16:creationId xmlns:a16="http://schemas.microsoft.com/office/drawing/2014/main" id="{E051669A-9455-3A46-BB29-036B9C8DD3B6}"/>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66" name="Oval 65">
                <a:extLst>
                  <a:ext uri="{FF2B5EF4-FFF2-40B4-BE49-F238E27FC236}">
                    <a16:creationId xmlns:a16="http://schemas.microsoft.com/office/drawing/2014/main" id="{6981BC01-D1BC-4748-BE71-97EB2043C524}"/>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6" name="TextBox 5">
              <a:extLst>
                <a:ext uri="{FF2B5EF4-FFF2-40B4-BE49-F238E27FC236}">
                  <a16:creationId xmlns:a16="http://schemas.microsoft.com/office/drawing/2014/main" id="{CF43C44F-6AA5-5744-979F-361360ACEC3C}"/>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9" name="Picture 8">
              <a:extLst>
                <a:ext uri="{FF2B5EF4-FFF2-40B4-BE49-F238E27FC236}">
                  <a16:creationId xmlns:a16="http://schemas.microsoft.com/office/drawing/2014/main" id="{D97DDCE2-F55F-4A4E-BC70-23C4C12CDA09}"/>
                </a:ext>
              </a:extLst>
            </p:cNvPr>
            <p:cNvPicPr>
              <a:picLocks noChangeAspect="1"/>
            </p:cNvPicPr>
            <p:nvPr userDrawn="1"/>
          </p:nvPicPr>
          <p:blipFill>
            <a:blip r:embed="rId4"/>
            <a:stretch>
              <a:fillRect/>
            </a:stretch>
          </p:blipFill>
          <p:spPr>
            <a:xfrm>
              <a:off x="14012244" y="4384548"/>
              <a:ext cx="1088171" cy="1611330"/>
            </a:xfrm>
            <a:prstGeom prst="rect">
              <a:avLst/>
            </a:prstGeom>
          </p:spPr>
        </p:pic>
        <p:sp>
          <p:nvSpPr>
            <p:cNvPr id="2" name="Rectangle 1">
              <a:extLst>
                <a:ext uri="{FF2B5EF4-FFF2-40B4-BE49-F238E27FC236}">
                  <a16:creationId xmlns:a16="http://schemas.microsoft.com/office/drawing/2014/main" id="{9E15EE84-01EE-0FBF-61FF-76E1E32BEC9B}"/>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3331644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970AF0EB-D4B9-BE49-8DC2-1AE8FD8A5B14}"/>
              </a:ext>
              <a:ext uri="{C183D7F6-B498-43B3-948B-1728B52AA6E4}">
                <adec:decorative xmlns:adec="http://schemas.microsoft.com/office/drawing/2017/decorative" val="1"/>
              </a:ext>
            </a:extLst>
          </p:cNvPr>
          <p:cNvCxnSpPr>
            <a:cxnSpLocks/>
          </p:cNvCxnSpPr>
          <p:nvPr userDrawn="1"/>
        </p:nvCxnSpPr>
        <p:spPr>
          <a:xfrm>
            <a:off x="612648" y="2605073"/>
            <a:ext cx="1371600" cy="0"/>
          </a:xfrm>
          <a:prstGeom prst="line">
            <a:avLst/>
          </a:prstGeom>
          <a:ln w="28575">
            <a:solidFill>
              <a:schemeClr val="accent2"/>
            </a:solidFill>
          </a:ln>
        </p:spPr>
        <p:style>
          <a:lnRef idx="1">
            <a:schemeClr val="accent4"/>
          </a:lnRef>
          <a:fillRef idx="0">
            <a:schemeClr val="accent4"/>
          </a:fillRef>
          <a:effectRef idx="0">
            <a:schemeClr val="accent4"/>
          </a:effectRef>
          <a:fontRef idx="minor">
            <a:schemeClr val="tx1"/>
          </a:fontRef>
        </p:style>
      </p:cxnSp>
      <p:sp>
        <p:nvSpPr>
          <p:cNvPr id="31" name="Footer Placeholder 30">
            <a:extLst>
              <a:ext uri="{FF2B5EF4-FFF2-40B4-BE49-F238E27FC236}">
                <a16:creationId xmlns:a16="http://schemas.microsoft.com/office/drawing/2014/main" id="{8DF6E636-ACE0-354E-AA46-45811ECA241D}"/>
              </a:ext>
            </a:extLst>
          </p:cNvPr>
          <p:cNvSpPr>
            <a:spLocks noGrp="1"/>
          </p:cNvSpPr>
          <p:nvPr>
            <p:ph type="ftr" sz="quarter" idx="27"/>
          </p:nvPr>
        </p:nvSpPr>
        <p:spPr/>
        <p:txBody>
          <a:bodyPr/>
          <a:lstStyle/>
          <a:p>
            <a:r>
              <a:rPr lang="en-US" dirty="0"/>
              <a:t>For Internal Use Only. © 2026 AVEVA Group Limited or its subsidiaries. All rights reserved.</a:t>
            </a:r>
            <a:endParaRPr lang="en-GB" dirty="0"/>
          </a:p>
        </p:txBody>
      </p:sp>
      <p:sp>
        <p:nvSpPr>
          <p:cNvPr id="32" name="Slide Number Placeholder 31">
            <a:extLst>
              <a:ext uri="{FF2B5EF4-FFF2-40B4-BE49-F238E27FC236}">
                <a16:creationId xmlns:a16="http://schemas.microsoft.com/office/drawing/2014/main" id="{C86032D2-3DDE-034B-B7DC-88B0AA27E3EA}"/>
              </a:ext>
            </a:extLst>
          </p:cNvPr>
          <p:cNvSpPr>
            <a:spLocks noGrp="1"/>
          </p:cNvSpPr>
          <p:nvPr>
            <p:ph type="sldNum" sz="quarter" idx="28"/>
          </p:nvPr>
        </p:nvSpPr>
        <p:spPr/>
        <p:txBody>
          <a:bodyPr/>
          <a:lstStyle/>
          <a:p>
            <a:fld id="{267CDB12-45E5-4FD7-AE50-9CB5AFC72BA1}" type="slidenum">
              <a:rPr lang="en-GB" smtClean="0"/>
              <a:pPr/>
              <a:t>‹#›</a:t>
            </a:fld>
            <a:endParaRPr lang="en-GB" dirty="0"/>
          </a:p>
        </p:txBody>
      </p:sp>
      <p:sp>
        <p:nvSpPr>
          <p:cNvPr id="39" name="Text Placeholder 2">
            <a:extLst>
              <a:ext uri="{FF2B5EF4-FFF2-40B4-BE49-F238E27FC236}">
                <a16:creationId xmlns:a16="http://schemas.microsoft.com/office/drawing/2014/main" id="{CDFA5BD6-4363-4C47-AC33-403F25B48305}"/>
              </a:ext>
            </a:extLst>
          </p:cNvPr>
          <p:cNvSpPr>
            <a:spLocks noGrp="1"/>
          </p:cNvSpPr>
          <p:nvPr>
            <p:ph type="body" sz="quarter" idx="16" hasCustomPrompt="1"/>
          </p:nvPr>
        </p:nvSpPr>
        <p:spPr>
          <a:xfrm>
            <a:off x="612648" y="4453128"/>
            <a:ext cx="5943600" cy="320040"/>
          </a:xfrm>
        </p:spPr>
        <p:txBody>
          <a:bodyPr anchor="ctr">
            <a:noAutofit/>
          </a:bodyPr>
          <a:lstStyle>
            <a:lvl1pPr marL="0" indent="0">
              <a:spcAft>
                <a:spcPts val="1000"/>
              </a:spcAft>
              <a:buNone/>
              <a:defRPr sz="1800" b="0">
                <a:solidFill>
                  <a:schemeClr val="tx2"/>
                </a:solidFill>
                <a:latin typeface="+mn-lt"/>
                <a:cs typeface="Calibri" panose="020F0502020204030204" pitchFamily="34" charset="0"/>
              </a:defRPr>
            </a:lvl1pPr>
            <a:lvl2pPr marL="0" indent="0">
              <a:spcAft>
                <a:spcPts val="4200"/>
              </a:spcAft>
              <a:buNone/>
              <a:defRPr b="0">
                <a:solidFill>
                  <a:schemeClr val="bg1"/>
                </a:solidFill>
                <a:latin typeface="Calibri" panose="020F0502020204030204" pitchFamily="34" charset="0"/>
                <a:cs typeface="Calibri" panose="020F0502020204030204" pitchFamily="34" charset="0"/>
              </a:defRPr>
            </a:lvl2pPr>
            <a:lvl3pPr marL="0" indent="0">
              <a:buFont typeface="Arial" panose="020B0604020202020204" pitchFamily="34" charset="0"/>
              <a:buNone/>
              <a:defRPr sz="1400">
                <a:solidFill>
                  <a:schemeClr val="bg1"/>
                </a:solidFill>
                <a:latin typeface="Calibri" panose="020F0502020204030204" pitchFamily="34" charset="0"/>
                <a:cs typeface="Calibri" panose="020F0502020204030204" pitchFamily="34" charset="0"/>
              </a:defRPr>
            </a:lvl3pPr>
            <a:lvl4pPr marL="0" indent="0">
              <a:buNone/>
              <a:defRPr sz="1400"/>
            </a:lvl4pPr>
            <a:lvl5pPr marL="0" indent="0">
              <a:buNone/>
              <a:defRPr sz="1400"/>
            </a:lvl5pPr>
          </a:lstStyle>
          <a:p>
            <a:pPr lvl="0"/>
            <a:r>
              <a:rPr lang="en-US" dirty="0"/>
              <a:t>Optional Subtitle</a:t>
            </a:r>
          </a:p>
        </p:txBody>
      </p:sp>
      <p:sp>
        <p:nvSpPr>
          <p:cNvPr id="40" name="Text Placeholder 7">
            <a:extLst>
              <a:ext uri="{FF2B5EF4-FFF2-40B4-BE49-F238E27FC236}">
                <a16:creationId xmlns:a16="http://schemas.microsoft.com/office/drawing/2014/main" id="{EA27EBE6-1BE1-4B9B-82C0-597CBBE6F24F}"/>
              </a:ext>
            </a:extLst>
          </p:cNvPr>
          <p:cNvSpPr>
            <a:spLocks noGrp="1"/>
          </p:cNvSpPr>
          <p:nvPr>
            <p:ph type="body" sz="quarter" idx="12" hasCustomPrompt="1"/>
          </p:nvPr>
        </p:nvSpPr>
        <p:spPr>
          <a:xfrm>
            <a:off x="612648" y="2752344"/>
            <a:ext cx="7031736" cy="1362456"/>
          </a:xfrm>
        </p:spPr>
        <p:txBody>
          <a:bodyPr anchor="t">
            <a:noAutofit/>
          </a:bodyPr>
          <a:lstStyle>
            <a:lvl1pPr marL="0" indent="0">
              <a:lnSpc>
                <a:spcPct val="95000"/>
              </a:lnSpc>
              <a:spcBef>
                <a:spcPts val="0"/>
              </a:spcBef>
              <a:spcAft>
                <a:spcPts val="900"/>
              </a:spcAft>
              <a:buNone/>
              <a:defRPr sz="5400" b="0" i="0" cap="none" baseline="0">
                <a:solidFill>
                  <a:schemeClr val="tx2"/>
                </a:solidFill>
                <a:latin typeface="+mj-lt"/>
                <a:cs typeface="Calibri" panose="020F0502020204030204" pitchFamily="34" charset="0"/>
              </a:defRPr>
            </a:lvl1pPr>
            <a:lvl2pPr marL="0" indent="0">
              <a:lnSpc>
                <a:spcPct val="95000"/>
              </a:lnSpc>
              <a:spcBef>
                <a:spcPts val="0"/>
              </a:spcBef>
              <a:spcAft>
                <a:spcPts val="0"/>
              </a:spcAft>
              <a:buNone/>
              <a:defRPr sz="4400" b="0" i="0" cap="none" baseline="0">
                <a:solidFill>
                  <a:schemeClr val="bg1"/>
                </a:solidFill>
                <a:latin typeface="Calibri" panose="020F0502020204030204" pitchFamily="34" charset="0"/>
                <a:cs typeface="Calibri" panose="020F0502020204030204" pitchFamily="34" charset="0"/>
              </a:defRPr>
            </a:lvl2pPr>
          </a:lstStyle>
          <a:p>
            <a:pPr lvl="0"/>
            <a:r>
              <a:rPr lang="en-US" dirty="0"/>
              <a:t>Presentation Title</a:t>
            </a:r>
          </a:p>
        </p:txBody>
      </p:sp>
      <p:sp>
        <p:nvSpPr>
          <p:cNvPr id="41" name="Text Placeholder 2">
            <a:extLst>
              <a:ext uri="{FF2B5EF4-FFF2-40B4-BE49-F238E27FC236}">
                <a16:creationId xmlns:a16="http://schemas.microsoft.com/office/drawing/2014/main" id="{14768FB9-A501-4263-A01A-C91C2760581E}"/>
              </a:ext>
            </a:extLst>
          </p:cNvPr>
          <p:cNvSpPr>
            <a:spLocks noGrp="1"/>
          </p:cNvSpPr>
          <p:nvPr>
            <p:ph type="body" sz="quarter" idx="19" hasCustomPrompt="1"/>
          </p:nvPr>
        </p:nvSpPr>
        <p:spPr>
          <a:xfrm>
            <a:off x="612648" y="5008346"/>
            <a:ext cx="5943600" cy="320040"/>
          </a:xfrm>
        </p:spPr>
        <p:txBody>
          <a:bodyPr anchor="ctr">
            <a:noAutofit/>
          </a:bodyPr>
          <a:lstStyle>
            <a:lvl1pPr marL="0" indent="0">
              <a:spcAft>
                <a:spcPts val="1000"/>
              </a:spcAft>
              <a:buNone/>
              <a:defRPr sz="1400" b="0">
                <a:solidFill>
                  <a:schemeClr val="tx2"/>
                </a:solidFill>
                <a:latin typeface="Calibri" panose="020F0502020204030204" pitchFamily="34" charset="0"/>
                <a:cs typeface="Calibri" panose="020F0502020204030204" pitchFamily="34" charset="0"/>
              </a:defRPr>
            </a:lvl1pPr>
            <a:lvl2pPr marL="0" indent="0">
              <a:spcAft>
                <a:spcPts val="4200"/>
              </a:spcAft>
              <a:buNone/>
              <a:defRPr sz="1800" b="0">
                <a:solidFill>
                  <a:schemeClr val="bg1"/>
                </a:solidFill>
                <a:latin typeface="Calibri" panose="020F0502020204030204" pitchFamily="34" charset="0"/>
                <a:cs typeface="Calibri" panose="020F0502020204030204" pitchFamily="34" charset="0"/>
              </a:defRPr>
            </a:lvl2pPr>
            <a:lvl3pPr marL="0" indent="0">
              <a:buFont typeface="Arial" panose="020B0604020202020204" pitchFamily="34" charset="0"/>
              <a:buNone/>
              <a:defRPr sz="1600">
                <a:solidFill>
                  <a:schemeClr val="bg1"/>
                </a:solidFill>
                <a:latin typeface="Calibri" panose="020F0502020204030204" pitchFamily="34" charset="0"/>
                <a:cs typeface="Calibri" panose="020F0502020204030204" pitchFamily="34" charset="0"/>
              </a:defRPr>
            </a:lvl3pPr>
            <a:lvl4pPr marL="0" indent="0">
              <a:buNone/>
              <a:defRPr sz="1400"/>
            </a:lvl4pPr>
            <a:lvl5pPr marL="0" indent="0">
              <a:buNone/>
              <a:defRPr sz="1400"/>
            </a:lvl5pPr>
          </a:lstStyle>
          <a:p>
            <a:pPr lvl="0"/>
            <a:r>
              <a:rPr lang="en-GB" dirty="0"/>
              <a:t>Presented By: Name Goes Here</a:t>
            </a:r>
          </a:p>
        </p:txBody>
      </p:sp>
      <p:sp>
        <p:nvSpPr>
          <p:cNvPr id="42" name="Text Placeholder 2">
            <a:extLst>
              <a:ext uri="{FF2B5EF4-FFF2-40B4-BE49-F238E27FC236}">
                <a16:creationId xmlns:a16="http://schemas.microsoft.com/office/drawing/2014/main" id="{AE89180D-E686-4531-B604-C72D0CD8A895}"/>
              </a:ext>
            </a:extLst>
          </p:cNvPr>
          <p:cNvSpPr>
            <a:spLocks noGrp="1"/>
          </p:cNvSpPr>
          <p:nvPr>
            <p:ph type="body" sz="quarter" idx="20" hasCustomPrompt="1"/>
          </p:nvPr>
        </p:nvSpPr>
        <p:spPr>
          <a:xfrm>
            <a:off x="612648" y="2139696"/>
            <a:ext cx="2971800" cy="265176"/>
          </a:xfrm>
        </p:spPr>
        <p:txBody>
          <a:bodyPr anchor="ctr">
            <a:noAutofit/>
          </a:bodyPr>
          <a:lstStyle>
            <a:lvl1pPr marL="0" indent="0">
              <a:spcAft>
                <a:spcPts val="1000"/>
              </a:spcAft>
              <a:buNone/>
              <a:defRPr sz="1600" b="0" cap="all" baseline="0">
                <a:solidFill>
                  <a:schemeClr val="tx2"/>
                </a:solidFill>
                <a:latin typeface="+mn-lt"/>
                <a:cs typeface="Calibri" panose="020F0502020204030204" pitchFamily="34" charset="0"/>
              </a:defRPr>
            </a:lvl1pPr>
            <a:lvl2pPr marL="0" indent="0">
              <a:spcAft>
                <a:spcPts val="4200"/>
              </a:spcAft>
              <a:buNone/>
              <a:defRPr b="0">
                <a:solidFill>
                  <a:schemeClr val="bg1"/>
                </a:solidFill>
                <a:latin typeface="Calibri" panose="020F0502020204030204" pitchFamily="34" charset="0"/>
                <a:cs typeface="Calibri" panose="020F0502020204030204" pitchFamily="34" charset="0"/>
              </a:defRPr>
            </a:lvl2pPr>
            <a:lvl3pPr marL="0" indent="0">
              <a:buFont typeface="Arial" panose="020B0604020202020204" pitchFamily="34" charset="0"/>
              <a:buNone/>
              <a:defRPr sz="1400">
                <a:solidFill>
                  <a:schemeClr val="bg1"/>
                </a:solidFill>
                <a:latin typeface="Calibri" panose="020F0502020204030204" pitchFamily="34" charset="0"/>
                <a:cs typeface="Calibri" panose="020F0502020204030204" pitchFamily="34" charset="0"/>
              </a:defRPr>
            </a:lvl3pPr>
            <a:lvl4pPr marL="0" indent="0">
              <a:buNone/>
              <a:defRPr sz="1400"/>
            </a:lvl4pPr>
            <a:lvl5pPr marL="0" indent="0">
              <a:buNone/>
              <a:defRPr sz="1400"/>
            </a:lvl5pPr>
          </a:lstStyle>
          <a:p>
            <a:pPr lvl="0"/>
            <a:r>
              <a:rPr lang="en-US" dirty="0"/>
              <a:t>Insert date</a:t>
            </a:r>
          </a:p>
        </p:txBody>
      </p:sp>
      <p:sp>
        <p:nvSpPr>
          <p:cNvPr id="38" name="TextBox 37">
            <a:extLst>
              <a:ext uri="{FF2B5EF4-FFF2-40B4-BE49-F238E27FC236}">
                <a16:creationId xmlns:a16="http://schemas.microsoft.com/office/drawing/2014/main" id="{CF857897-2467-412C-A1AE-8E0A4372B657}"/>
              </a:ext>
            </a:extLst>
          </p:cNvPr>
          <p:cNvSpPr txBox="1"/>
          <p:nvPr userDrawn="1"/>
        </p:nvSpPr>
        <p:spPr>
          <a:xfrm>
            <a:off x="0" y="-345748"/>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grpSp>
        <p:nvGrpSpPr>
          <p:cNvPr id="2" name="Group 4">
            <a:extLst>
              <a:ext uri="{FF2B5EF4-FFF2-40B4-BE49-F238E27FC236}">
                <a16:creationId xmlns:a16="http://schemas.microsoft.com/office/drawing/2014/main" id="{03B5774C-A03F-B474-F7D1-22C6C0D993A5}"/>
              </a:ext>
            </a:extLst>
          </p:cNvPr>
          <p:cNvGrpSpPr>
            <a:grpSpLocks noChangeAspect="1"/>
          </p:cNvGrpSpPr>
          <p:nvPr userDrawn="1"/>
        </p:nvGrpSpPr>
        <p:grpSpPr bwMode="auto">
          <a:xfrm>
            <a:off x="10058403" y="6005505"/>
            <a:ext cx="1627188" cy="374649"/>
            <a:chOff x="6336" y="3783"/>
            <a:chExt cx="1025" cy="236"/>
          </a:xfrm>
          <a:solidFill>
            <a:schemeClr val="tx2"/>
          </a:solidFill>
        </p:grpSpPr>
        <p:sp>
          <p:nvSpPr>
            <p:cNvPr id="5" name="Freeform 5">
              <a:extLst>
                <a:ext uri="{FF2B5EF4-FFF2-40B4-BE49-F238E27FC236}">
                  <a16:creationId xmlns:a16="http://schemas.microsoft.com/office/drawing/2014/main" id="{432AED36-6F8F-16CC-BC26-DC9BD7B5FA05}"/>
                </a:ext>
              </a:extLst>
            </p:cNvPr>
            <p:cNvSpPr>
              <a:spLocks/>
            </p:cNvSpPr>
            <p:nvPr userDrawn="1"/>
          </p:nvSpPr>
          <p:spPr bwMode="auto">
            <a:xfrm>
              <a:off x="6550" y="3783"/>
              <a:ext cx="204" cy="236"/>
            </a:xfrm>
            <a:custGeom>
              <a:avLst/>
              <a:gdLst>
                <a:gd name="T0" fmla="*/ 626 w 634"/>
                <a:gd name="T1" fmla="*/ 0 h 725"/>
                <a:gd name="T2" fmla="*/ 626 w 634"/>
                <a:gd name="T3" fmla="*/ 0 h 725"/>
                <a:gd name="T4" fmla="*/ 527 w 634"/>
                <a:gd name="T5" fmla="*/ 0 h 725"/>
                <a:gd name="T6" fmla="*/ 519 w 634"/>
                <a:gd name="T7" fmla="*/ 6 h 725"/>
                <a:gd name="T8" fmla="*/ 326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1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4" y="0"/>
                    <a:pt x="520" y="2"/>
                    <a:pt x="519" y="6"/>
                  </a:cubicBezTo>
                  <a:lnTo>
                    <a:pt x="326" y="456"/>
                  </a:lnTo>
                  <a:cubicBezTo>
                    <a:pt x="323" y="462"/>
                    <a:pt x="313" y="462"/>
                    <a:pt x="310" y="456"/>
                  </a:cubicBezTo>
                  <a:lnTo>
                    <a:pt x="117" y="6"/>
                  </a:lnTo>
                  <a:cubicBezTo>
                    <a:pt x="116" y="2"/>
                    <a:pt x="112" y="0"/>
                    <a:pt x="108" y="0"/>
                  </a:cubicBezTo>
                  <a:lnTo>
                    <a:pt x="9" y="0"/>
                  </a:lnTo>
                  <a:cubicBezTo>
                    <a:pt x="4" y="0"/>
                    <a:pt x="0" y="5"/>
                    <a:pt x="2" y="9"/>
                  </a:cubicBezTo>
                  <a:lnTo>
                    <a:pt x="311"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Freeform 6">
              <a:extLst>
                <a:ext uri="{FF2B5EF4-FFF2-40B4-BE49-F238E27FC236}">
                  <a16:creationId xmlns:a16="http://schemas.microsoft.com/office/drawing/2014/main" id="{D8B5A6D3-4187-55A3-1E3F-7A9759EF52E6}"/>
                </a:ext>
              </a:extLst>
            </p:cNvPr>
            <p:cNvSpPr>
              <a:spLocks noEditPoints="1"/>
            </p:cNvSpPr>
            <p:nvPr userDrawn="1"/>
          </p:nvSpPr>
          <p:spPr bwMode="auto">
            <a:xfrm>
              <a:off x="6336" y="3783"/>
              <a:ext cx="237" cy="236"/>
            </a:xfrm>
            <a:custGeom>
              <a:avLst/>
              <a:gdLst>
                <a:gd name="T0" fmla="*/ 326 w 736"/>
                <a:gd name="T1" fmla="*/ 466 h 724"/>
                <a:gd name="T2" fmla="*/ 326 w 736"/>
                <a:gd name="T3" fmla="*/ 466 h 724"/>
                <a:gd name="T4" fmla="*/ 411 w 736"/>
                <a:gd name="T5" fmla="*/ 268 h 724"/>
                <a:gd name="T6" fmla="*/ 426 w 736"/>
                <a:gd name="T7" fmla="*/ 268 h 724"/>
                <a:gd name="T8" fmla="*/ 511 w 736"/>
                <a:gd name="T9" fmla="*/ 466 h 724"/>
                <a:gd name="T10" fmla="*/ 326 w 736"/>
                <a:gd name="T11" fmla="*/ 466 h 724"/>
                <a:gd name="T12" fmla="*/ 426 w 736"/>
                <a:gd name="T13" fmla="*/ 6 h 724"/>
                <a:gd name="T14" fmla="*/ 426 w 736"/>
                <a:gd name="T15" fmla="*/ 6 h 724"/>
                <a:gd name="T16" fmla="*/ 409 w 736"/>
                <a:gd name="T17" fmla="*/ 6 h 724"/>
                <a:gd name="T18" fmla="*/ 211 w 736"/>
                <a:gd name="T19" fmla="*/ 466 h 724"/>
                <a:gd name="T20" fmla="*/ 7 w 736"/>
                <a:gd name="T21" fmla="*/ 466 h 724"/>
                <a:gd name="T22" fmla="*/ 1 w 736"/>
                <a:gd name="T23" fmla="*/ 475 h 724"/>
                <a:gd name="T24" fmla="*/ 40 w 736"/>
                <a:gd name="T25" fmla="*/ 560 h 724"/>
                <a:gd name="T26" fmla="*/ 53 w 736"/>
                <a:gd name="T27" fmla="*/ 569 h 724"/>
                <a:gd name="T28" fmla="*/ 167 w 736"/>
                <a:gd name="T29" fmla="*/ 569 h 724"/>
                <a:gd name="T30" fmla="*/ 104 w 736"/>
                <a:gd name="T31" fmla="*/ 715 h 724"/>
                <a:gd name="T32" fmla="*/ 111 w 736"/>
                <a:gd name="T33" fmla="*/ 724 h 724"/>
                <a:gd name="T34" fmla="*/ 209 w 736"/>
                <a:gd name="T35" fmla="*/ 724 h 724"/>
                <a:gd name="T36" fmla="*/ 218 w 736"/>
                <a:gd name="T37" fmla="*/ 719 h 724"/>
                <a:gd name="T38" fmla="*/ 282 w 736"/>
                <a:gd name="T39" fmla="*/ 569 h 724"/>
                <a:gd name="T40" fmla="*/ 555 w 736"/>
                <a:gd name="T41" fmla="*/ 569 h 724"/>
                <a:gd name="T42" fmla="*/ 619 w 736"/>
                <a:gd name="T43" fmla="*/ 719 h 724"/>
                <a:gd name="T44" fmla="*/ 628 w 736"/>
                <a:gd name="T45" fmla="*/ 724 h 724"/>
                <a:gd name="T46" fmla="*/ 727 w 736"/>
                <a:gd name="T47" fmla="*/ 724 h 724"/>
                <a:gd name="T48" fmla="*/ 734 w 736"/>
                <a:gd name="T49" fmla="*/ 715 h 724"/>
                <a:gd name="T50" fmla="*/ 426 w 736"/>
                <a:gd name="T51"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36" h="724">
                  <a:moveTo>
                    <a:pt x="326" y="466"/>
                  </a:moveTo>
                  <a:lnTo>
                    <a:pt x="326" y="466"/>
                  </a:lnTo>
                  <a:lnTo>
                    <a:pt x="411" y="268"/>
                  </a:lnTo>
                  <a:cubicBezTo>
                    <a:pt x="414" y="261"/>
                    <a:pt x="423" y="261"/>
                    <a:pt x="426" y="268"/>
                  </a:cubicBezTo>
                  <a:lnTo>
                    <a:pt x="511" y="466"/>
                  </a:lnTo>
                  <a:lnTo>
                    <a:pt x="326" y="466"/>
                  </a:lnTo>
                  <a:close/>
                  <a:moveTo>
                    <a:pt x="426" y="6"/>
                  </a:moveTo>
                  <a:lnTo>
                    <a:pt x="426" y="6"/>
                  </a:lnTo>
                  <a:cubicBezTo>
                    <a:pt x="423" y="0"/>
                    <a:pt x="412" y="0"/>
                    <a:pt x="409" y="6"/>
                  </a:cubicBezTo>
                  <a:lnTo>
                    <a:pt x="211" y="466"/>
                  </a:lnTo>
                  <a:lnTo>
                    <a:pt x="7" y="466"/>
                  </a:lnTo>
                  <a:cubicBezTo>
                    <a:pt x="2" y="466"/>
                    <a:pt x="0" y="471"/>
                    <a:pt x="1" y="475"/>
                  </a:cubicBezTo>
                  <a:lnTo>
                    <a:pt x="40" y="560"/>
                  </a:lnTo>
                  <a:cubicBezTo>
                    <a:pt x="42" y="566"/>
                    <a:pt x="47" y="569"/>
                    <a:pt x="53" y="569"/>
                  </a:cubicBezTo>
                  <a:lnTo>
                    <a:pt x="167" y="569"/>
                  </a:lnTo>
                  <a:lnTo>
                    <a:pt x="104" y="715"/>
                  </a:lnTo>
                  <a:cubicBezTo>
                    <a:pt x="102" y="719"/>
                    <a:pt x="106" y="724"/>
                    <a:pt x="111" y="724"/>
                  </a:cubicBezTo>
                  <a:lnTo>
                    <a:pt x="209" y="724"/>
                  </a:lnTo>
                  <a:cubicBezTo>
                    <a:pt x="213" y="724"/>
                    <a:pt x="216" y="722"/>
                    <a:pt x="218" y="719"/>
                  </a:cubicBezTo>
                  <a:lnTo>
                    <a:pt x="282" y="569"/>
                  </a:lnTo>
                  <a:lnTo>
                    <a:pt x="555" y="569"/>
                  </a:lnTo>
                  <a:lnTo>
                    <a:pt x="619" y="719"/>
                  </a:lnTo>
                  <a:cubicBezTo>
                    <a:pt x="621" y="722"/>
                    <a:pt x="624" y="724"/>
                    <a:pt x="628" y="724"/>
                  </a:cubicBezTo>
                  <a:lnTo>
                    <a:pt x="727" y="724"/>
                  </a:lnTo>
                  <a:cubicBezTo>
                    <a:pt x="732" y="724"/>
                    <a:pt x="736" y="719"/>
                    <a:pt x="734" y="715"/>
                  </a:cubicBezTo>
                  <a:lnTo>
                    <a:pt x="426"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2" name="Freeform 7">
              <a:extLst>
                <a:ext uri="{FF2B5EF4-FFF2-40B4-BE49-F238E27FC236}">
                  <a16:creationId xmlns:a16="http://schemas.microsoft.com/office/drawing/2014/main" id="{5E404D09-6290-F93C-9198-DDD01CECE969}"/>
                </a:ext>
              </a:extLst>
            </p:cNvPr>
            <p:cNvSpPr>
              <a:spLocks/>
            </p:cNvSpPr>
            <p:nvPr userDrawn="1"/>
          </p:nvSpPr>
          <p:spPr bwMode="auto">
            <a:xfrm>
              <a:off x="6975" y="3783"/>
              <a:ext cx="205" cy="236"/>
            </a:xfrm>
            <a:custGeom>
              <a:avLst/>
              <a:gdLst>
                <a:gd name="T0" fmla="*/ 626 w 634"/>
                <a:gd name="T1" fmla="*/ 0 h 725"/>
                <a:gd name="T2" fmla="*/ 626 w 634"/>
                <a:gd name="T3" fmla="*/ 0 h 725"/>
                <a:gd name="T4" fmla="*/ 527 w 634"/>
                <a:gd name="T5" fmla="*/ 0 h 725"/>
                <a:gd name="T6" fmla="*/ 519 w 634"/>
                <a:gd name="T7" fmla="*/ 6 h 725"/>
                <a:gd name="T8" fmla="*/ 325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0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3" y="0"/>
                    <a:pt x="520" y="2"/>
                    <a:pt x="519" y="6"/>
                  </a:cubicBezTo>
                  <a:lnTo>
                    <a:pt x="325" y="456"/>
                  </a:lnTo>
                  <a:cubicBezTo>
                    <a:pt x="323" y="462"/>
                    <a:pt x="313" y="462"/>
                    <a:pt x="310" y="456"/>
                  </a:cubicBezTo>
                  <a:lnTo>
                    <a:pt x="117" y="6"/>
                  </a:lnTo>
                  <a:cubicBezTo>
                    <a:pt x="115" y="2"/>
                    <a:pt x="112" y="0"/>
                    <a:pt x="108" y="0"/>
                  </a:cubicBezTo>
                  <a:lnTo>
                    <a:pt x="9" y="0"/>
                  </a:lnTo>
                  <a:cubicBezTo>
                    <a:pt x="4" y="0"/>
                    <a:pt x="0" y="5"/>
                    <a:pt x="2" y="9"/>
                  </a:cubicBezTo>
                  <a:lnTo>
                    <a:pt x="310"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8">
              <a:extLst>
                <a:ext uri="{FF2B5EF4-FFF2-40B4-BE49-F238E27FC236}">
                  <a16:creationId xmlns:a16="http://schemas.microsoft.com/office/drawing/2014/main" id="{5FCE9A3D-D5A0-417F-CABC-21170B96E8EB}"/>
                </a:ext>
              </a:extLst>
            </p:cNvPr>
            <p:cNvSpPr>
              <a:spLocks noEditPoints="1"/>
            </p:cNvSpPr>
            <p:nvPr userDrawn="1"/>
          </p:nvSpPr>
          <p:spPr bwMode="auto">
            <a:xfrm>
              <a:off x="7156" y="3783"/>
              <a:ext cx="205" cy="236"/>
            </a:xfrm>
            <a:custGeom>
              <a:avLst/>
              <a:gdLst>
                <a:gd name="T0" fmla="*/ 223 w 633"/>
                <a:gd name="T1" fmla="*/ 466 h 724"/>
                <a:gd name="T2" fmla="*/ 223 w 633"/>
                <a:gd name="T3" fmla="*/ 466 h 724"/>
                <a:gd name="T4" fmla="*/ 308 w 633"/>
                <a:gd name="T5" fmla="*/ 268 h 724"/>
                <a:gd name="T6" fmla="*/ 324 w 633"/>
                <a:gd name="T7" fmla="*/ 268 h 724"/>
                <a:gd name="T8" fmla="*/ 409 w 633"/>
                <a:gd name="T9" fmla="*/ 466 h 724"/>
                <a:gd name="T10" fmla="*/ 223 w 633"/>
                <a:gd name="T11" fmla="*/ 466 h 724"/>
                <a:gd name="T12" fmla="*/ 323 w 633"/>
                <a:gd name="T13" fmla="*/ 6 h 724"/>
                <a:gd name="T14" fmla="*/ 323 w 633"/>
                <a:gd name="T15" fmla="*/ 6 h 724"/>
                <a:gd name="T16" fmla="*/ 307 w 633"/>
                <a:gd name="T17" fmla="*/ 6 h 724"/>
                <a:gd name="T18" fmla="*/ 2 w 633"/>
                <a:gd name="T19" fmla="*/ 715 h 724"/>
                <a:gd name="T20" fmla="*/ 8 w 633"/>
                <a:gd name="T21" fmla="*/ 724 h 724"/>
                <a:gd name="T22" fmla="*/ 107 w 633"/>
                <a:gd name="T23" fmla="*/ 724 h 724"/>
                <a:gd name="T24" fmla="*/ 115 w 633"/>
                <a:gd name="T25" fmla="*/ 719 h 724"/>
                <a:gd name="T26" fmla="*/ 179 w 633"/>
                <a:gd name="T27" fmla="*/ 569 h 724"/>
                <a:gd name="T28" fmla="*/ 453 w 633"/>
                <a:gd name="T29" fmla="*/ 569 h 724"/>
                <a:gd name="T30" fmla="*/ 517 w 633"/>
                <a:gd name="T31" fmla="*/ 719 h 724"/>
                <a:gd name="T32" fmla="*/ 525 w 633"/>
                <a:gd name="T33" fmla="*/ 724 h 724"/>
                <a:gd name="T34" fmla="*/ 625 w 633"/>
                <a:gd name="T35" fmla="*/ 724 h 724"/>
                <a:gd name="T36" fmla="*/ 631 w 633"/>
                <a:gd name="T37" fmla="*/ 715 h 724"/>
                <a:gd name="T38" fmla="*/ 323 w 633"/>
                <a:gd name="T39"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3" h="724">
                  <a:moveTo>
                    <a:pt x="223" y="466"/>
                  </a:moveTo>
                  <a:lnTo>
                    <a:pt x="223" y="466"/>
                  </a:lnTo>
                  <a:lnTo>
                    <a:pt x="308" y="268"/>
                  </a:lnTo>
                  <a:cubicBezTo>
                    <a:pt x="311" y="261"/>
                    <a:pt x="321" y="261"/>
                    <a:pt x="324" y="268"/>
                  </a:cubicBezTo>
                  <a:lnTo>
                    <a:pt x="409" y="466"/>
                  </a:lnTo>
                  <a:lnTo>
                    <a:pt x="223" y="466"/>
                  </a:lnTo>
                  <a:close/>
                  <a:moveTo>
                    <a:pt x="323" y="6"/>
                  </a:moveTo>
                  <a:lnTo>
                    <a:pt x="323" y="6"/>
                  </a:lnTo>
                  <a:cubicBezTo>
                    <a:pt x="320" y="0"/>
                    <a:pt x="310" y="0"/>
                    <a:pt x="307" y="6"/>
                  </a:cubicBezTo>
                  <a:lnTo>
                    <a:pt x="2" y="715"/>
                  </a:lnTo>
                  <a:cubicBezTo>
                    <a:pt x="0" y="719"/>
                    <a:pt x="3" y="724"/>
                    <a:pt x="8" y="724"/>
                  </a:cubicBezTo>
                  <a:lnTo>
                    <a:pt x="107" y="724"/>
                  </a:lnTo>
                  <a:cubicBezTo>
                    <a:pt x="110" y="724"/>
                    <a:pt x="114" y="722"/>
                    <a:pt x="115" y="719"/>
                  </a:cubicBezTo>
                  <a:lnTo>
                    <a:pt x="179" y="569"/>
                  </a:lnTo>
                  <a:lnTo>
                    <a:pt x="453" y="569"/>
                  </a:lnTo>
                  <a:lnTo>
                    <a:pt x="517" y="719"/>
                  </a:lnTo>
                  <a:cubicBezTo>
                    <a:pt x="518" y="722"/>
                    <a:pt x="522" y="724"/>
                    <a:pt x="525" y="724"/>
                  </a:cubicBezTo>
                  <a:lnTo>
                    <a:pt x="625" y="724"/>
                  </a:lnTo>
                  <a:cubicBezTo>
                    <a:pt x="630" y="724"/>
                    <a:pt x="633" y="719"/>
                    <a:pt x="631" y="715"/>
                  </a:cubicBezTo>
                  <a:lnTo>
                    <a:pt x="323"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9">
              <a:extLst>
                <a:ext uri="{FF2B5EF4-FFF2-40B4-BE49-F238E27FC236}">
                  <a16:creationId xmlns:a16="http://schemas.microsoft.com/office/drawing/2014/main" id="{F2B754DB-E65C-86FC-F1D3-D8BC8EBE4E20}"/>
                </a:ext>
              </a:extLst>
            </p:cNvPr>
            <p:cNvSpPr>
              <a:spLocks/>
            </p:cNvSpPr>
            <p:nvPr userDrawn="1"/>
          </p:nvSpPr>
          <p:spPr bwMode="auto">
            <a:xfrm>
              <a:off x="6788" y="3783"/>
              <a:ext cx="155" cy="34"/>
            </a:xfrm>
            <a:custGeom>
              <a:avLst/>
              <a:gdLst>
                <a:gd name="T0" fmla="*/ 473 w 480"/>
                <a:gd name="T1" fmla="*/ 0 h 105"/>
                <a:gd name="T2" fmla="*/ 473 w 480"/>
                <a:gd name="T3" fmla="*/ 0 h 105"/>
                <a:gd name="T4" fmla="*/ 7 w 480"/>
                <a:gd name="T5" fmla="*/ 0 h 105"/>
                <a:gd name="T6" fmla="*/ 0 w 480"/>
                <a:gd name="T7" fmla="*/ 6 h 105"/>
                <a:gd name="T8" fmla="*/ 0 w 480"/>
                <a:gd name="T9" fmla="*/ 98 h 105"/>
                <a:gd name="T10" fmla="*/ 7 w 480"/>
                <a:gd name="T11" fmla="*/ 105 h 105"/>
                <a:gd name="T12" fmla="*/ 473 w 480"/>
                <a:gd name="T13" fmla="*/ 105 h 105"/>
                <a:gd name="T14" fmla="*/ 480 w 480"/>
                <a:gd name="T15" fmla="*/ 98 h 105"/>
                <a:gd name="T16" fmla="*/ 480 w 480"/>
                <a:gd name="T17" fmla="*/ 6 h 105"/>
                <a:gd name="T18" fmla="*/ 473 w 480"/>
                <a:gd name="T19" fmla="*/ 0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5">
                  <a:moveTo>
                    <a:pt x="473" y="0"/>
                  </a:moveTo>
                  <a:lnTo>
                    <a:pt x="473" y="0"/>
                  </a:lnTo>
                  <a:lnTo>
                    <a:pt x="7" y="0"/>
                  </a:lnTo>
                  <a:cubicBezTo>
                    <a:pt x="3" y="0"/>
                    <a:pt x="0" y="3"/>
                    <a:pt x="0" y="6"/>
                  </a:cubicBezTo>
                  <a:lnTo>
                    <a:pt x="0" y="98"/>
                  </a:lnTo>
                  <a:cubicBezTo>
                    <a:pt x="0" y="102"/>
                    <a:pt x="3" y="105"/>
                    <a:pt x="7" y="105"/>
                  </a:cubicBezTo>
                  <a:lnTo>
                    <a:pt x="473" y="105"/>
                  </a:lnTo>
                  <a:cubicBezTo>
                    <a:pt x="477" y="105"/>
                    <a:pt x="480" y="102"/>
                    <a:pt x="480" y="98"/>
                  </a:cubicBezTo>
                  <a:lnTo>
                    <a:pt x="480" y="6"/>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10">
              <a:extLst>
                <a:ext uri="{FF2B5EF4-FFF2-40B4-BE49-F238E27FC236}">
                  <a16:creationId xmlns:a16="http://schemas.microsoft.com/office/drawing/2014/main" id="{53DA9E59-B518-5AE8-D38C-842D27ABA2EB}"/>
                </a:ext>
              </a:extLst>
            </p:cNvPr>
            <p:cNvSpPr>
              <a:spLocks/>
            </p:cNvSpPr>
            <p:nvPr userDrawn="1"/>
          </p:nvSpPr>
          <p:spPr bwMode="auto">
            <a:xfrm>
              <a:off x="6788" y="3883"/>
              <a:ext cx="155" cy="35"/>
            </a:xfrm>
            <a:custGeom>
              <a:avLst/>
              <a:gdLst>
                <a:gd name="T0" fmla="*/ 473 w 480"/>
                <a:gd name="T1" fmla="*/ 0 h 106"/>
                <a:gd name="T2" fmla="*/ 473 w 480"/>
                <a:gd name="T3" fmla="*/ 0 h 106"/>
                <a:gd name="T4" fmla="*/ 7 w 480"/>
                <a:gd name="T5" fmla="*/ 0 h 106"/>
                <a:gd name="T6" fmla="*/ 0 w 480"/>
                <a:gd name="T7" fmla="*/ 7 h 106"/>
                <a:gd name="T8" fmla="*/ 0 w 480"/>
                <a:gd name="T9" fmla="*/ 99 h 106"/>
                <a:gd name="T10" fmla="*/ 7 w 480"/>
                <a:gd name="T11" fmla="*/ 106 h 106"/>
                <a:gd name="T12" fmla="*/ 473 w 480"/>
                <a:gd name="T13" fmla="*/ 106 h 106"/>
                <a:gd name="T14" fmla="*/ 480 w 480"/>
                <a:gd name="T15" fmla="*/ 99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99"/>
                  </a:lnTo>
                  <a:cubicBezTo>
                    <a:pt x="0" y="103"/>
                    <a:pt x="3" y="106"/>
                    <a:pt x="7" y="106"/>
                  </a:cubicBezTo>
                  <a:lnTo>
                    <a:pt x="473" y="106"/>
                  </a:lnTo>
                  <a:cubicBezTo>
                    <a:pt x="477" y="106"/>
                    <a:pt x="480" y="103"/>
                    <a:pt x="480" y="99"/>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11">
              <a:extLst>
                <a:ext uri="{FF2B5EF4-FFF2-40B4-BE49-F238E27FC236}">
                  <a16:creationId xmlns:a16="http://schemas.microsoft.com/office/drawing/2014/main" id="{C221E836-F8D6-03E0-BC27-8E895612A314}"/>
                </a:ext>
              </a:extLst>
            </p:cNvPr>
            <p:cNvSpPr>
              <a:spLocks/>
            </p:cNvSpPr>
            <p:nvPr userDrawn="1"/>
          </p:nvSpPr>
          <p:spPr bwMode="auto">
            <a:xfrm>
              <a:off x="6788" y="3982"/>
              <a:ext cx="155" cy="35"/>
            </a:xfrm>
            <a:custGeom>
              <a:avLst/>
              <a:gdLst>
                <a:gd name="T0" fmla="*/ 473 w 480"/>
                <a:gd name="T1" fmla="*/ 0 h 106"/>
                <a:gd name="T2" fmla="*/ 473 w 480"/>
                <a:gd name="T3" fmla="*/ 0 h 106"/>
                <a:gd name="T4" fmla="*/ 7 w 480"/>
                <a:gd name="T5" fmla="*/ 0 h 106"/>
                <a:gd name="T6" fmla="*/ 0 w 480"/>
                <a:gd name="T7" fmla="*/ 7 h 106"/>
                <a:gd name="T8" fmla="*/ 0 w 480"/>
                <a:gd name="T9" fmla="*/ 100 h 106"/>
                <a:gd name="T10" fmla="*/ 7 w 480"/>
                <a:gd name="T11" fmla="*/ 106 h 106"/>
                <a:gd name="T12" fmla="*/ 473 w 480"/>
                <a:gd name="T13" fmla="*/ 106 h 106"/>
                <a:gd name="T14" fmla="*/ 480 w 480"/>
                <a:gd name="T15" fmla="*/ 100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100"/>
                  </a:lnTo>
                  <a:cubicBezTo>
                    <a:pt x="0" y="103"/>
                    <a:pt x="3" y="106"/>
                    <a:pt x="7" y="106"/>
                  </a:cubicBezTo>
                  <a:lnTo>
                    <a:pt x="473" y="106"/>
                  </a:lnTo>
                  <a:cubicBezTo>
                    <a:pt x="477" y="106"/>
                    <a:pt x="480" y="103"/>
                    <a:pt x="480" y="100"/>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3" name="Group 2">
            <a:extLst>
              <a:ext uri="{FF2B5EF4-FFF2-40B4-BE49-F238E27FC236}">
                <a16:creationId xmlns:a16="http://schemas.microsoft.com/office/drawing/2014/main" id="{F56B838F-CCC7-AD3A-0919-E66317C5E151}"/>
              </a:ext>
            </a:extLst>
          </p:cNvPr>
          <p:cNvGrpSpPr/>
          <p:nvPr userDrawn="1"/>
        </p:nvGrpSpPr>
        <p:grpSpPr>
          <a:xfrm>
            <a:off x="12485568" y="112729"/>
            <a:ext cx="2936672" cy="5883149"/>
            <a:chOff x="12485568" y="112729"/>
            <a:chExt cx="2936672" cy="5883149"/>
          </a:xfrm>
        </p:grpSpPr>
        <p:sp>
          <p:nvSpPr>
            <p:cNvPr id="4" name="Oval 3">
              <a:extLst>
                <a:ext uri="{FF2B5EF4-FFF2-40B4-BE49-F238E27FC236}">
                  <a16:creationId xmlns:a16="http://schemas.microsoft.com/office/drawing/2014/main" id="{F0B8E6FA-4563-224F-2FFF-22A5CEC2524C}"/>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7" name="Oval 16">
              <a:extLst>
                <a:ext uri="{FF2B5EF4-FFF2-40B4-BE49-F238E27FC236}">
                  <a16:creationId xmlns:a16="http://schemas.microsoft.com/office/drawing/2014/main" id="{9AFCBD89-EC5A-4C82-649E-273CB7D066F4}"/>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8" name="Oval 17">
              <a:extLst>
                <a:ext uri="{FF2B5EF4-FFF2-40B4-BE49-F238E27FC236}">
                  <a16:creationId xmlns:a16="http://schemas.microsoft.com/office/drawing/2014/main" id="{44CAF651-8644-F0A8-3E20-BBF49CF7B918}"/>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9" name="Rectangle 18">
              <a:extLst>
                <a:ext uri="{FF2B5EF4-FFF2-40B4-BE49-F238E27FC236}">
                  <a16:creationId xmlns:a16="http://schemas.microsoft.com/office/drawing/2014/main" id="{10509313-8992-2104-7AFF-EE4D82D26441}"/>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20" name="Oval 19">
              <a:extLst>
                <a:ext uri="{FF2B5EF4-FFF2-40B4-BE49-F238E27FC236}">
                  <a16:creationId xmlns:a16="http://schemas.microsoft.com/office/drawing/2014/main" id="{1FE7A7EA-3F5A-C362-2C5C-E33F7C842B7C}"/>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1" name="Oval 20">
              <a:extLst>
                <a:ext uri="{FF2B5EF4-FFF2-40B4-BE49-F238E27FC236}">
                  <a16:creationId xmlns:a16="http://schemas.microsoft.com/office/drawing/2014/main" id="{846D4CAB-BE10-B075-1E02-0604E0A63070}"/>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2" name="Oval 21">
              <a:extLst>
                <a:ext uri="{FF2B5EF4-FFF2-40B4-BE49-F238E27FC236}">
                  <a16:creationId xmlns:a16="http://schemas.microsoft.com/office/drawing/2014/main" id="{1BC271BD-7C31-2E27-6E0F-DEA2474BA71E}"/>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3" name="Oval 22">
              <a:extLst>
                <a:ext uri="{FF2B5EF4-FFF2-40B4-BE49-F238E27FC236}">
                  <a16:creationId xmlns:a16="http://schemas.microsoft.com/office/drawing/2014/main" id="{90313B80-853B-F709-806F-8E179BD79961}"/>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24" name="Group 23">
              <a:extLst>
                <a:ext uri="{FF2B5EF4-FFF2-40B4-BE49-F238E27FC236}">
                  <a16:creationId xmlns:a16="http://schemas.microsoft.com/office/drawing/2014/main" id="{9C0B465B-A1D6-18A4-0AEA-7B27ACC489F0}"/>
                </a:ext>
              </a:extLst>
            </p:cNvPr>
            <p:cNvGrpSpPr/>
            <p:nvPr userDrawn="1"/>
          </p:nvGrpSpPr>
          <p:grpSpPr>
            <a:xfrm>
              <a:off x="12500773" y="3802778"/>
              <a:ext cx="971741" cy="1940780"/>
              <a:chOff x="12431200" y="2678506"/>
              <a:chExt cx="971741" cy="1940780"/>
            </a:xfrm>
          </p:grpSpPr>
          <p:sp>
            <p:nvSpPr>
              <p:cNvPr id="28" name="Rectangle 27">
                <a:extLst>
                  <a:ext uri="{FF2B5EF4-FFF2-40B4-BE49-F238E27FC236}">
                    <a16:creationId xmlns:a16="http://schemas.microsoft.com/office/drawing/2014/main" id="{8E089B4B-7759-FC26-E743-1BB4ED2DC4EF}"/>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29" name="Oval 28">
                <a:extLst>
                  <a:ext uri="{FF2B5EF4-FFF2-40B4-BE49-F238E27FC236}">
                    <a16:creationId xmlns:a16="http://schemas.microsoft.com/office/drawing/2014/main" id="{61BAE7CA-CBF6-A3DB-A2DA-35B84373E338}"/>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0" name="Oval 29">
                <a:extLst>
                  <a:ext uri="{FF2B5EF4-FFF2-40B4-BE49-F238E27FC236}">
                    <a16:creationId xmlns:a16="http://schemas.microsoft.com/office/drawing/2014/main" id="{700CBBD7-D816-1D89-9C94-19FE6ED24715}"/>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3" name="Oval 32">
                <a:extLst>
                  <a:ext uri="{FF2B5EF4-FFF2-40B4-BE49-F238E27FC236}">
                    <a16:creationId xmlns:a16="http://schemas.microsoft.com/office/drawing/2014/main" id="{D74E242D-9E7B-4FF9-71B5-2933030078F3}"/>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4" name="Oval 33">
                <a:extLst>
                  <a:ext uri="{FF2B5EF4-FFF2-40B4-BE49-F238E27FC236}">
                    <a16:creationId xmlns:a16="http://schemas.microsoft.com/office/drawing/2014/main" id="{944EFC89-26EB-161E-09E6-7C7406428AD0}"/>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5" name="Oval 34">
                <a:extLst>
                  <a:ext uri="{FF2B5EF4-FFF2-40B4-BE49-F238E27FC236}">
                    <a16:creationId xmlns:a16="http://schemas.microsoft.com/office/drawing/2014/main" id="{92F206E0-F7A8-E158-A9A1-4360D3E409E5}"/>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6" name="Oval 35">
                <a:extLst>
                  <a:ext uri="{FF2B5EF4-FFF2-40B4-BE49-F238E27FC236}">
                    <a16:creationId xmlns:a16="http://schemas.microsoft.com/office/drawing/2014/main" id="{90260AE6-6EE9-B897-EF92-FF27F89A3589}"/>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25" name="TextBox 24">
              <a:extLst>
                <a:ext uri="{FF2B5EF4-FFF2-40B4-BE49-F238E27FC236}">
                  <a16:creationId xmlns:a16="http://schemas.microsoft.com/office/drawing/2014/main" id="{20F0875D-E85E-17EE-42EE-4E8D21832A35}"/>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26" name="Picture 25">
              <a:extLst>
                <a:ext uri="{FF2B5EF4-FFF2-40B4-BE49-F238E27FC236}">
                  <a16:creationId xmlns:a16="http://schemas.microsoft.com/office/drawing/2014/main" id="{D58F94B3-7588-0C85-F99B-B01386BFB288}"/>
                </a:ext>
              </a:extLst>
            </p:cNvPr>
            <p:cNvPicPr>
              <a:picLocks noChangeAspect="1"/>
            </p:cNvPicPr>
            <p:nvPr userDrawn="1"/>
          </p:nvPicPr>
          <p:blipFill>
            <a:blip r:embed="rId3"/>
            <a:stretch>
              <a:fillRect/>
            </a:stretch>
          </p:blipFill>
          <p:spPr>
            <a:xfrm>
              <a:off x="14012244" y="4384548"/>
              <a:ext cx="1088171" cy="1611330"/>
            </a:xfrm>
            <a:prstGeom prst="rect">
              <a:avLst/>
            </a:prstGeom>
          </p:spPr>
        </p:pic>
        <p:sp>
          <p:nvSpPr>
            <p:cNvPr id="27" name="Rectangle 26">
              <a:extLst>
                <a:ext uri="{FF2B5EF4-FFF2-40B4-BE49-F238E27FC236}">
                  <a16:creationId xmlns:a16="http://schemas.microsoft.com/office/drawing/2014/main" id="{3AF83858-8E3D-967D-552C-AD22EA745CC8}"/>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11744531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2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9564DD-6560-7545-9DFE-AE8B9C5B9262}"/>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10058114" y="6008023"/>
            <a:ext cx="1619889" cy="367538"/>
          </a:xfrm>
          <a:prstGeom prst="rect">
            <a:avLst/>
          </a:prstGeom>
        </p:spPr>
      </p:pic>
      <p:cxnSp>
        <p:nvCxnSpPr>
          <p:cNvPr id="7" name="Straight Connector 6">
            <a:extLst>
              <a:ext uri="{FF2B5EF4-FFF2-40B4-BE49-F238E27FC236}">
                <a16:creationId xmlns:a16="http://schemas.microsoft.com/office/drawing/2014/main" id="{970AF0EB-D4B9-BE49-8DC2-1AE8FD8A5B14}"/>
              </a:ext>
              <a:ext uri="{C183D7F6-B498-43B3-948B-1728B52AA6E4}">
                <adec:decorative xmlns:adec="http://schemas.microsoft.com/office/drawing/2017/decorative" val="1"/>
              </a:ext>
            </a:extLst>
          </p:cNvPr>
          <p:cNvCxnSpPr>
            <a:cxnSpLocks/>
          </p:cNvCxnSpPr>
          <p:nvPr userDrawn="1"/>
        </p:nvCxnSpPr>
        <p:spPr>
          <a:xfrm>
            <a:off x="612648" y="2605073"/>
            <a:ext cx="1371600" cy="0"/>
          </a:xfrm>
          <a:prstGeom prst="line">
            <a:avLst/>
          </a:prstGeom>
          <a:ln w="28575">
            <a:solidFill>
              <a:schemeClr val="accent2"/>
            </a:solidFill>
          </a:ln>
        </p:spPr>
        <p:style>
          <a:lnRef idx="1">
            <a:schemeClr val="accent4"/>
          </a:lnRef>
          <a:fillRef idx="0">
            <a:schemeClr val="accent4"/>
          </a:fillRef>
          <a:effectRef idx="0">
            <a:schemeClr val="accent4"/>
          </a:effectRef>
          <a:fontRef idx="minor">
            <a:schemeClr val="tx1"/>
          </a:fontRef>
        </p:style>
      </p:cxnSp>
      <p:sp>
        <p:nvSpPr>
          <p:cNvPr id="31" name="Footer Placeholder 30">
            <a:extLst>
              <a:ext uri="{FF2B5EF4-FFF2-40B4-BE49-F238E27FC236}">
                <a16:creationId xmlns:a16="http://schemas.microsoft.com/office/drawing/2014/main" id="{8DF6E636-ACE0-354E-AA46-45811ECA241D}"/>
              </a:ext>
            </a:extLst>
          </p:cNvPr>
          <p:cNvSpPr>
            <a:spLocks noGrp="1"/>
          </p:cNvSpPr>
          <p:nvPr>
            <p:ph type="ftr" sz="quarter" idx="27"/>
          </p:nvPr>
        </p:nvSpPr>
        <p:spPr/>
        <p:txBody>
          <a:bodyPr/>
          <a:lstStyle>
            <a:lvl1pPr>
              <a:defRPr>
                <a:solidFill>
                  <a:schemeClr val="bg1">
                    <a:lumMod val="75000"/>
                  </a:schemeClr>
                </a:solidFill>
              </a:defRPr>
            </a:lvl1pPr>
          </a:lstStyle>
          <a:p>
            <a:r>
              <a:rPr lang="en-US" dirty="0"/>
              <a:t>For Internal Use Only. © 2026 AVEVA Group Limited or its subsidiaries. All rights reserved.</a:t>
            </a:r>
            <a:endParaRPr lang="en-GB" dirty="0"/>
          </a:p>
        </p:txBody>
      </p:sp>
      <p:sp>
        <p:nvSpPr>
          <p:cNvPr id="32" name="Slide Number Placeholder 31">
            <a:extLst>
              <a:ext uri="{FF2B5EF4-FFF2-40B4-BE49-F238E27FC236}">
                <a16:creationId xmlns:a16="http://schemas.microsoft.com/office/drawing/2014/main" id="{C86032D2-3DDE-034B-B7DC-88B0AA27E3EA}"/>
              </a:ext>
            </a:extLst>
          </p:cNvPr>
          <p:cNvSpPr>
            <a:spLocks noGrp="1"/>
          </p:cNvSpPr>
          <p:nvPr>
            <p:ph type="sldNum" sz="quarter" idx="28"/>
          </p:nvPr>
        </p:nvSpPr>
        <p:spPr/>
        <p:txBody>
          <a:bodyPr/>
          <a:lstStyle>
            <a:lvl1pPr>
              <a:defRPr>
                <a:solidFill>
                  <a:schemeClr val="bg1">
                    <a:lumMod val="75000"/>
                  </a:schemeClr>
                </a:solidFill>
              </a:defRPr>
            </a:lvl1pPr>
          </a:lstStyle>
          <a:p>
            <a:fld id="{267CDB12-45E5-4FD7-AE50-9CB5AFC72BA1}" type="slidenum">
              <a:rPr lang="en-GB" smtClean="0"/>
              <a:pPr/>
              <a:t>‹#›</a:t>
            </a:fld>
            <a:endParaRPr lang="en-GB" dirty="0"/>
          </a:p>
        </p:txBody>
      </p:sp>
      <p:sp>
        <p:nvSpPr>
          <p:cNvPr id="39" name="Text Placeholder 2">
            <a:extLst>
              <a:ext uri="{FF2B5EF4-FFF2-40B4-BE49-F238E27FC236}">
                <a16:creationId xmlns:a16="http://schemas.microsoft.com/office/drawing/2014/main" id="{CDFA5BD6-4363-4C47-AC33-403F25B48305}"/>
              </a:ext>
            </a:extLst>
          </p:cNvPr>
          <p:cNvSpPr>
            <a:spLocks noGrp="1"/>
          </p:cNvSpPr>
          <p:nvPr>
            <p:ph type="body" sz="quarter" idx="16" hasCustomPrompt="1"/>
          </p:nvPr>
        </p:nvSpPr>
        <p:spPr>
          <a:xfrm>
            <a:off x="612648" y="4453128"/>
            <a:ext cx="5943600" cy="320040"/>
          </a:xfrm>
        </p:spPr>
        <p:txBody>
          <a:bodyPr anchor="ctr">
            <a:noAutofit/>
          </a:bodyPr>
          <a:lstStyle>
            <a:lvl1pPr marL="0" indent="0">
              <a:spcAft>
                <a:spcPts val="1000"/>
              </a:spcAft>
              <a:buNone/>
              <a:defRPr sz="1800" b="0">
                <a:solidFill>
                  <a:schemeClr val="bg1"/>
                </a:solidFill>
                <a:latin typeface="+mn-lt"/>
                <a:cs typeface="Calibri" panose="020F0502020204030204" pitchFamily="34" charset="0"/>
              </a:defRPr>
            </a:lvl1pPr>
            <a:lvl2pPr marL="0" indent="0">
              <a:spcAft>
                <a:spcPts val="4200"/>
              </a:spcAft>
              <a:buNone/>
              <a:defRPr b="0">
                <a:solidFill>
                  <a:schemeClr val="bg1"/>
                </a:solidFill>
                <a:latin typeface="Calibri" panose="020F0502020204030204" pitchFamily="34" charset="0"/>
                <a:cs typeface="Calibri" panose="020F0502020204030204" pitchFamily="34" charset="0"/>
              </a:defRPr>
            </a:lvl2pPr>
            <a:lvl3pPr marL="0" indent="0">
              <a:buFont typeface="Arial" panose="020B0604020202020204" pitchFamily="34" charset="0"/>
              <a:buNone/>
              <a:defRPr sz="1400">
                <a:solidFill>
                  <a:schemeClr val="bg1"/>
                </a:solidFill>
                <a:latin typeface="Calibri" panose="020F0502020204030204" pitchFamily="34" charset="0"/>
                <a:cs typeface="Calibri" panose="020F0502020204030204" pitchFamily="34" charset="0"/>
              </a:defRPr>
            </a:lvl3pPr>
            <a:lvl4pPr marL="0" indent="0">
              <a:buNone/>
              <a:defRPr sz="1400"/>
            </a:lvl4pPr>
            <a:lvl5pPr marL="0" indent="0">
              <a:buNone/>
              <a:defRPr sz="1400"/>
            </a:lvl5pPr>
          </a:lstStyle>
          <a:p>
            <a:pPr lvl="0"/>
            <a:r>
              <a:rPr lang="en-US" dirty="0"/>
              <a:t>Optional Subtitle</a:t>
            </a:r>
          </a:p>
        </p:txBody>
      </p:sp>
      <p:sp>
        <p:nvSpPr>
          <p:cNvPr id="40" name="Text Placeholder 7">
            <a:extLst>
              <a:ext uri="{FF2B5EF4-FFF2-40B4-BE49-F238E27FC236}">
                <a16:creationId xmlns:a16="http://schemas.microsoft.com/office/drawing/2014/main" id="{EA27EBE6-1BE1-4B9B-82C0-597CBBE6F24F}"/>
              </a:ext>
            </a:extLst>
          </p:cNvPr>
          <p:cNvSpPr>
            <a:spLocks noGrp="1"/>
          </p:cNvSpPr>
          <p:nvPr>
            <p:ph type="body" sz="quarter" idx="12" hasCustomPrompt="1"/>
          </p:nvPr>
        </p:nvSpPr>
        <p:spPr>
          <a:xfrm>
            <a:off x="612648" y="2752344"/>
            <a:ext cx="7031736" cy="1362456"/>
          </a:xfrm>
        </p:spPr>
        <p:txBody>
          <a:bodyPr anchor="t">
            <a:noAutofit/>
          </a:bodyPr>
          <a:lstStyle>
            <a:lvl1pPr marL="0" indent="0">
              <a:lnSpc>
                <a:spcPct val="95000"/>
              </a:lnSpc>
              <a:spcBef>
                <a:spcPts val="0"/>
              </a:spcBef>
              <a:spcAft>
                <a:spcPts val="900"/>
              </a:spcAft>
              <a:buNone/>
              <a:defRPr sz="5400" b="0" i="0" cap="none" baseline="0">
                <a:solidFill>
                  <a:schemeClr val="bg1"/>
                </a:solidFill>
                <a:latin typeface="+mj-lt"/>
                <a:cs typeface="Calibri" panose="020F0502020204030204" pitchFamily="34" charset="0"/>
              </a:defRPr>
            </a:lvl1pPr>
            <a:lvl2pPr marL="0" indent="0">
              <a:lnSpc>
                <a:spcPct val="95000"/>
              </a:lnSpc>
              <a:spcBef>
                <a:spcPts val="0"/>
              </a:spcBef>
              <a:spcAft>
                <a:spcPts val="0"/>
              </a:spcAft>
              <a:buNone/>
              <a:defRPr sz="4400" b="0" i="0" cap="none" baseline="0">
                <a:solidFill>
                  <a:schemeClr val="bg1"/>
                </a:solidFill>
                <a:latin typeface="Calibri" panose="020F0502020204030204" pitchFamily="34" charset="0"/>
                <a:cs typeface="Calibri" panose="020F0502020204030204" pitchFamily="34" charset="0"/>
              </a:defRPr>
            </a:lvl2pPr>
          </a:lstStyle>
          <a:p>
            <a:pPr lvl="0"/>
            <a:r>
              <a:rPr lang="en-US" dirty="0"/>
              <a:t>Presentation Title</a:t>
            </a:r>
          </a:p>
        </p:txBody>
      </p:sp>
      <p:sp>
        <p:nvSpPr>
          <p:cNvPr id="41" name="Text Placeholder 2">
            <a:extLst>
              <a:ext uri="{FF2B5EF4-FFF2-40B4-BE49-F238E27FC236}">
                <a16:creationId xmlns:a16="http://schemas.microsoft.com/office/drawing/2014/main" id="{14768FB9-A501-4263-A01A-C91C2760581E}"/>
              </a:ext>
            </a:extLst>
          </p:cNvPr>
          <p:cNvSpPr>
            <a:spLocks noGrp="1"/>
          </p:cNvSpPr>
          <p:nvPr>
            <p:ph type="body" sz="quarter" idx="19" hasCustomPrompt="1"/>
          </p:nvPr>
        </p:nvSpPr>
        <p:spPr>
          <a:xfrm>
            <a:off x="612648" y="5008346"/>
            <a:ext cx="5943600" cy="320040"/>
          </a:xfrm>
        </p:spPr>
        <p:txBody>
          <a:bodyPr anchor="ctr">
            <a:noAutofit/>
          </a:bodyPr>
          <a:lstStyle>
            <a:lvl1pPr marL="0" indent="0">
              <a:spcAft>
                <a:spcPts val="1000"/>
              </a:spcAft>
              <a:buNone/>
              <a:defRPr sz="1400" b="0">
                <a:solidFill>
                  <a:schemeClr val="bg1"/>
                </a:solidFill>
                <a:latin typeface="Calibri" panose="020F0502020204030204" pitchFamily="34" charset="0"/>
                <a:cs typeface="Calibri" panose="020F0502020204030204" pitchFamily="34" charset="0"/>
              </a:defRPr>
            </a:lvl1pPr>
            <a:lvl2pPr marL="0" indent="0">
              <a:spcAft>
                <a:spcPts val="4200"/>
              </a:spcAft>
              <a:buNone/>
              <a:defRPr sz="1800" b="0">
                <a:solidFill>
                  <a:schemeClr val="bg1"/>
                </a:solidFill>
                <a:latin typeface="Calibri" panose="020F0502020204030204" pitchFamily="34" charset="0"/>
                <a:cs typeface="Calibri" panose="020F0502020204030204" pitchFamily="34" charset="0"/>
              </a:defRPr>
            </a:lvl2pPr>
            <a:lvl3pPr marL="0" indent="0">
              <a:buFont typeface="Arial" panose="020B0604020202020204" pitchFamily="34" charset="0"/>
              <a:buNone/>
              <a:defRPr sz="1600">
                <a:solidFill>
                  <a:schemeClr val="bg1"/>
                </a:solidFill>
                <a:latin typeface="Calibri" panose="020F0502020204030204" pitchFamily="34" charset="0"/>
                <a:cs typeface="Calibri" panose="020F0502020204030204" pitchFamily="34" charset="0"/>
              </a:defRPr>
            </a:lvl3pPr>
            <a:lvl4pPr marL="0" indent="0">
              <a:buNone/>
              <a:defRPr sz="1400"/>
            </a:lvl4pPr>
            <a:lvl5pPr marL="0" indent="0">
              <a:buNone/>
              <a:defRPr sz="1400"/>
            </a:lvl5pPr>
          </a:lstStyle>
          <a:p>
            <a:pPr lvl="0"/>
            <a:r>
              <a:rPr lang="en-GB" dirty="0"/>
              <a:t>Presented By: Name Goes Here</a:t>
            </a:r>
          </a:p>
        </p:txBody>
      </p:sp>
      <p:sp>
        <p:nvSpPr>
          <p:cNvPr id="42" name="Text Placeholder 2">
            <a:extLst>
              <a:ext uri="{FF2B5EF4-FFF2-40B4-BE49-F238E27FC236}">
                <a16:creationId xmlns:a16="http://schemas.microsoft.com/office/drawing/2014/main" id="{AE89180D-E686-4531-B604-C72D0CD8A895}"/>
              </a:ext>
            </a:extLst>
          </p:cNvPr>
          <p:cNvSpPr>
            <a:spLocks noGrp="1"/>
          </p:cNvSpPr>
          <p:nvPr>
            <p:ph type="body" sz="quarter" idx="20" hasCustomPrompt="1"/>
          </p:nvPr>
        </p:nvSpPr>
        <p:spPr>
          <a:xfrm>
            <a:off x="612648" y="2139696"/>
            <a:ext cx="2971800" cy="265176"/>
          </a:xfrm>
        </p:spPr>
        <p:txBody>
          <a:bodyPr anchor="ctr">
            <a:noAutofit/>
          </a:bodyPr>
          <a:lstStyle>
            <a:lvl1pPr marL="0" indent="0">
              <a:spcAft>
                <a:spcPts val="1000"/>
              </a:spcAft>
              <a:buNone/>
              <a:defRPr sz="1600" b="0" cap="all" baseline="0">
                <a:solidFill>
                  <a:schemeClr val="bg1"/>
                </a:solidFill>
                <a:latin typeface="+mn-lt"/>
                <a:cs typeface="Calibri" panose="020F0502020204030204" pitchFamily="34" charset="0"/>
              </a:defRPr>
            </a:lvl1pPr>
            <a:lvl2pPr marL="0" indent="0">
              <a:spcAft>
                <a:spcPts val="4200"/>
              </a:spcAft>
              <a:buNone/>
              <a:defRPr b="0">
                <a:solidFill>
                  <a:schemeClr val="bg1"/>
                </a:solidFill>
                <a:latin typeface="Calibri" panose="020F0502020204030204" pitchFamily="34" charset="0"/>
                <a:cs typeface="Calibri" panose="020F0502020204030204" pitchFamily="34" charset="0"/>
              </a:defRPr>
            </a:lvl2pPr>
            <a:lvl3pPr marL="0" indent="0">
              <a:buFont typeface="Arial" panose="020B0604020202020204" pitchFamily="34" charset="0"/>
              <a:buNone/>
              <a:defRPr sz="1400">
                <a:solidFill>
                  <a:schemeClr val="bg1"/>
                </a:solidFill>
                <a:latin typeface="Calibri" panose="020F0502020204030204" pitchFamily="34" charset="0"/>
                <a:cs typeface="Calibri" panose="020F0502020204030204" pitchFamily="34" charset="0"/>
              </a:defRPr>
            </a:lvl3pPr>
            <a:lvl4pPr marL="0" indent="0">
              <a:buNone/>
              <a:defRPr sz="1400"/>
            </a:lvl4pPr>
            <a:lvl5pPr marL="0" indent="0">
              <a:buNone/>
              <a:defRPr sz="1400"/>
            </a:lvl5pPr>
          </a:lstStyle>
          <a:p>
            <a:pPr lvl="0"/>
            <a:r>
              <a:rPr lang="en-US" dirty="0"/>
              <a:t>Insert date</a:t>
            </a:r>
          </a:p>
        </p:txBody>
      </p:sp>
      <p:sp>
        <p:nvSpPr>
          <p:cNvPr id="38" name="TextBox 37">
            <a:extLst>
              <a:ext uri="{FF2B5EF4-FFF2-40B4-BE49-F238E27FC236}">
                <a16:creationId xmlns:a16="http://schemas.microsoft.com/office/drawing/2014/main" id="{CF857897-2467-412C-A1AE-8E0A4372B657}"/>
              </a:ext>
            </a:extLst>
          </p:cNvPr>
          <p:cNvSpPr txBox="1"/>
          <p:nvPr userDrawn="1"/>
        </p:nvSpPr>
        <p:spPr>
          <a:xfrm>
            <a:off x="0" y="-345748"/>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grpSp>
        <p:nvGrpSpPr>
          <p:cNvPr id="2" name="Group 1">
            <a:extLst>
              <a:ext uri="{FF2B5EF4-FFF2-40B4-BE49-F238E27FC236}">
                <a16:creationId xmlns:a16="http://schemas.microsoft.com/office/drawing/2014/main" id="{EBE18C89-A37A-53C6-B38B-5644343B660E}"/>
              </a:ext>
            </a:extLst>
          </p:cNvPr>
          <p:cNvGrpSpPr/>
          <p:nvPr userDrawn="1"/>
        </p:nvGrpSpPr>
        <p:grpSpPr>
          <a:xfrm>
            <a:off x="12485568" y="112729"/>
            <a:ext cx="2936672" cy="5883149"/>
            <a:chOff x="12485568" y="112729"/>
            <a:chExt cx="2936672" cy="5883149"/>
          </a:xfrm>
        </p:grpSpPr>
        <p:sp>
          <p:nvSpPr>
            <p:cNvPr id="4" name="Oval 3">
              <a:extLst>
                <a:ext uri="{FF2B5EF4-FFF2-40B4-BE49-F238E27FC236}">
                  <a16:creationId xmlns:a16="http://schemas.microsoft.com/office/drawing/2014/main" id="{2DC5FD08-94D2-9A23-70F3-F70B20D63BB2}"/>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5" name="Oval 4">
              <a:extLst>
                <a:ext uri="{FF2B5EF4-FFF2-40B4-BE49-F238E27FC236}">
                  <a16:creationId xmlns:a16="http://schemas.microsoft.com/office/drawing/2014/main" id="{B42AB681-C305-96BF-F84A-5F156B4AD5E9}"/>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8" name="Oval 7">
              <a:extLst>
                <a:ext uri="{FF2B5EF4-FFF2-40B4-BE49-F238E27FC236}">
                  <a16:creationId xmlns:a16="http://schemas.microsoft.com/office/drawing/2014/main" id="{C7A8388A-0B1A-D8C9-492E-9940A7B4EC6F}"/>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2" name="Rectangle 11">
              <a:extLst>
                <a:ext uri="{FF2B5EF4-FFF2-40B4-BE49-F238E27FC236}">
                  <a16:creationId xmlns:a16="http://schemas.microsoft.com/office/drawing/2014/main" id="{84FF90D9-C687-E584-14D9-2DA3BD71EB54}"/>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13" name="Oval 12">
              <a:extLst>
                <a:ext uri="{FF2B5EF4-FFF2-40B4-BE49-F238E27FC236}">
                  <a16:creationId xmlns:a16="http://schemas.microsoft.com/office/drawing/2014/main" id="{7C00DA16-3985-19A6-3FF2-543524359FD4}"/>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4" name="Oval 13">
              <a:extLst>
                <a:ext uri="{FF2B5EF4-FFF2-40B4-BE49-F238E27FC236}">
                  <a16:creationId xmlns:a16="http://schemas.microsoft.com/office/drawing/2014/main" id="{3F4194BB-7C3E-0618-DC22-2BC5BA7BCCAA}"/>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5" name="Oval 14">
              <a:extLst>
                <a:ext uri="{FF2B5EF4-FFF2-40B4-BE49-F238E27FC236}">
                  <a16:creationId xmlns:a16="http://schemas.microsoft.com/office/drawing/2014/main" id="{C1335D1B-21CE-3B35-7A18-DCE984C5724D}"/>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6" name="Oval 15">
              <a:extLst>
                <a:ext uri="{FF2B5EF4-FFF2-40B4-BE49-F238E27FC236}">
                  <a16:creationId xmlns:a16="http://schemas.microsoft.com/office/drawing/2014/main" id="{7C3DAB00-41AA-69F4-DB44-C91058F8600B}"/>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17" name="Group 16">
              <a:extLst>
                <a:ext uri="{FF2B5EF4-FFF2-40B4-BE49-F238E27FC236}">
                  <a16:creationId xmlns:a16="http://schemas.microsoft.com/office/drawing/2014/main" id="{1588E345-4A09-C351-7A7A-5CE12CAC5B13}"/>
                </a:ext>
              </a:extLst>
            </p:cNvPr>
            <p:cNvGrpSpPr/>
            <p:nvPr userDrawn="1"/>
          </p:nvGrpSpPr>
          <p:grpSpPr>
            <a:xfrm>
              <a:off x="12500773" y="3802778"/>
              <a:ext cx="971741" cy="1940780"/>
              <a:chOff x="12431200" y="2678506"/>
              <a:chExt cx="971741" cy="1940780"/>
            </a:xfrm>
          </p:grpSpPr>
          <p:sp>
            <p:nvSpPr>
              <p:cNvPr id="21" name="Rectangle 20">
                <a:extLst>
                  <a:ext uri="{FF2B5EF4-FFF2-40B4-BE49-F238E27FC236}">
                    <a16:creationId xmlns:a16="http://schemas.microsoft.com/office/drawing/2014/main" id="{4314857C-1AFA-FB49-11D4-EAF8F7D37F99}"/>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22" name="Oval 21">
                <a:extLst>
                  <a:ext uri="{FF2B5EF4-FFF2-40B4-BE49-F238E27FC236}">
                    <a16:creationId xmlns:a16="http://schemas.microsoft.com/office/drawing/2014/main" id="{779498AD-DA3F-7D1D-8C8F-A383D337F178}"/>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3" name="Oval 22">
                <a:extLst>
                  <a:ext uri="{FF2B5EF4-FFF2-40B4-BE49-F238E27FC236}">
                    <a16:creationId xmlns:a16="http://schemas.microsoft.com/office/drawing/2014/main" id="{D7229907-5FC0-E714-7347-0447F9A534F8}"/>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4" name="Oval 23">
                <a:extLst>
                  <a:ext uri="{FF2B5EF4-FFF2-40B4-BE49-F238E27FC236}">
                    <a16:creationId xmlns:a16="http://schemas.microsoft.com/office/drawing/2014/main" id="{AF1F5258-7F60-5F61-F003-1AF0DA9C6B33}"/>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5" name="Oval 24">
                <a:extLst>
                  <a:ext uri="{FF2B5EF4-FFF2-40B4-BE49-F238E27FC236}">
                    <a16:creationId xmlns:a16="http://schemas.microsoft.com/office/drawing/2014/main" id="{25FB70DF-4970-40E2-AAC0-33B7069C923F}"/>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6" name="Oval 25">
                <a:extLst>
                  <a:ext uri="{FF2B5EF4-FFF2-40B4-BE49-F238E27FC236}">
                    <a16:creationId xmlns:a16="http://schemas.microsoft.com/office/drawing/2014/main" id="{8FB9D62E-6467-B7C6-B7D8-ED4C3ED2EB32}"/>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7" name="Oval 26">
                <a:extLst>
                  <a:ext uri="{FF2B5EF4-FFF2-40B4-BE49-F238E27FC236}">
                    <a16:creationId xmlns:a16="http://schemas.microsoft.com/office/drawing/2014/main" id="{DAC4E9C5-89DF-2A16-EBC9-BACF8318AB74}"/>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18" name="TextBox 17">
              <a:extLst>
                <a:ext uri="{FF2B5EF4-FFF2-40B4-BE49-F238E27FC236}">
                  <a16:creationId xmlns:a16="http://schemas.microsoft.com/office/drawing/2014/main" id="{401E92EB-68F1-8150-5CA7-B6F3B112D2A6}"/>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19" name="Picture 18">
              <a:extLst>
                <a:ext uri="{FF2B5EF4-FFF2-40B4-BE49-F238E27FC236}">
                  <a16:creationId xmlns:a16="http://schemas.microsoft.com/office/drawing/2014/main" id="{4A2EBC6E-9D48-F655-79B9-5FF2FD971019}"/>
                </a:ext>
              </a:extLst>
            </p:cNvPr>
            <p:cNvPicPr>
              <a:picLocks noChangeAspect="1"/>
            </p:cNvPicPr>
            <p:nvPr userDrawn="1"/>
          </p:nvPicPr>
          <p:blipFill>
            <a:blip r:embed="rId4"/>
            <a:stretch>
              <a:fillRect/>
            </a:stretch>
          </p:blipFill>
          <p:spPr>
            <a:xfrm>
              <a:off x="14012244" y="4384548"/>
              <a:ext cx="1088171" cy="1611330"/>
            </a:xfrm>
            <a:prstGeom prst="rect">
              <a:avLst/>
            </a:prstGeom>
          </p:spPr>
        </p:pic>
        <p:sp>
          <p:nvSpPr>
            <p:cNvPr id="20" name="Rectangle 19">
              <a:extLst>
                <a:ext uri="{FF2B5EF4-FFF2-40B4-BE49-F238E27FC236}">
                  <a16:creationId xmlns:a16="http://schemas.microsoft.com/office/drawing/2014/main" id="{249C95BB-6AEE-4C94-675A-459D7D71B14E}"/>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4730959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970AF0EB-D4B9-BE49-8DC2-1AE8FD8A5B14}"/>
              </a:ext>
              <a:ext uri="{C183D7F6-B498-43B3-948B-1728B52AA6E4}">
                <adec:decorative xmlns:adec="http://schemas.microsoft.com/office/drawing/2017/decorative" val="1"/>
              </a:ext>
            </a:extLst>
          </p:cNvPr>
          <p:cNvCxnSpPr>
            <a:cxnSpLocks/>
          </p:cNvCxnSpPr>
          <p:nvPr userDrawn="1"/>
        </p:nvCxnSpPr>
        <p:spPr>
          <a:xfrm>
            <a:off x="612648" y="2605073"/>
            <a:ext cx="1371600" cy="0"/>
          </a:xfrm>
          <a:prstGeom prst="line">
            <a:avLst/>
          </a:prstGeom>
          <a:ln w="28575">
            <a:solidFill>
              <a:schemeClr val="accent2"/>
            </a:solidFill>
          </a:ln>
        </p:spPr>
        <p:style>
          <a:lnRef idx="1">
            <a:schemeClr val="accent4"/>
          </a:lnRef>
          <a:fillRef idx="0">
            <a:schemeClr val="accent4"/>
          </a:fillRef>
          <a:effectRef idx="0">
            <a:schemeClr val="accent4"/>
          </a:effectRef>
          <a:fontRef idx="minor">
            <a:schemeClr val="tx1"/>
          </a:fontRef>
        </p:style>
      </p:cxnSp>
      <p:sp>
        <p:nvSpPr>
          <p:cNvPr id="31" name="Footer Placeholder 30">
            <a:extLst>
              <a:ext uri="{FF2B5EF4-FFF2-40B4-BE49-F238E27FC236}">
                <a16:creationId xmlns:a16="http://schemas.microsoft.com/office/drawing/2014/main" id="{8DF6E636-ACE0-354E-AA46-45811ECA241D}"/>
              </a:ext>
            </a:extLst>
          </p:cNvPr>
          <p:cNvSpPr>
            <a:spLocks noGrp="1"/>
          </p:cNvSpPr>
          <p:nvPr>
            <p:ph type="ftr" sz="quarter" idx="27"/>
          </p:nvPr>
        </p:nvSpPr>
        <p:spPr/>
        <p:txBody>
          <a:bodyPr/>
          <a:lstStyle/>
          <a:p>
            <a:r>
              <a:rPr lang="en-US" dirty="0"/>
              <a:t>For Internal Use Only. © 2026 AVEVA Group Limited or its subsidiaries. All rights reserved.</a:t>
            </a:r>
            <a:endParaRPr lang="en-GB" dirty="0"/>
          </a:p>
        </p:txBody>
      </p:sp>
      <p:sp>
        <p:nvSpPr>
          <p:cNvPr id="32" name="Slide Number Placeholder 31">
            <a:extLst>
              <a:ext uri="{FF2B5EF4-FFF2-40B4-BE49-F238E27FC236}">
                <a16:creationId xmlns:a16="http://schemas.microsoft.com/office/drawing/2014/main" id="{C86032D2-3DDE-034B-B7DC-88B0AA27E3EA}"/>
              </a:ext>
            </a:extLst>
          </p:cNvPr>
          <p:cNvSpPr>
            <a:spLocks noGrp="1"/>
          </p:cNvSpPr>
          <p:nvPr>
            <p:ph type="sldNum" sz="quarter" idx="28"/>
          </p:nvPr>
        </p:nvSpPr>
        <p:spPr/>
        <p:txBody>
          <a:bodyPr/>
          <a:lstStyle/>
          <a:p>
            <a:fld id="{267CDB12-45E5-4FD7-AE50-9CB5AFC72BA1}" type="slidenum">
              <a:rPr lang="en-GB" smtClean="0"/>
              <a:pPr/>
              <a:t>‹#›</a:t>
            </a:fld>
            <a:endParaRPr lang="en-GB" dirty="0"/>
          </a:p>
        </p:txBody>
      </p:sp>
      <p:sp>
        <p:nvSpPr>
          <p:cNvPr id="39" name="Text Placeholder 2">
            <a:extLst>
              <a:ext uri="{FF2B5EF4-FFF2-40B4-BE49-F238E27FC236}">
                <a16:creationId xmlns:a16="http://schemas.microsoft.com/office/drawing/2014/main" id="{CDFA5BD6-4363-4C47-AC33-403F25B48305}"/>
              </a:ext>
            </a:extLst>
          </p:cNvPr>
          <p:cNvSpPr>
            <a:spLocks noGrp="1"/>
          </p:cNvSpPr>
          <p:nvPr>
            <p:ph type="body" sz="quarter" idx="16" hasCustomPrompt="1"/>
          </p:nvPr>
        </p:nvSpPr>
        <p:spPr>
          <a:xfrm>
            <a:off x="612648" y="4453128"/>
            <a:ext cx="5943600" cy="320040"/>
          </a:xfrm>
        </p:spPr>
        <p:txBody>
          <a:bodyPr anchor="ctr">
            <a:noAutofit/>
          </a:bodyPr>
          <a:lstStyle>
            <a:lvl1pPr marL="0" indent="0">
              <a:spcAft>
                <a:spcPts val="1000"/>
              </a:spcAft>
              <a:buNone/>
              <a:defRPr sz="1800" b="0">
                <a:solidFill>
                  <a:schemeClr val="tx2"/>
                </a:solidFill>
                <a:latin typeface="+mn-lt"/>
                <a:cs typeface="Calibri" panose="020F0502020204030204" pitchFamily="34" charset="0"/>
              </a:defRPr>
            </a:lvl1pPr>
            <a:lvl2pPr marL="0" indent="0">
              <a:spcAft>
                <a:spcPts val="4200"/>
              </a:spcAft>
              <a:buNone/>
              <a:defRPr b="0">
                <a:solidFill>
                  <a:schemeClr val="bg1"/>
                </a:solidFill>
                <a:latin typeface="Calibri" panose="020F0502020204030204" pitchFamily="34" charset="0"/>
                <a:cs typeface="Calibri" panose="020F0502020204030204" pitchFamily="34" charset="0"/>
              </a:defRPr>
            </a:lvl2pPr>
            <a:lvl3pPr marL="0" indent="0">
              <a:buFont typeface="Arial" panose="020B0604020202020204" pitchFamily="34" charset="0"/>
              <a:buNone/>
              <a:defRPr sz="1400">
                <a:solidFill>
                  <a:schemeClr val="bg1"/>
                </a:solidFill>
                <a:latin typeface="Calibri" panose="020F0502020204030204" pitchFamily="34" charset="0"/>
                <a:cs typeface="Calibri" panose="020F0502020204030204" pitchFamily="34" charset="0"/>
              </a:defRPr>
            </a:lvl3pPr>
            <a:lvl4pPr marL="0" indent="0">
              <a:buNone/>
              <a:defRPr sz="1400"/>
            </a:lvl4pPr>
            <a:lvl5pPr marL="0" indent="0">
              <a:buNone/>
              <a:defRPr sz="1400"/>
            </a:lvl5pPr>
          </a:lstStyle>
          <a:p>
            <a:pPr lvl="0"/>
            <a:r>
              <a:rPr lang="en-US" dirty="0"/>
              <a:t>Optional Subtitle</a:t>
            </a:r>
          </a:p>
        </p:txBody>
      </p:sp>
      <p:sp>
        <p:nvSpPr>
          <p:cNvPr id="40" name="Text Placeholder 7">
            <a:extLst>
              <a:ext uri="{FF2B5EF4-FFF2-40B4-BE49-F238E27FC236}">
                <a16:creationId xmlns:a16="http://schemas.microsoft.com/office/drawing/2014/main" id="{EA27EBE6-1BE1-4B9B-82C0-597CBBE6F24F}"/>
              </a:ext>
            </a:extLst>
          </p:cNvPr>
          <p:cNvSpPr>
            <a:spLocks noGrp="1"/>
          </p:cNvSpPr>
          <p:nvPr>
            <p:ph type="body" sz="quarter" idx="12" hasCustomPrompt="1"/>
          </p:nvPr>
        </p:nvSpPr>
        <p:spPr>
          <a:xfrm>
            <a:off x="612648" y="2752344"/>
            <a:ext cx="7031736" cy="1362456"/>
          </a:xfrm>
        </p:spPr>
        <p:txBody>
          <a:bodyPr anchor="t">
            <a:noAutofit/>
          </a:bodyPr>
          <a:lstStyle>
            <a:lvl1pPr marL="0" indent="0">
              <a:lnSpc>
                <a:spcPct val="95000"/>
              </a:lnSpc>
              <a:spcBef>
                <a:spcPts val="0"/>
              </a:spcBef>
              <a:spcAft>
                <a:spcPts val="900"/>
              </a:spcAft>
              <a:buNone/>
              <a:defRPr sz="5400" b="0" i="0" cap="none" baseline="0">
                <a:solidFill>
                  <a:schemeClr val="tx2"/>
                </a:solidFill>
                <a:latin typeface="+mj-lt"/>
                <a:cs typeface="Calibri" panose="020F0502020204030204" pitchFamily="34" charset="0"/>
              </a:defRPr>
            </a:lvl1pPr>
            <a:lvl2pPr marL="0" indent="0">
              <a:lnSpc>
                <a:spcPct val="95000"/>
              </a:lnSpc>
              <a:spcBef>
                <a:spcPts val="0"/>
              </a:spcBef>
              <a:spcAft>
                <a:spcPts val="0"/>
              </a:spcAft>
              <a:buNone/>
              <a:defRPr sz="4400" b="0" i="0" cap="none" baseline="0">
                <a:solidFill>
                  <a:schemeClr val="bg1"/>
                </a:solidFill>
                <a:latin typeface="Calibri" panose="020F0502020204030204" pitchFamily="34" charset="0"/>
                <a:cs typeface="Calibri" panose="020F0502020204030204" pitchFamily="34" charset="0"/>
              </a:defRPr>
            </a:lvl2pPr>
          </a:lstStyle>
          <a:p>
            <a:pPr lvl="0"/>
            <a:r>
              <a:rPr lang="en-US" dirty="0"/>
              <a:t>Presentation Title</a:t>
            </a:r>
          </a:p>
        </p:txBody>
      </p:sp>
      <p:sp>
        <p:nvSpPr>
          <p:cNvPr id="41" name="Text Placeholder 2">
            <a:extLst>
              <a:ext uri="{FF2B5EF4-FFF2-40B4-BE49-F238E27FC236}">
                <a16:creationId xmlns:a16="http://schemas.microsoft.com/office/drawing/2014/main" id="{14768FB9-A501-4263-A01A-C91C2760581E}"/>
              </a:ext>
            </a:extLst>
          </p:cNvPr>
          <p:cNvSpPr>
            <a:spLocks noGrp="1"/>
          </p:cNvSpPr>
          <p:nvPr>
            <p:ph type="body" sz="quarter" idx="19" hasCustomPrompt="1"/>
          </p:nvPr>
        </p:nvSpPr>
        <p:spPr>
          <a:xfrm>
            <a:off x="612648" y="5008346"/>
            <a:ext cx="5943600" cy="320040"/>
          </a:xfrm>
        </p:spPr>
        <p:txBody>
          <a:bodyPr anchor="ctr">
            <a:noAutofit/>
          </a:bodyPr>
          <a:lstStyle>
            <a:lvl1pPr marL="0" indent="0">
              <a:spcAft>
                <a:spcPts val="1000"/>
              </a:spcAft>
              <a:buNone/>
              <a:defRPr sz="1400" b="0">
                <a:solidFill>
                  <a:schemeClr val="tx2"/>
                </a:solidFill>
                <a:latin typeface="Calibri" panose="020F0502020204030204" pitchFamily="34" charset="0"/>
                <a:cs typeface="Calibri" panose="020F0502020204030204" pitchFamily="34" charset="0"/>
              </a:defRPr>
            </a:lvl1pPr>
            <a:lvl2pPr marL="0" indent="0">
              <a:spcAft>
                <a:spcPts val="4200"/>
              </a:spcAft>
              <a:buNone/>
              <a:defRPr sz="1800" b="0">
                <a:solidFill>
                  <a:schemeClr val="bg1"/>
                </a:solidFill>
                <a:latin typeface="Calibri" panose="020F0502020204030204" pitchFamily="34" charset="0"/>
                <a:cs typeface="Calibri" panose="020F0502020204030204" pitchFamily="34" charset="0"/>
              </a:defRPr>
            </a:lvl2pPr>
            <a:lvl3pPr marL="0" indent="0">
              <a:buFont typeface="Arial" panose="020B0604020202020204" pitchFamily="34" charset="0"/>
              <a:buNone/>
              <a:defRPr sz="1600">
                <a:solidFill>
                  <a:schemeClr val="bg1"/>
                </a:solidFill>
                <a:latin typeface="Calibri" panose="020F0502020204030204" pitchFamily="34" charset="0"/>
                <a:cs typeface="Calibri" panose="020F0502020204030204" pitchFamily="34" charset="0"/>
              </a:defRPr>
            </a:lvl3pPr>
            <a:lvl4pPr marL="0" indent="0">
              <a:buNone/>
              <a:defRPr sz="1400"/>
            </a:lvl4pPr>
            <a:lvl5pPr marL="0" indent="0">
              <a:buNone/>
              <a:defRPr sz="1400"/>
            </a:lvl5pPr>
          </a:lstStyle>
          <a:p>
            <a:pPr lvl="0"/>
            <a:r>
              <a:rPr lang="en-GB" dirty="0"/>
              <a:t>Presented By: Name Goes Here</a:t>
            </a:r>
          </a:p>
        </p:txBody>
      </p:sp>
      <p:sp>
        <p:nvSpPr>
          <p:cNvPr id="42" name="Text Placeholder 2">
            <a:extLst>
              <a:ext uri="{FF2B5EF4-FFF2-40B4-BE49-F238E27FC236}">
                <a16:creationId xmlns:a16="http://schemas.microsoft.com/office/drawing/2014/main" id="{AE89180D-E686-4531-B604-C72D0CD8A895}"/>
              </a:ext>
            </a:extLst>
          </p:cNvPr>
          <p:cNvSpPr>
            <a:spLocks noGrp="1"/>
          </p:cNvSpPr>
          <p:nvPr>
            <p:ph type="body" sz="quarter" idx="20" hasCustomPrompt="1"/>
          </p:nvPr>
        </p:nvSpPr>
        <p:spPr>
          <a:xfrm>
            <a:off x="612648" y="2139696"/>
            <a:ext cx="2971800" cy="265176"/>
          </a:xfrm>
        </p:spPr>
        <p:txBody>
          <a:bodyPr anchor="ctr">
            <a:noAutofit/>
          </a:bodyPr>
          <a:lstStyle>
            <a:lvl1pPr marL="0" indent="0">
              <a:spcAft>
                <a:spcPts val="1000"/>
              </a:spcAft>
              <a:buNone/>
              <a:defRPr sz="1600" b="0" cap="all" baseline="0">
                <a:solidFill>
                  <a:schemeClr val="tx2"/>
                </a:solidFill>
                <a:latin typeface="+mn-lt"/>
                <a:cs typeface="Calibri" panose="020F0502020204030204" pitchFamily="34" charset="0"/>
              </a:defRPr>
            </a:lvl1pPr>
            <a:lvl2pPr marL="0" indent="0">
              <a:spcAft>
                <a:spcPts val="4200"/>
              </a:spcAft>
              <a:buNone/>
              <a:defRPr b="0">
                <a:solidFill>
                  <a:schemeClr val="bg1"/>
                </a:solidFill>
                <a:latin typeface="Calibri" panose="020F0502020204030204" pitchFamily="34" charset="0"/>
                <a:cs typeface="Calibri" panose="020F0502020204030204" pitchFamily="34" charset="0"/>
              </a:defRPr>
            </a:lvl2pPr>
            <a:lvl3pPr marL="0" indent="0">
              <a:buFont typeface="Arial" panose="020B0604020202020204" pitchFamily="34" charset="0"/>
              <a:buNone/>
              <a:defRPr sz="1400">
                <a:solidFill>
                  <a:schemeClr val="bg1"/>
                </a:solidFill>
                <a:latin typeface="Calibri" panose="020F0502020204030204" pitchFamily="34" charset="0"/>
                <a:cs typeface="Calibri" panose="020F0502020204030204" pitchFamily="34" charset="0"/>
              </a:defRPr>
            </a:lvl3pPr>
            <a:lvl4pPr marL="0" indent="0">
              <a:buNone/>
              <a:defRPr sz="1400"/>
            </a:lvl4pPr>
            <a:lvl5pPr marL="0" indent="0">
              <a:buNone/>
              <a:defRPr sz="1400"/>
            </a:lvl5pPr>
          </a:lstStyle>
          <a:p>
            <a:pPr lvl="0"/>
            <a:r>
              <a:rPr lang="en-US" dirty="0"/>
              <a:t>Insert date</a:t>
            </a:r>
          </a:p>
        </p:txBody>
      </p:sp>
      <p:sp>
        <p:nvSpPr>
          <p:cNvPr id="38" name="TextBox 37">
            <a:extLst>
              <a:ext uri="{FF2B5EF4-FFF2-40B4-BE49-F238E27FC236}">
                <a16:creationId xmlns:a16="http://schemas.microsoft.com/office/drawing/2014/main" id="{CF857897-2467-412C-A1AE-8E0A4372B657}"/>
              </a:ext>
            </a:extLst>
          </p:cNvPr>
          <p:cNvSpPr txBox="1"/>
          <p:nvPr userDrawn="1"/>
        </p:nvSpPr>
        <p:spPr>
          <a:xfrm>
            <a:off x="0" y="-345748"/>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grpSp>
        <p:nvGrpSpPr>
          <p:cNvPr id="2" name="Group 4">
            <a:extLst>
              <a:ext uri="{FF2B5EF4-FFF2-40B4-BE49-F238E27FC236}">
                <a16:creationId xmlns:a16="http://schemas.microsoft.com/office/drawing/2014/main" id="{03B5774C-A03F-B474-F7D1-22C6C0D993A5}"/>
              </a:ext>
            </a:extLst>
          </p:cNvPr>
          <p:cNvGrpSpPr>
            <a:grpSpLocks noChangeAspect="1"/>
          </p:cNvGrpSpPr>
          <p:nvPr userDrawn="1"/>
        </p:nvGrpSpPr>
        <p:grpSpPr bwMode="auto">
          <a:xfrm>
            <a:off x="10058403" y="6005505"/>
            <a:ext cx="1627188" cy="374649"/>
            <a:chOff x="6336" y="3783"/>
            <a:chExt cx="1025" cy="236"/>
          </a:xfrm>
          <a:solidFill>
            <a:schemeClr val="tx2"/>
          </a:solidFill>
        </p:grpSpPr>
        <p:sp>
          <p:nvSpPr>
            <p:cNvPr id="5" name="Freeform 5">
              <a:extLst>
                <a:ext uri="{FF2B5EF4-FFF2-40B4-BE49-F238E27FC236}">
                  <a16:creationId xmlns:a16="http://schemas.microsoft.com/office/drawing/2014/main" id="{432AED36-6F8F-16CC-BC26-DC9BD7B5FA05}"/>
                </a:ext>
              </a:extLst>
            </p:cNvPr>
            <p:cNvSpPr>
              <a:spLocks/>
            </p:cNvSpPr>
            <p:nvPr userDrawn="1"/>
          </p:nvSpPr>
          <p:spPr bwMode="auto">
            <a:xfrm>
              <a:off x="6550" y="3783"/>
              <a:ext cx="204" cy="236"/>
            </a:xfrm>
            <a:custGeom>
              <a:avLst/>
              <a:gdLst>
                <a:gd name="T0" fmla="*/ 626 w 634"/>
                <a:gd name="T1" fmla="*/ 0 h 725"/>
                <a:gd name="T2" fmla="*/ 626 w 634"/>
                <a:gd name="T3" fmla="*/ 0 h 725"/>
                <a:gd name="T4" fmla="*/ 527 w 634"/>
                <a:gd name="T5" fmla="*/ 0 h 725"/>
                <a:gd name="T6" fmla="*/ 519 w 634"/>
                <a:gd name="T7" fmla="*/ 6 h 725"/>
                <a:gd name="T8" fmla="*/ 326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1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4" y="0"/>
                    <a:pt x="520" y="2"/>
                    <a:pt x="519" y="6"/>
                  </a:cubicBezTo>
                  <a:lnTo>
                    <a:pt x="326" y="456"/>
                  </a:lnTo>
                  <a:cubicBezTo>
                    <a:pt x="323" y="462"/>
                    <a:pt x="313" y="462"/>
                    <a:pt x="310" y="456"/>
                  </a:cubicBezTo>
                  <a:lnTo>
                    <a:pt x="117" y="6"/>
                  </a:lnTo>
                  <a:cubicBezTo>
                    <a:pt x="116" y="2"/>
                    <a:pt x="112" y="0"/>
                    <a:pt x="108" y="0"/>
                  </a:cubicBezTo>
                  <a:lnTo>
                    <a:pt x="9" y="0"/>
                  </a:lnTo>
                  <a:cubicBezTo>
                    <a:pt x="4" y="0"/>
                    <a:pt x="0" y="5"/>
                    <a:pt x="2" y="9"/>
                  </a:cubicBezTo>
                  <a:lnTo>
                    <a:pt x="311"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Freeform 6">
              <a:extLst>
                <a:ext uri="{FF2B5EF4-FFF2-40B4-BE49-F238E27FC236}">
                  <a16:creationId xmlns:a16="http://schemas.microsoft.com/office/drawing/2014/main" id="{D8B5A6D3-4187-55A3-1E3F-7A9759EF52E6}"/>
                </a:ext>
              </a:extLst>
            </p:cNvPr>
            <p:cNvSpPr>
              <a:spLocks noEditPoints="1"/>
            </p:cNvSpPr>
            <p:nvPr userDrawn="1"/>
          </p:nvSpPr>
          <p:spPr bwMode="auto">
            <a:xfrm>
              <a:off x="6336" y="3783"/>
              <a:ext cx="237" cy="236"/>
            </a:xfrm>
            <a:custGeom>
              <a:avLst/>
              <a:gdLst>
                <a:gd name="T0" fmla="*/ 326 w 736"/>
                <a:gd name="T1" fmla="*/ 466 h 724"/>
                <a:gd name="T2" fmla="*/ 326 w 736"/>
                <a:gd name="T3" fmla="*/ 466 h 724"/>
                <a:gd name="T4" fmla="*/ 411 w 736"/>
                <a:gd name="T5" fmla="*/ 268 h 724"/>
                <a:gd name="T6" fmla="*/ 426 w 736"/>
                <a:gd name="T7" fmla="*/ 268 h 724"/>
                <a:gd name="T8" fmla="*/ 511 w 736"/>
                <a:gd name="T9" fmla="*/ 466 h 724"/>
                <a:gd name="T10" fmla="*/ 326 w 736"/>
                <a:gd name="T11" fmla="*/ 466 h 724"/>
                <a:gd name="T12" fmla="*/ 426 w 736"/>
                <a:gd name="T13" fmla="*/ 6 h 724"/>
                <a:gd name="T14" fmla="*/ 426 w 736"/>
                <a:gd name="T15" fmla="*/ 6 h 724"/>
                <a:gd name="T16" fmla="*/ 409 w 736"/>
                <a:gd name="T17" fmla="*/ 6 h 724"/>
                <a:gd name="T18" fmla="*/ 211 w 736"/>
                <a:gd name="T19" fmla="*/ 466 h 724"/>
                <a:gd name="T20" fmla="*/ 7 w 736"/>
                <a:gd name="T21" fmla="*/ 466 h 724"/>
                <a:gd name="T22" fmla="*/ 1 w 736"/>
                <a:gd name="T23" fmla="*/ 475 h 724"/>
                <a:gd name="T24" fmla="*/ 40 w 736"/>
                <a:gd name="T25" fmla="*/ 560 h 724"/>
                <a:gd name="T26" fmla="*/ 53 w 736"/>
                <a:gd name="T27" fmla="*/ 569 h 724"/>
                <a:gd name="T28" fmla="*/ 167 w 736"/>
                <a:gd name="T29" fmla="*/ 569 h 724"/>
                <a:gd name="T30" fmla="*/ 104 w 736"/>
                <a:gd name="T31" fmla="*/ 715 h 724"/>
                <a:gd name="T32" fmla="*/ 111 w 736"/>
                <a:gd name="T33" fmla="*/ 724 h 724"/>
                <a:gd name="T34" fmla="*/ 209 w 736"/>
                <a:gd name="T35" fmla="*/ 724 h 724"/>
                <a:gd name="T36" fmla="*/ 218 w 736"/>
                <a:gd name="T37" fmla="*/ 719 h 724"/>
                <a:gd name="T38" fmla="*/ 282 w 736"/>
                <a:gd name="T39" fmla="*/ 569 h 724"/>
                <a:gd name="T40" fmla="*/ 555 w 736"/>
                <a:gd name="T41" fmla="*/ 569 h 724"/>
                <a:gd name="T42" fmla="*/ 619 w 736"/>
                <a:gd name="T43" fmla="*/ 719 h 724"/>
                <a:gd name="T44" fmla="*/ 628 w 736"/>
                <a:gd name="T45" fmla="*/ 724 h 724"/>
                <a:gd name="T46" fmla="*/ 727 w 736"/>
                <a:gd name="T47" fmla="*/ 724 h 724"/>
                <a:gd name="T48" fmla="*/ 734 w 736"/>
                <a:gd name="T49" fmla="*/ 715 h 724"/>
                <a:gd name="T50" fmla="*/ 426 w 736"/>
                <a:gd name="T51"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36" h="724">
                  <a:moveTo>
                    <a:pt x="326" y="466"/>
                  </a:moveTo>
                  <a:lnTo>
                    <a:pt x="326" y="466"/>
                  </a:lnTo>
                  <a:lnTo>
                    <a:pt x="411" y="268"/>
                  </a:lnTo>
                  <a:cubicBezTo>
                    <a:pt x="414" y="261"/>
                    <a:pt x="423" y="261"/>
                    <a:pt x="426" y="268"/>
                  </a:cubicBezTo>
                  <a:lnTo>
                    <a:pt x="511" y="466"/>
                  </a:lnTo>
                  <a:lnTo>
                    <a:pt x="326" y="466"/>
                  </a:lnTo>
                  <a:close/>
                  <a:moveTo>
                    <a:pt x="426" y="6"/>
                  </a:moveTo>
                  <a:lnTo>
                    <a:pt x="426" y="6"/>
                  </a:lnTo>
                  <a:cubicBezTo>
                    <a:pt x="423" y="0"/>
                    <a:pt x="412" y="0"/>
                    <a:pt x="409" y="6"/>
                  </a:cubicBezTo>
                  <a:lnTo>
                    <a:pt x="211" y="466"/>
                  </a:lnTo>
                  <a:lnTo>
                    <a:pt x="7" y="466"/>
                  </a:lnTo>
                  <a:cubicBezTo>
                    <a:pt x="2" y="466"/>
                    <a:pt x="0" y="471"/>
                    <a:pt x="1" y="475"/>
                  </a:cubicBezTo>
                  <a:lnTo>
                    <a:pt x="40" y="560"/>
                  </a:lnTo>
                  <a:cubicBezTo>
                    <a:pt x="42" y="566"/>
                    <a:pt x="47" y="569"/>
                    <a:pt x="53" y="569"/>
                  </a:cubicBezTo>
                  <a:lnTo>
                    <a:pt x="167" y="569"/>
                  </a:lnTo>
                  <a:lnTo>
                    <a:pt x="104" y="715"/>
                  </a:lnTo>
                  <a:cubicBezTo>
                    <a:pt x="102" y="719"/>
                    <a:pt x="106" y="724"/>
                    <a:pt x="111" y="724"/>
                  </a:cubicBezTo>
                  <a:lnTo>
                    <a:pt x="209" y="724"/>
                  </a:lnTo>
                  <a:cubicBezTo>
                    <a:pt x="213" y="724"/>
                    <a:pt x="216" y="722"/>
                    <a:pt x="218" y="719"/>
                  </a:cubicBezTo>
                  <a:lnTo>
                    <a:pt x="282" y="569"/>
                  </a:lnTo>
                  <a:lnTo>
                    <a:pt x="555" y="569"/>
                  </a:lnTo>
                  <a:lnTo>
                    <a:pt x="619" y="719"/>
                  </a:lnTo>
                  <a:cubicBezTo>
                    <a:pt x="621" y="722"/>
                    <a:pt x="624" y="724"/>
                    <a:pt x="628" y="724"/>
                  </a:cubicBezTo>
                  <a:lnTo>
                    <a:pt x="727" y="724"/>
                  </a:lnTo>
                  <a:cubicBezTo>
                    <a:pt x="732" y="724"/>
                    <a:pt x="736" y="719"/>
                    <a:pt x="734" y="715"/>
                  </a:cubicBezTo>
                  <a:lnTo>
                    <a:pt x="426"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2" name="Freeform 7">
              <a:extLst>
                <a:ext uri="{FF2B5EF4-FFF2-40B4-BE49-F238E27FC236}">
                  <a16:creationId xmlns:a16="http://schemas.microsoft.com/office/drawing/2014/main" id="{5E404D09-6290-F93C-9198-DDD01CECE969}"/>
                </a:ext>
              </a:extLst>
            </p:cNvPr>
            <p:cNvSpPr>
              <a:spLocks/>
            </p:cNvSpPr>
            <p:nvPr userDrawn="1"/>
          </p:nvSpPr>
          <p:spPr bwMode="auto">
            <a:xfrm>
              <a:off x="6975" y="3783"/>
              <a:ext cx="205" cy="236"/>
            </a:xfrm>
            <a:custGeom>
              <a:avLst/>
              <a:gdLst>
                <a:gd name="T0" fmla="*/ 626 w 634"/>
                <a:gd name="T1" fmla="*/ 0 h 725"/>
                <a:gd name="T2" fmla="*/ 626 w 634"/>
                <a:gd name="T3" fmla="*/ 0 h 725"/>
                <a:gd name="T4" fmla="*/ 527 w 634"/>
                <a:gd name="T5" fmla="*/ 0 h 725"/>
                <a:gd name="T6" fmla="*/ 519 w 634"/>
                <a:gd name="T7" fmla="*/ 6 h 725"/>
                <a:gd name="T8" fmla="*/ 325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0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3" y="0"/>
                    <a:pt x="520" y="2"/>
                    <a:pt x="519" y="6"/>
                  </a:cubicBezTo>
                  <a:lnTo>
                    <a:pt x="325" y="456"/>
                  </a:lnTo>
                  <a:cubicBezTo>
                    <a:pt x="323" y="462"/>
                    <a:pt x="313" y="462"/>
                    <a:pt x="310" y="456"/>
                  </a:cubicBezTo>
                  <a:lnTo>
                    <a:pt x="117" y="6"/>
                  </a:lnTo>
                  <a:cubicBezTo>
                    <a:pt x="115" y="2"/>
                    <a:pt x="112" y="0"/>
                    <a:pt x="108" y="0"/>
                  </a:cubicBezTo>
                  <a:lnTo>
                    <a:pt x="9" y="0"/>
                  </a:lnTo>
                  <a:cubicBezTo>
                    <a:pt x="4" y="0"/>
                    <a:pt x="0" y="5"/>
                    <a:pt x="2" y="9"/>
                  </a:cubicBezTo>
                  <a:lnTo>
                    <a:pt x="310"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8">
              <a:extLst>
                <a:ext uri="{FF2B5EF4-FFF2-40B4-BE49-F238E27FC236}">
                  <a16:creationId xmlns:a16="http://schemas.microsoft.com/office/drawing/2014/main" id="{5FCE9A3D-D5A0-417F-CABC-21170B96E8EB}"/>
                </a:ext>
              </a:extLst>
            </p:cNvPr>
            <p:cNvSpPr>
              <a:spLocks noEditPoints="1"/>
            </p:cNvSpPr>
            <p:nvPr userDrawn="1"/>
          </p:nvSpPr>
          <p:spPr bwMode="auto">
            <a:xfrm>
              <a:off x="7156" y="3783"/>
              <a:ext cx="205" cy="236"/>
            </a:xfrm>
            <a:custGeom>
              <a:avLst/>
              <a:gdLst>
                <a:gd name="T0" fmla="*/ 223 w 633"/>
                <a:gd name="T1" fmla="*/ 466 h 724"/>
                <a:gd name="T2" fmla="*/ 223 w 633"/>
                <a:gd name="T3" fmla="*/ 466 h 724"/>
                <a:gd name="T4" fmla="*/ 308 w 633"/>
                <a:gd name="T5" fmla="*/ 268 h 724"/>
                <a:gd name="T6" fmla="*/ 324 w 633"/>
                <a:gd name="T7" fmla="*/ 268 h 724"/>
                <a:gd name="T8" fmla="*/ 409 w 633"/>
                <a:gd name="T9" fmla="*/ 466 h 724"/>
                <a:gd name="T10" fmla="*/ 223 w 633"/>
                <a:gd name="T11" fmla="*/ 466 h 724"/>
                <a:gd name="T12" fmla="*/ 323 w 633"/>
                <a:gd name="T13" fmla="*/ 6 h 724"/>
                <a:gd name="T14" fmla="*/ 323 w 633"/>
                <a:gd name="T15" fmla="*/ 6 h 724"/>
                <a:gd name="T16" fmla="*/ 307 w 633"/>
                <a:gd name="T17" fmla="*/ 6 h 724"/>
                <a:gd name="T18" fmla="*/ 2 w 633"/>
                <a:gd name="T19" fmla="*/ 715 h 724"/>
                <a:gd name="T20" fmla="*/ 8 w 633"/>
                <a:gd name="T21" fmla="*/ 724 h 724"/>
                <a:gd name="T22" fmla="*/ 107 w 633"/>
                <a:gd name="T23" fmla="*/ 724 h 724"/>
                <a:gd name="T24" fmla="*/ 115 w 633"/>
                <a:gd name="T25" fmla="*/ 719 h 724"/>
                <a:gd name="T26" fmla="*/ 179 w 633"/>
                <a:gd name="T27" fmla="*/ 569 h 724"/>
                <a:gd name="T28" fmla="*/ 453 w 633"/>
                <a:gd name="T29" fmla="*/ 569 h 724"/>
                <a:gd name="T30" fmla="*/ 517 w 633"/>
                <a:gd name="T31" fmla="*/ 719 h 724"/>
                <a:gd name="T32" fmla="*/ 525 w 633"/>
                <a:gd name="T33" fmla="*/ 724 h 724"/>
                <a:gd name="T34" fmla="*/ 625 w 633"/>
                <a:gd name="T35" fmla="*/ 724 h 724"/>
                <a:gd name="T36" fmla="*/ 631 w 633"/>
                <a:gd name="T37" fmla="*/ 715 h 724"/>
                <a:gd name="T38" fmla="*/ 323 w 633"/>
                <a:gd name="T39"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3" h="724">
                  <a:moveTo>
                    <a:pt x="223" y="466"/>
                  </a:moveTo>
                  <a:lnTo>
                    <a:pt x="223" y="466"/>
                  </a:lnTo>
                  <a:lnTo>
                    <a:pt x="308" y="268"/>
                  </a:lnTo>
                  <a:cubicBezTo>
                    <a:pt x="311" y="261"/>
                    <a:pt x="321" y="261"/>
                    <a:pt x="324" y="268"/>
                  </a:cubicBezTo>
                  <a:lnTo>
                    <a:pt x="409" y="466"/>
                  </a:lnTo>
                  <a:lnTo>
                    <a:pt x="223" y="466"/>
                  </a:lnTo>
                  <a:close/>
                  <a:moveTo>
                    <a:pt x="323" y="6"/>
                  </a:moveTo>
                  <a:lnTo>
                    <a:pt x="323" y="6"/>
                  </a:lnTo>
                  <a:cubicBezTo>
                    <a:pt x="320" y="0"/>
                    <a:pt x="310" y="0"/>
                    <a:pt x="307" y="6"/>
                  </a:cubicBezTo>
                  <a:lnTo>
                    <a:pt x="2" y="715"/>
                  </a:lnTo>
                  <a:cubicBezTo>
                    <a:pt x="0" y="719"/>
                    <a:pt x="3" y="724"/>
                    <a:pt x="8" y="724"/>
                  </a:cubicBezTo>
                  <a:lnTo>
                    <a:pt x="107" y="724"/>
                  </a:lnTo>
                  <a:cubicBezTo>
                    <a:pt x="110" y="724"/>
                    <a:pt x="114" y="722"/>
                    <a:pt x="115" y="719"/>
                  </a:cubicBezTo>
                  <a:lnTo>
                    <a:pt x="179" y="569"/>
                  </a:lnTo>
                  <a:lnTo>
                    <a:pt x="453" y="569"/>
                  </a:lnTo>
                  <a:lnTo>
                    <a:pt x="517" y="719"/>
                  </a:lnTo>
                  <a:cubicBezTo>
                    <a:pt x="518" y="722"/>
                    <a:pt x="522" y="724"/>
                    <a:pt x="525" y="724"/>
                  </a:cubicBezTo>
                  <a:lnTo>
                    <a:pt x="625" y="724"/>
                  </a:lnTo>
                  <a:cubicBezTo>
                    <a:pt x="630" y="724"/>
                    <a:pt x="633" y="719"/>
                    <a:pt x="631" y="715"/>
                  </a:cubicBezTo>
                  <a:lnTo>
                    <a:pt x="323"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9">
              <a:extLst>
                <a:ext uri="{FF2B5EF4-FFF2-40B4-BE49-F238E27FC236}">
                  <a16:creationId xmlns:a16="http://schemas.microsoft.com/office/drawing/2014/main" id="{F2B754DB-E65C-86FC-F1D3-D8BC8EBE4E20}"/>
                </a:ext>
              </a:extLst>
            </p:cNvPr>
            <p:cNvSpPr>
              <a:spLocks/>
            </p:cNvSpPr>
            <p:nvPr userDrawn="1"/>
          </p:nvSpPr>
          <p:spPr bwMode="auto">
            <a:xfrm>
              <a:off x="6788" y="3783"/>
              <a:ext cx="155" cy="34"/>
            </a:xfrm>
            <a:custGeom>
              <a:avLst/>
              <a:gdLst>
                <a:gd name="T0" fmla="*/ 473 w 480"/>
                <a:gd name="T1" fmla="*/ 0 h 105"/>
                <a:gd name="T2" fmla="*/ 473 w 480"/>
                <a:gd name="T3" fmla="*/ 0 h 105"/>
                <a:gd name="T4" fmla="*/ 7 w 480"/>
                <a:gd name="T5" fmla="*/ 0 h 105"/>
                <a:gd name="T6" fmla="*/ 0 w 480"/>
                <a:gd name="T7" fmla="*/ 6 h 105"/>
                <a:gd name="T8" fmla="*/ 0 w 480"/>
                <a:gd name="T9" fmla="*/ 98 h 105"/>
                <a:gd name="T10" fmla="*/ 7 w 480"/>
                <a:gd name="T11" fmla="*/ 105 h 105"/>
                <a:gd name="T12" fmla="*/ 473 w 480"/>
                <a:gd name="T13" fmla="*/ 105 h 105"/>
                <a:gd name="T14" fmla="*/ 480 w 480"/>
                <a:gd name="T15" fmla="*/ 98 h 105"/>
                <a:gd name="T16" fmla="*/ 480 w 480"/>
                <a:gd name="T17" fmla="*/ 6 h 105"/>
                <a:gd name="T18" fmla="*/ 473 w 480"/>
                <a:gd name="T19" fmla="*/ 0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5">
                  <a:moveTo>
                    <a:pt x="473" y="0"/>
                  </a:moveTo>
                  <a:lnTo>
                    <a:pt x="473" y="0"/>
                  </a:lnTo>
                  <a:lnTo>
                    <a:pt x="7" y="0"/>
                  </a:lnTo>
                  <a:cubicBezTo>
                    <a:pt x="3" y="0"/>
                    <a:pt x="0" y="3"/>
                    <a:pt x="0" y="6"/>
                  </a:cubicBezTo>
                  <a:lnTo>
                    <a:pt x="0" y="98"/>
                  </a:lnTo>
                  <a:cubicBezTo>
                    <a:pt x="0" y="102"/>
                    <a:pt x="3" y="105"/>
                    <a:pt x="7" y="105"/>
                  </a:cubicBezTo>
                  <a:lnTo>
                    <a:pt x="473" y="105"/>
                  </a:lnTo>
                  <a:cubicBezTo>
                    <a:pt x="477" y="105"/>
                    <a:pt x="480" y="102"/>
                    <a:pt x="480" y="98"/>
                  </a:cubicBezTo>
                  <a:lnTo>
                    <a:pt x="480" y="6"/>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10">
              <a:extLst>
                <a:ext uri="{FF2B5EF4-FFF2-40B4-BE49-F238E27FC236}">
                  <a16:creationId xmlns:a16="http://schemas.microsoft.com/office/drawing/2014/main" id="{53DA9E59-B518-5AE8-D38C-842D27ABA2EB}"/>
                </a:ext>
              </a:extLst>
            </p:cNvPr>
            <p:cNvSpPr>
              <a:spLocks/>
            </p:cNvSpPr>
            <p:nvPr userDrawn="1"/>
          </p:nvSpPr>
          <p:spPr bwMode="auto">
            <a:xfrm>
              <a:off x="6788" y="3883"/>
              <a:ext cx="155" cy="35"/>
            </a:xfrm>
            <a:custGeom>
              <a:avLst/>
              <a:gdLst>
                <a:gd name="T0" fmla="*/ 473 w 480"/>
                <a:gd name="T1" fmla="*/ 0 h 106"/>
                <a:gd name="T2" fmla="*/ 473 w 480"/>
                <a:gd name="T3" fmla="*/ 0 h 106"/>
                <a:gd name="T4" fmla="*/ 7 w 480"/>
                <a:gd name="T5" fmla="*/ 0 h 106"/>
                <a:gd name="T6" fmla="*/ 0 w 480"/>
                <a:gd name="T7" fmla="*/ 7 h 106"/>
                <a:gd name="T8" fmla="*/ 0 w 480"/>
                <a:gd name="T9" fmla="*/ 99 h 106"/>
                <a:gd name="T10" fmla="*/ 7 w 480"/>
                <a:gd name="T11" fmla="*/ 106 h 106"/>
                <a:gd name="T12" fmla="*/ 473 w 480"/>
                <a:gd name="T13" fmla="*/ 106 h 106"/>
                <a:gd name="T14" fmla="*/ 480 w 480"/>
                <a:gd name="T15" fmla="*/ 99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99"/>
                  </a:lnTo>
                  <a:cubicBezTo>
                    <a:pt x="0" y="103"/>
                    <a:pt x="3" y="106"/>
                    <a:pt x="7" y="106"/>
                  </a:cubicBezTo>
                  <a:lnTo>
                    <a:pt x="473" y="106"/>
                  </a:lnTo>
                  <a:cubicBezTo>
                    <a:pt x="477" y="106"/>
                    <a:pt x="480" y="103"/>
                    <a:pt x="480" y="99"/>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11">
              <a:extLst>
                <a:ext uri="{FF2B5EF4-FFF2-40B4-BE49-F238E27FC236}">
                  <a16:creationId xmlns:a16="http://schemas.microsoft.com/office/drawing/2014/main" id="{C221E836-F8D6-03E0-BC27-8E895612A314}"/>
                </a:ext>
              </a:extLst>
            </p:cNvPr>
            <p:cNvSpPr>
              <a:spLocks/>
            </p:cNvSpPr>
            <p:nvPr userDrawn="1"/>
          </p:nvSpPr>
          <p:spPr bwMode="auto">
            <a:xfrm>
              <a:off x="6788" y="3982"/>
              <a:ext cx="155" cy="35"/>
            </a:xfrm>
            <a:custGeom>
              <a:avLst/>
              <a:gdLst>
                <a:gd name="T0" fmla="*/ 473 w 480"/>
                <a:gd name="T1" fmla="*/ 0 h 106"/>
                <a:gd name="T2" fmla="*/ 473 w 480"/>
                <a:gd name="T3" fmla="*/ 0 h 106"/>
                <a:gd name="T4" fmla="*/ 7 w 480"/>
                <a:gd name="T5" fmla="*/ 0 h 106"/>
                <a:gd name="T6" fmla="*/ 0 w 480"/>
                <a:gd name="T7" fmla="*/ 7 h 106"/>
                <a:gd name="T8" fmla="*/ 0 w 480"/>
                <a:gd name="T9" fmla="*/ 100 h 106"/>
                <a:gd name="T10" fmla="*/ 7 w 480"/>
                <a:gd name="T11" fmla="*/ 106 h 106"/>
                <a:gd name="T12" fmla="*/ 473 w 480"/>
                <a:gd name="T13" fmla="*/ 106 h 106"/>
                <a:gd name="T14" fmla="*/ 480 w 480"/>
                <a:gd name="T15" fmla="*/ 100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100"/>
                  </a:lnTo>
                  <a:cubicBezTo>
                    <a:pt x="0" y="103"/>
                    <a:pt x="3" y="106"/>
                    <a:pt x="7" y="106"/>
                  </a:cubicBezTo>
                  <a:lnTo>
                    <a:pt x="473" y="106"/>
                  </a:lnTo>
                  <a:cubicBezTo>
                    <a:pt x="477" y="106"/>
                    <a:pt x="480" y="103"/>
                    <a:pt x="480" y="100"/>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3" name="Group 2">
            <a:extLst>
              <a:ext uri="{FF2B5EF4-FFF2-40B4-BE49-F238E27FC236}">
                <a16:creationId xmlns:a16="http://schemas.microsoft.com/office/drawing/2014/main" id="{71F75EAE-5D6D-8E1B-38B3-467C902383FD}"/>
              </a:ext>
            </a:extLst>
          </p:cNvPr>
          <p:cNvGrpSpPr/>
          <p:nvPr userDrawn="1"/>
        </p:nvGrpSpPr>
        <p:grpSpPr>
          <a:xfrm>
            <a:off x="12485568" y="112729"/>
            <a:ext cx="2936672" cy="5883149"/>
            <a:chOff x="12485568" y="112729"/>
            <a:chExt cx="2936672" cy="5883149"/>
          </a:xfrm>
        </p:grpSpPr>
        <p:sp>
          <p:nvSpPr>
            <p:cNvPr id="4" name="Oval 3">
              <a:extLst>
                <a:ext uri="{FF2B5EF4-FFF2-40B4-BE49-F238E27FC236}">
                  <a16:creationId xmlns:a16="http://schemas.microsoft.com/office/drawing/2014/main" id="{7E556AED-0BC9-A555-023A-7F03B8F427FE}"/>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7" name="Oval 16">
              <a:extLst>
                <a:ext uri="{FF2B5EF4-FFF2-40B4-BE49-F238E27FC236}">
                  <a16:creationId xmlns:a16="http://schemas.microsoft.com/office/drawing/2014/main" id="{A2B66F6C-C064-8F26-A51B-AA68A78A0C7A}"/>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8" name="Oval 17">
              <a:extLst>
                <a:ext uri="{FF2B5EF4-FFF2-40B4-BE49-F238E27FC236}">
                  <a16:creationId xmlns:a16="http://schemas.microsoft.com/office/drawing/2014/main" id="{411527AD-AA25-2B3A-074D-9781002BC17D}"/>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9" name="Rectangle 18">
              <a:extLst>
                <a:ext uri="{FF2B5EF4-FFF2-40B4-BE49-F238E27FC236}">
                  <a16:creationId xmlns:a16="http://schemas.microsoft.com/office/drawing/2014/main" id="{3517C902-98B6-CA41-5B18-2D5DED574B69}"/>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20" name="Oval 19">
              <a:extLst>
                <a:ext uri="{FF2B5EF4-FFF2-40B4-BE49-F238E27FC236}">
                  <a16:creationId xmlns:a16="http://schemas.microsoft.com/office/drawing/2014/main" id="{55248D1E-E0D9-20DE-DC59-82092505AB93}"/>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1" name="Oval 20">
              <a:extLst>
                <a:ext uri="{FF2B5EF4-FFF2-40B4-BE49-F238E27FC236}">
                  <a16:creationId xmlns:a16="http://schemas.microsoft.com/office/drawing/2014/main" id="{BF7B3C6D-CE80-4635-DABB-B66FAD4CA66A}"/>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2" name="Oval 21">
              <a:extLst>
                <a:ext uri="{FF2B5EF4-FFF2-40B4-BE49-F238E27FC236}">
                  <a16:creationId xmlns:a16="http://schemas.microsoft.com/office/drawing/2014/main" id="{EA577FB0-F5C4-6838-B58E-421FF04F0ACD}"/>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3" name="Oval 22">
              <a:extLst>
                <a:ext uri="{FF2B5EF4-FFF2-40B4-BE49-F238E27FC236}">
                  <a16:creationId xmlns:a16="http://schemas.microsoft.com/office/drawing/2014/main" id="{15F6F6FF-623A-FD92-E9A6-2B1C44A29EB0}"/>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24" name="Group 23">
              <a:extLst>
                <a:ext uri="{FF2B5EF4-FFF2-40B4-BE49-F238E27FC236}">
                  <a16:creationId xmlns:a16="http://schemas.microsoft.com/office/drawing/2014/main" id="{0DBD6D12-7524-442C-812E-C4343E3A54AC}"/>
                </a:ext>
              </a:extLst>
            </p:cNvPr>
            <p:cNvGrpSpPr/>
            <p:nvPr userDrawn="1"/>
          </p:nvGrpSpPr>
          <p:grpSpPr>
            <a:xfrm>
              <a:off x="12500773" y="3802778"/>
              <a:ext cx="971741" cy="1940780"/>
              <a:chOff x="12431200" y="2678506"/>
              <a:chExt cx="971741" cy="1940780"/>
            </a:xfrm>
          </p:grpSpPr>
          <p:sp>
            <p:nvSpPr>
              <p:cNvPr id="28" name="Rectangle 27">
                <a:extLst>
                  <a:ext uri="{FF2B5EF4-FFF2-40B4-BE49-F238E27FC236}">
                    <a16:creationId xmlns:a16="http://schemas.microsoft.com/office/drawing/2014/main" id="{266B28EA-44EC-AA11-492D-E1CB7719DCA1}"/>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29" name="Oval 28">
                <a:extLst>
                  <a:ext uri="{FF2B5EF4-FFF2-40B4-BE49-F238E27FC236}">
                    <a16:creationId xmlns:a16="http://schemas.microsoft.com/office/drawing/2014/main" id="{459F5194-BF3E-0868-F248-937A3734305C}"/>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0" name="Oval 29">
                <a:extLst>
                  <a:ext uri="{FF2B5EF4-FFF2-40B4-BE49-F238E27FC236}">
                    <a16:creationId xmlns:a16="http://schemas.microsoft.com/office/drawing/2014/main" id="{AF0D5640-CA70-6B81-CE5B-CF17945DEE19}"/>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3" name="Oval 32">
                <a:extLst>
                  <a:ext uri="{FF2B5EF4-FFF2-40B4-BE49-F238E27FC236}">
                    <a16:creationId xmlns:a16="http://schemas.microsoft.com/office/drawing/2014/main" id="{30E413CB-4B59-2356-0FDC-C8E04AC1D1B4}"/>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4" name="Oval 33">
                <a:extLst>
                  <a:ext uri="{FF2B5EF4-FFF2-40B4-BE49-F238E27FC236}">
                    <a16:creationId xmlns:a16="http://schemas.microsoft.com/office/drawing/2014/main" id="{37AA7973-C419-F781-2504-A18703BD88B9}"/>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5" name="Oval 34">
                <a:extLst>
                  <a:ext uri="{FF2B5EF4-FFF2-40B4-BE49-F238E27FC236}">
                    <a16:creationId xmlns:a16="http://schemas.microsoft.com/office/drawing/2014/main" id="{000A5912-9823-EC3C-B725-9AB750A80445}"/>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6" name="Oval 35">
                <a:extLst>
                  <a:ext uri="{FF2B5EF4-FFF2-40B4-BE49-F238E27FC236}">
                    <a16:creationId xmlns:a16="http://schemas.microsoft.com/office/drawing/2014/main" id="{0FCDDCAB-F1F0-18A2-EA65-2C19F77D7138}"/>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25" name="TextBox 24">
              <a:extLst>
                <a:ext uri="{FF2B5EF4-FFF2-40B4-BE49-F238E27FC236}">
                  <a16:creationId xmlns:a16="http://schemas.microsoft.com/office/drawing/2014/main" id="{452B238D-D80D-1E52-409B-8EF64B83B68D}"/>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26" name="Picture 25">
              <a:extLst>
                <a:ext uri="{FF2B5EF4-FFF2-40B4-BE49-F238E27FC236}">
                  <a16:creationId xmlns:a16="http://schemas.microsoft.com/office/drawing/2014/main" id="{1ED3B856-D0D8-967E-DEDC-EFCD2C43A4E5}"/>
                </a:ext>
              </a:extLst>
            </p:cNvPr>
            <p:cNvPicPr>
              <a:picLocks noChangeAspect="1"/>
            </p:cNvPicPr>
            <p:nvPr userDrawn="1"/>
          </p:nvPicPr>
          <p:blipFill>
            <a:blip r:embed="rId3"/>
            <a:stretch>
              <a:fillRect/>
            </a:stretch>
          </p:blipFill>
          <p:spPr>
            <a:xfrm>
              <a:off x="14012244" y="4384548"/>
              <a:ext cx="1088171" cy="1611330"/>
            </a:xfrm>
            <a:prstGeom prst="rect">
              <a:avLst/>
            </a:prstGeom>
          </p:spPr>
        </p:pic>
        <p:sp>
          <p:nvSpPr>
            <p:cNvPr id="27" name="Rectangle 26">
              <a:extLst>
                <a:ext uri="{FF2B5EF4-FFF2-40B4-BE49-F238E27FC236}">
                  <a16:creationId xmlns:a16="http://schemas.microsoft.com/office/drawing/2014/main" id="{B54B17A6-8D6F-F875-CAF0-183F2A86FD42}"/>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2712585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4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9564DD-6560-7545-9DFE-AE8B9C5B9262}"/>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10058114" y="6008023"/>
            <a:ext cx="1619889" cy="367538"/>
          </a:xfrm>
          <a:prstGeom prst="rect">
            <a:avLst/>
          </a:prstGeom>
        </p:spPr>
      </p:pic>
      <p:cxnSp>
        <p:nvCxnSpPr>
          <p:cNvPr id="7" name="Straight Connector 6">
            <a:extLst>
              <a:ext uri="{FF2B5EF4-FFF2-40B4-BE49-F238E27FC236}">
                <a16:creationId xmlns:a16="http://schemas.microsoft.com/office/drawing/2014/main" id="{970AF0EB-D4B9-BE49-8DC2-1AE8FD8A5B14}"/>
              </a:ext>
              <a:ext uri="{C183D7F6-B498-43B3-948B-1728B52AA6E4}">
                <adec:decorative xmlns:adec="http://schemas.microsoft.com/office/drawing/2017/decorative" val="1"/>
              </a:ext>
            </a:extLst>
          </p:cNvPr>
          <p:cNvCxnSpPr>
            <a:cxnSpLocks/>
          </p:cNvCxnSpPr>
          <p:nvPr userDrawn="1"/>
        </p:nvCxnSpPr>
        <p:spPr>
          <a:xfrm>
            <a:off x="612648" y="2605073"/>
            <a:ext cx="1371600" cy="0"/>
          </a:xfrm>
          <a:prstGeom prst="line">
            <a:avLst/>
          </a:prstGeom>
          <a:ln w="28575">
            <a:solidFill>
              <a:schemeClr val="bg1"/>
            </a:solidFill>
          </a:ln>
        </p:spPr>
        <p:style>
          <a:lnRef idx="1">
            <a:schemeClr val="accent4"/>
          </a:lnRef>
          <a:fillRef idx="0">
            <a:schemeClr val="accent4"/>
          </a:fillRef>
          <a:effectRef idx="0">
            <a:schemeClr val="accent4"/>
          </a:effectRef>
          <a:fontRef idx="minor">
            <a:schemeClr val="tx1"/>
          </a:fontRef>
        </p:style>
      </p:cxnSp>
      <p:sp>
        <p:nvSpPr>
          <p:cNvPr id="31" name="Footer Placeholder 30">
            <a:extLst>
              <a:ext uri="{FF2B5EF4-FFF2-40B4-BE49-F238E27FC236}">
                <a16:creationId xmlns:a16="http://schemas.microsoft.com/office/drawing/2014/main" id="{8DF6E636-ACE0-354E-AA46-45811ECA241D}"/>
              </a:ext>
            </a:extLst>
          </p:cNvPr>
          <p:cNvSpPr>
            <a:spLocks noGrp="1"/>
          </p:cNvSpPr>
          <p:nvPr>
            <p:ph type="ftr" sz="quarter" idx="27"/>
          </p:nvPr>
        </p:nvSpPr>
        <p:spPr/>
        <p:txBody>
          <a:bodyPr/>
          <a:lstStyle>
            <a:lvl1pPr>
              <a:defRPr>
                <a:solidFill>
                  <a:schemeClr val="bg1">
                    <a:lumMod val="75000"/>
                  </a:schemeClr>
                </a:solidFill>
              </a:defRPr>
            </a:lvl1pPr>
          </a:lstStyle>
          <a:p>
            <a:r>
              <a:rPr lang="en-US" dirty="0"/>
              <a:t>For Internal Use Only. © 2026 AVEVA Group Limited or its subsidiaries. All rights reserved.</a:t>
            </a:r>
            <a:endParaRPr lang="en-GB" dirty="0"/>
          </a:p>
        </p:txBody>
      </p:sp>
      <p:sp>
        <p:nvSpPr>
          <p:cNvPr id="32" name="Slide Number Placeholder 31">
            <a:extLst>
              <a:ext uri="{FF2B5EF4-FFF2-40B4-BE49-F238E27FC236}">
                <a16:creationId xmlns:a16="http://schemas.microsoft.com/office/drawing/2014/main" id="{C86032D2-3DDE-034B-B7DC-88B0AA27E3EA}"/>
              </a:ext>
            </a:extLst>
          </p:cNvPr>
          <p:cNvSpPr>
            <a:spLocks noGrp="1"/>
          </p:cNvSpPr>
          <p:nvPr>
            <p:ph type="sldNum" sz="quarter" idx="28"/>
          </p:nvPr>
        </p:nvSpPr>
        <p:spPr/>
        <p:txBody>
          <a:bodyPr/>
          <a:lstStyle>
            <a:lvl1pPr>
              <a:defRPr>
                <a:solidFill>
                  <a:schemeClr val="bg1">
                    <a:lumMod val="75000"/>
                  </a:schemeClr>
                </a:solidFill>
              </a:defRPr>
            </a:lvl1pPr>
          </a:lstStyle>
          <a:p>
            <a:fld id="{267CDB12-45E5-4FD7-AE50-9CB5AFC72BA1}" type="slidenum">
              <a:rPr lang="en-GB" smtClean="0"/>
              <a:pPr/>
              <a:t>‹#›</a:t>
            </a:fld>
            <a:endParaRPr lang="en-GB" dirty="0"/>
          </a:p>
        </p:txBody>
      </p:sp>
      <p:sp>
        <p:nvSpPr>
          <p:cNvPr id="39" name="Text Placeholder 2">
            <a:extLst>
              <a:ext uri="{FF2B5EF4-FFF2-40B4-BE49-F238E27FC236}">
                <a16:creationId xmlns:a16="http://schemas.microsoft.com/office/drawing/2014/main" id="{CDFA5BD6-4363-4C47-AC33-403F25B48305}"/>
              </a:ext>
            </a:extLst>
          </p:cNvPr>
          <p:cNvSpPr>
            <a:spLocks noGrp="1"/>
          </p:cNvSpPr>
          <p:nvPr>
            <p:ph type="body" sz="quarter" idx="16" hasCustomPrompt="1"/>
          </p:nvPr>
        </p:nvSpPr>
        <p:spPr>
          <a:xfrm>
            <a:off x="612648" y="4453128"/>
            <a:ext cx="5943600" cy="320040"/>
          </a:xfrm>
        </p:spPr>
        <p:txBody>
          <a:bodyPr anchor="ctr">
            <a:noAutofit/>
          </a:bodyPr>
          <a:lstStyle>
            <a:lvl1pPr marL="0" indent="0">
              <a:spcAft>
                <a:spcPts val="1000"/>
              </a:spcAft>
              <a:buNone/>
              <a:defRPr sz="1800" b="0">
                <a:solidFill>
                  <a:schemeClr val="bg1"/>
                </a:solidFill>
                <a:latin typeface="+mn-lt"/>
                <a:cs typeface="Calibri" panose="020F0502020204030204" pitchFamily="34" charset="0"/>
              </a:defRPr>
            </a:lvl1pPr>
            <a:lvl2pPr marL="0" indent="0">
              <a:spcAft>
                <a:spcPts val="4200"/>
              </a:spcAft>
              <a:buNone/>
              <a:defRPr b="0">
                <a:solidFill>
                  <a:schemeClr val="bg1"/>
                </a:solidFill>
                <a:latin typeface="Calibri" panose="020F0502020204030204" pitchFamily="34" charset="0"/>
                <a:cs typeface="Calibri" panose="020F0502020204030204" pitchFamily="34" charset="0"/>
              </a:defRPr>
            </a:lvl2pPr>
            <a:lvl3pPr marL="0" indent="0">
              <a:buFont typeface="Arial" panose="020B0604020202020204" pitchFamily="34" charset="0"/>
              <a:buNone/>
              <a:defRPr sz="1400">
                <a:solidFill>
                  <a:schemeClr val="bg1"/>
                </a:solidFill>
                <a:latin typeface="Calibri" panose="020F0502020204030204" pitchFamily="34" charset="0"/>
                <a:cs typeface="Calibri" panose="020F0502020204030204" pitchFamily="34" charset="0"/>
              </a:defRPr>
            </a:lvl3pPr>
            <a:lvl4pPr marL="0" indent="0">
              <a:buNone/>
              <a:defRPr sz="1400"/>
            </a:lvl4pPr>
            <a:lvl5pPr marL="0" indent="0">
              <a:buNone/>
              <a:defRPr sz="1400"/>
            </a:lvl5pPr>
          </a:lstStyle>
          <a:p>
            <a:pPr lvl="0"/>
            <a:r>
              <a:rPr lang="en-US" dirty="0"/>
              <a:t>Optional Subtitle</a:t>
            </a:r>
          </a:p>
        </p:txBody>
      </p:sp>
      <p:sp>
        <p:nvSpPr>
          <p:cNvPr id="40" name="Text Placeholder 7">
            <a:extLst>
              <a:ext uri="{FF2B5EF4-FFF2-40B4-BE49-F238E27FC236}">
                <a16:creationId xmlns:a16="http://schemas.microsoft.com/office/drawing/2014/main" id="{EA27EBE6-1BE1-4B9B-82C0-597CBBE6F24F}"/>
              </a:ext>
            </a:extLst>
          </p:cNvPr>
          <p:cNvSpPr>
            <a:spLocks noGrp="1"/>
          </p:cNvSpPr>
          <p:nvPr>
            <p:ph type="body" sz="quarter" idx="12" hasCustomPrompt="1"/>
          </p:nvPr>
        </p:nvSpPr>
        <p:spPr>
          <a:xfrm>
            <a:off x="612648" y="2752344"/>
            <a:ext cx="7031736" cy="1362456"/>
          </a:xfrm>
        </p:spPr>
        <p:txBody>
          <a:bodyPr anchor="t">
            <a:noAutofit/>
          </a:bodyPr>
          <a:lstStyle>
            <a:lvl1pPr marL="0" indent="0">
              <a:lnSpc>
                <a:spcPct val="95000"/>
              </a:lnSpc>
              <a:spcBef>
                <a:spcPts val="0"/>
              </a:spcBef>
              <a:spcAft>
                <a:spcPts val="900"/>
              </a:spcAft>
              <a:buNone/>
              <a:defRPr sz="5400" b="0" i="0" cap="none" baseline="0">
                <a:solidFill>
                  <a:schemeClr val="bg1"/>
                </a:solidFill>
                <a:latin typeface="+mj-lt"/>
                <a:cs typeface="Calibri" panose="020F0502020204030204" pitchFamily="34" charset="0"/>
              </a:defRPr>
            </a:lvl1pPr>
            <a:lvl2pPr marL="0" indent="0">
              <a:lnSpc>
                <a:spcPct val="95000"/>
              </a:lnSpc>
              <a:spcBef>
                <a:spcPts val="0"/>
              </a:spcBef>
              <a:spcAft>
                <a:spcPts val="0"/>
              </a:spcAft>
              <a:buNone/>
              <a:defRPr sz="4400" b="0" i="0" cap="none" baseline="0">
                <a:solidFill>
                  <a:schemeClr val="bg1"/>
                </a:solidFill>
                <a:latin typeface="Calibri" panose="020F0502020204030204" pitchFamily="34" charset="0"/>
                <a:cs typeface="Calibri" panose="020F0502020204030204" pitchFamily="34" charset="0"/>
              </a:defRPr>
            </a:lvl2pPr>
          </a:lstStyle>
          <a:p>
            <a:pPr lvl="0"/>
            <a:r>
              <a:rPr lang="en-US" dirty="0"/>
              <a:t>Presentation Title</a:t>
            </a:r>
          </a:p>
        </p:txBody>
      </p:sp>
      <p:sp>
        <p:nvSpPr>
          <p:cNvPr id="41" name="Text Placeholder 2">
            <a:extLst>
              <a:ext uri="{FF2B5EF4-FFF2-40B4-BE49-F238E27FC236}">
                <a16:creationId xmlns:a16="http://schemas.microsoft.com/office/drawing/2014/main" id="{14768FB9-A501-4263-A01A-C91C2760581E}"/>
              </a:ext>
            </a:extLst>
          </p:cNvPr>
          <p:cNvSpPr>
            <a:spLocks noGrp="1"/>
          </p:cNvSpPr>
          <p:nvPr>
            <p:ph type="body" sz="quarter" idx="19" hasCustomPrompt="1"/>
          </p:nvPr>
        </p:nvSpPr>
        <p:spPr>
          <a:xfrm>
            <a:off x="612648" y="5008346"/>
            <a:ext cx="5943600" cy="320040"/>
          </a:xfrm>
        </p:spPr>
        <p:txBody>
          <a:bodyPr anchor="ctr">
            <a:noAutofit/>
          </a:bodyPr>
          <a:lstStyle>
            <a:lvl1pPr marL="0" indent="0">
              <a:spcAft>
                <a:spcPts val="1000"/>
              </a:spcAft>
              <a:buNone/>
              <a:defRPr sz="1400" b="0">
                <a:solidFill>
                  <a:schemeClr val="bg1"/>
                </a:solidFill>
                <a:latin typeface="Calibri" panose="020F0502020204030204" pitchFamily="34" charset="0"/>
                <a:cs typeface="Calibri" panose="020F0502020204030204" pitchFamily="34" charset="0"/>
              </a:defRPr>
            </a:lvl1pPr>
            <a:lvl2pPr marL="0" indent="0">
              <a:spcAft>
                <a:spcPts val="4200"/>
              </a:spcAft>
              <a:buNone/>
              <a:defRPr sz="1800" b="0">
                <a:solidFill>
                  <a:schemeClr val="bg1"/>
                </a:solidFill>
                <a:latin typeface="Calibri" panose="020F0502020204030204" pitchFamily="34" charset="0"/>
                <a:cs typeface="Calibri" panose="020F0502020204030204" pitchFamily="34" charset="0"/>
              </a:defRPr>
            </a:lvl2pPr>
            <a:lvl3pPr marL="0" indent="0">
              <a:buFont typeface="Arial" panose="020B0604020202020204" pitchFamily="34" charset="0"/>
              <a:buNone/>
              <a:defRPr sz="1600">
                <a:solidFill>
                  <a:schemeClr val="bg1"/>
                </a:solidFill>
                <a:latin typeface="Calibri" panose="020F0502020204030204" pitchFamily="34" charset="0"/>
                <a:cs typeface="Calibri" panose="020F0502020204030204" pitchFamily="34" charset="0"/>
              </a:defRPr>
            </a:lvl3pPr>
            <a:lvl4pPr marL="0" indent="0">
              <a:buNone/>
              <a:defRPr sz="1400"/>
            </a:lvl4pPr>
            <a:lvl5pPr marL="0" indent="0">
              <a:buNone/>
              <a:defRPr sz="1400"/>
            </a:lvl5pPr>
          </a:lstStyle>
          <a:p>
            <a:pPr lvl="0"/>
            <a:r>
              <a:rPr lang="en-GB" dirty="0"/>
              <a:t>Presented By: Name Goes Here</a:t>
            </a:r>
          </a:p>
        </p:txBody>
      </p:sp>
      <p:sp>
        <p:nvSpPr>
          <p:cNvPr id="42" name="Text Placeholder 2">
            <a:extLst>
              <a:ext uri="{FF2B5EF4-FFF2-40B4-BE49-F238E27FC236}">
                <a16:creationId xmlns:a16="http://schemas.microsoft.com/office/drawing/2014/main" id="{AE89180D-E686-4531-B604-C72D0CD8A895}"/>
              </a:ext>
            </a:extLst>
          </p:cNvPr>
          <p:cNvSpPr>
            <a:spLocks noGrp="1"/>
          </p:cNvSpPr>
          <p:nvPr>
            <p:ph type="body" sz="quarter" idx="20" hasCustomPrompt="1"/>
          </p:nvPr>
        </p:nvSpPr>
        <p:spPr>
          <a:xfrm>
            <a:off x="612648" y="2139696"/>
            <a:ext cx="2971800" cy="265176"/>
          </a:xfrm>
        </p:spPr>
        <p:txBody>
          <a:bodyPr anchor="ctr">
            <a:noAutofit/>
          </a:bodyPr>
          <a:lstStyle>
            <a:lvl1pPr marL="0" indent="0">
              <a:spcAft>
                <a:spcPts val="1000"/>
              </a:spcAft>
              <a:buNone/>
              <a:defRPr sz="1600" b="0" cap="all" baseline="0">
                <a:solidFill>
                  <a:schemeClr val="bg1"/>
                </a:solidFill>
                <a:latin typeface="+mn-lt"/>
                <a:cs typeface="Calibri" panose="020F0502020204030204" pitchFamily="34" charset="0"/>
              </a:defRPr>
            </a:lvl1pPr>
            <a:lvl2pPr marL="0" indent="0">
              <a:spcAft>
                <a:spcPts val="4200"/>
              </a:spcAft>
              <a:buNone/>
              <a:defRPr b="0">
                <a:solidFill>
                  <a:schemeClr val="bg1"/>
                </a:solidFill>
                <a:latin typeface="Calibri" panose="020F0502020204030204" pitchFamily="34" charset="0"/>
                <a:cs typeface="Calibri" panose="020F0502020204030204" pitchFamily="34" charset="0"/>
              </a:defRPr>
            </a:lvl2pPr>
            <a:lvl3pPr marL="0" indent="0">
              <a:buFont typeface="Arial" panose="020B0604020202020204" pitchFamily="34" charset="0"/>
              <a:buNone/>
              <a:defRPr sz="1400">
                <a:solidFill>
                  <a:schemeClr val="bg1"/>
                </a:solidFill>
                <a:latin typeface="Calibri" panose="020F0502020204030204" pitchFamily="34" charset="0"/>
                <a:cs typeface="Calibri" panose="020F0502020204030204" pitchFamily="34" charset="0"/>
              </a:defRPr>
            </a:lvl3pPr>
            <a:lvl4pPr marL="0" indent="0">
              <a:buNone/>
              <a:defRPr sz="1400"/>
            </a:lvl4pPr>
            <a:lvl5pPr marL="0" indent="0">
              <a:buNone/>
              <a:defRPr sz="1400"/>
            </a:lvl5pPr>
          </a:lstStyle>
          <a:p>
            <a:pPr lvl="0"/>
            <a:r>
              <a:rPr lang="en-US" dirty="0"/>
              <a:t>Insert date</a:t>
            </a:r>
          </a:p>
        </p:txBody>
      </p:sp>
      <p:sp>
        <p:nvSpPr>
          <p:cNvPr id="38" name="TextBox 37">
            <a:extLst>
              <a:ext uri="{FF2B5EF4-FFF2-40B4-BE49-F238E27FC236}">
                <a16:creationId xmlns:a16="http://schemas.microsoft.com/office/drawing/2014/main" id="{CF857897-2467-412C-A1AE-8E0A4372B657}"/>
              </a:ext>
            </a:extLst>
          </p:cNvPr>
          <p:cNvSpPr txBox="1"/>
          <p:nvPr userDrawn="1"/>
        </p:nvSpPr>
        <p:spPr>
          <a:xfrm>
            <a:off x="0" y="-345748"/>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grpSp>
        <p:nvGrpSpPr>
          <p:cNvPr id="2" name="Group 1">
            <a:extLst>
              <a:ext uri="{FF2B5EF4-FFF2-40B4-BE49-F238E27FC236}">
                <a16:creationId xmlns:a16="http://schemas.microsoft.com/office/drawing/2014/main" id="{7D4A91A0-6829-74E6-B712-C69EB61F56D4}"/>
              </a:ext>
            </a:extLst>
          </p:cNvPr>
          <p:cNvGrpSpPr/>
          <p:nvPr userDrawn="1"/>
        </p:nvGrpSpPr>
        <p:grpSpPr>
          <a:xfrm>
            <a:off x="12485568" y="112729"/>
            <a:ext cx="2936672" cy="5883149"/>
            <a:chOff x="12485568" y="112729"/>
            <a:chExt cx="2936672" cy="5883149"/>
          </a:xfrm>
        </p:grpSpPr>
        <p:sp>
          <p:nvSpPr>
            <p:cNvPr id="4" name="Oval 3">
              <a:extLst>
                <a:ext uri="{FF2B5EF4-FFF2-40B4-BE49-F238E27FC236}">
                  <a16:creationId xmlns:a16="http://schemas.microsoft.com/office/drawing/2014/main" id="{8244E7E1-160D-7DEA-925F-564D996CB952}"/>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5" name="Oval 4">
              <a:extLst>
                <a:ext uri="{FF2B5EF4-FFF2-40B4-BE49-F238E27FC236}">
                  <a16:creationId xmlns:a16="http://schemas.microsoft.com/office/drawing/2014/main" id="{3562CC96-D6B3-7452-C400-B268900F6038}"/>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8" name="Oval 7">
              <a:extLst>
                <a:ext uri="{FF2B5EF4-FFF2-40B4-BE49-F238E27FC236}">
                  <a16:creationId xmlns:a16="http://schemas.microsoft.com/office/drawing/2014/main" id="{3497C895-D4E9-5870-83E3-D05CE176A8E1}"/>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2" name="Rectangle 11">
              <a:extLst>
                <a:ext uri="{FF2B5EF4-FFF2-40B4-BE49-F238E27FC236}">
                  <a16:creationId xmlns:a16="http://schemas.microsoft.com/office/drawing/2014/main" id="{8F26913F-9687-DFAA-5C91-38949DC1B832}"/>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13" name="Oval 12">
              <a:extLst>
                <a:ext uri="{FF2B5EF4-FFF2-40B4-BE49-F238E27FC236}">
                  <a16:creationId xmlns:a16="http://schemas.microsoft.com/office/drawing/2014/main" id="{789B7971-5998-00D7-59B2-A9ADA5AE74EE}"/>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4" name="Oval 13">
              <a:extLst>
                <a:ext uri="{FF2B5EF4-FFF2-40B4-BE49-F238E27FC236}">
                  <a16:creationId xmlns:a16="http://schemas.microsoft.com/office/drawing/2014/main" id="{8233E6AE-2D00-AFAC-713B-55D79F4208AC}"/>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5" name="Oval 14">
              <a:extLst>
                <a:ext uri="{FF2B5EF4-FFF2-40B4-BE49-F238E27FC236}">
                  <a16:creationId xmlns:a16="http://schemas.microsoft.com/office/drawing/2014/main" id="{FB6C48B7-5664-029A-1911-5E452742DF8A}"/>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6" name="Oval 15">
              <a:extLst>
                <a:ext uri="{FF2B5EF4-FFF2-40B4-BE49-F238E27FC236}">
                  <a16:creationId xmlns:a16="http://schemas.microsoft.com/office/drawing/2014/main" id="{D165DAAC-A0F7-E065-F775-DE3C4A207179}"/>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17" name="Group 16">
              <a:extLst>
                <a:ext uri="{FF2B5EF4-FFF2-40B4-BE49-F238E27FC236}">
                  <a16:creationId xmlns:a16="http://schemas.microsoft.com/office/drawing/2014/main" id="{9608C11B-1D22-8E15-3560-498F4C2C9098}"/>
                </a:ext>
              </a:extLst>
            </p:cNvPr>
            <p:cNvGrpSpPr/>
            <p:nvPr userDrawn="1"/>
          </p:nvGrpSpPr>
          <p:grpSpPr>
            <a:xfrm>
              <a:off x="12500773" y="3802778"/>
              <a:ext cx="971741" cy="1940780"/>
              <a:chOff x="12431200" y="2678506"/>
              <a:chExt cx="971741" cy="1940780"/>
            </a:xfrm>
          </p:grpSpPr>
          <p:sp>
            <p:nvSpPr>
              <p:cNvPr id="21" name="Rectangle 20">
                <a:extLst>
                  <a:ext uri="{FF2B5EF4-FFF2-40B4-BE49-F238E27FC236}">
                    <a16:creationId xmlns:a16="http://schemas.microsoft.com/office/drawing/2014/main" id="{E2DA88F8-EA9D-E2BF-94A0-5118A95BF1B5}"/>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22" name="Oval 21">
                <a:extLst>
                  <a:ext uri="{FF2B5EF4-FFF2-40B4-BE49-F238E27FC236}">
                    <a16:creationId xmlns:a16="http://schemas.microsoft.com/office/drawing/2014/main" id="{73204E29-49B4-DF8E-6172-689F2EAD9509}"/>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3" name="Oval 22">
                <a:extLst>
                  <a:ext uri="{FF2B5EF4-FFF2-40B4-BE49-F238E27FC236}">
                    <a16:creationId xmlns:a16="http://schemas.microsoft.com/office/drawing/2014/main" id="{AD559927-3C95-8D18-AF54-E76EEECC9DF1}"/>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4" name="Oval 23">
                <a:extLst>
                  <a:ext uri="{FF2B5EF4-FFF2-40B4-BE49-F238E27FC236}">
                    <a16:creationId xmlns:a16="http://schemas.microsoft.com/office/drawing/2014/main" id="{7700550A-41FB-B68E-C3E6-49BEE097D393}"/>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5" name="Oval 24">
                <a:extLst>
                  <a:ext uri="{FF2B5EF4-FFF2-40B4-BE49-F238E27FC236}">
                    <a16:creationId xmlns:a16="http://schemas.microsoft.com/office/drawing/2014/main" id="{16C227B6-DE74-1D10-FE18-275E23313A10}"/>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6" name="Oval 25">
                <a:extLst>
                  <a:ext uri="{FF2B5EF4-FFF2-40B4-BE49-F238E27FC236}">
                    <a16:creationId xmlns:a16="http://schemas.microsoft.com/office/drawing/2014/main" id="{C10DBFCB-65EA-D16D-990E-99AAAEAC395E}"/>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7" name="Oval 26">
                <a:extLst>
                  <a:ext uri="{FF2B5EF4-FFF2-40B4-BE49-F238E27FC236}">
                    <a16:creationId xmlns:a16="http://schemas.microsoft.com/office/drawing/2014/main" id="{A5B1E7D7-1548-2267-AF8F-2B1C7E4781E2}"/>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18" name="TextBox 17">
              <a:extLst>
                <a:ext uri="{FF2B5EF4-FFF2-40B4-BE49-F238E27FC236}">
                  <a16:creationId xmlns:a16="http://schemas.microsoft.com/office/drawing/2014/main" id="{422969AB-B644-7851-6A26-0E6BE05AA73F}"/>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19" name="Picture 18">
              <a:extLst>
                <a:ext uri="{FF2B5EF4-FFF2-40B4-BE49-F238E27FC236}">
                  <a16:creationId xmlns:a16="http://schemas.microsoft.com/office/drawing/2014/main" id="{5A000035-E8D4-91A3-2726-8614E9395465}"/>
                </a:ext>
              </a:extLst>
            </p:cNvPr>
            <p:cNvPicPr>
              <a:picLocks noChangeAspect="1"/>
            </p:cNvPicPr>
            <p:nvPr userDrawn="1"/>
          </p:nvPicPr>
          <p:blipFill>
            <a:blip r:embed="rId4"/>
            <a:stretch>
              <a:fillRect/>
            </a:stretch>
          </p:blipFill>
          <p:spPr>
            <a:xfrm>
              <a:off x="14012244" y="4384548"/>
              <a:ext cx="1088171" cy="1611330"/>
            </a:xfrm>
            <a:prstGeom prst="rect">
              <a:avLst/>
            </a:prstGeom>
          </p:spPr>
        </p:pic>
        <p:sp>
          <p:nvSpPr>
            <p:cNvPr id="20" name="Rectangle 19">
              <a:extLst>
                <a:ext uri="{FF2B5EF4-FFF2-40B4-BE49-F238E27FC236}">
                  <a16:creationId xmlns:a16="http://schemas.microsoft.com/office/drawing/2014/main" id="{1DE6E5C7-5EB6-2FC1-6F1F-4F60970ACCB1}"/>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31286669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970AF0EB-D4B9-BE49-8DC2-1AE8FD8A5B14}"/>
              </a:ext>
              <a:ext uri="{C183D7F6-B498-43B3-948B-1728B52AA6E4}">
                <adec:decorative xmlns:adec="http://schemas.microsoft.com/office/drawing/2017/decorative" val="1"/>
              </a:ext>
            </a:extLst>
          </p:cNvPr>
          <p:cNvCxnSpPr>
            <a:cxnSpLocks/>
          </p:cNvCxnSpPr>
          <p:nvPr userDrawn="1"/>
        </p:nvCxnSpPr>
        <p:spPr>
          <a:xfrm>
            <a:off x="612648" y="2605073"/>
            <a:ext cx="1371600" cy="0"/>
          </a:xfrm>
          <a:prstGeom prst="line">
            <a:avLst/>
          </a:prstGeom>
          <a:ln w="28575">
            <a:solidFill>
              <a:schemeClr val="accent2"/>
            </a:solidFill>
          </a:ln>
        </p:spPr>
        <p:style>
          <a:lnRef idx="1">
            <a:schemeClr val="accent4"/>
          </a:lnRef>
          <a:fillRef idx="0">
            <a:schemeClr val="accent4"/>
          </a:fillRef>
          <a:effectRef idx="0">
            <a:schemeClr val="accent4"/>
          </a:effectRef>
          <a:fontRef idx="minor">
            <a:schemeClr val="tx1"/>
          </a:fontRef>
        </p:style>
      </p:cxnSp>
      <p:sp>
        <p:nvSpPr>
          <p:cNvPr id="31" name="Footer Placeholder 30">
            <a:extLst>
              <a:ext uri="{FF2B5EF4-FFF2-40B4-BE49-F238E27FC236}">
                <a16:creationId xmlns:a16="http://schemas.microsoft.com/office/drawing/2014/main" id="{8DF6E636-ACE0-354E-AA46-45811ECA241D}"/>
              </a:ext>
            </a:extLst>
          </p:cNvPr>
          <p:cNvSpPr>
            <a:spLocks noGrp="1"/>
          </p:cNvSpPr>
          <p:nvPr>
            <p:ph type="ftr" sz="quarter" idx="27"/>
          </p:nvPr>
        </p:nvSpPr>
        <p:spPr/>
        <p:txBody>
          <a:bodyPr/>
          <a:lstStyle/>
          <a:p>
            <a:r>
              <a:rPr lang="en-US" dirty="0"/>
              <a:t>For Internal Use Only. © 2026 AVEVA Group Limited or its subsidiaries. All rights reserved.</a:t>
            </a:r>
            <a:endParaRPr lang="en-GB" dirty="0"/>
          </a:p>
        </p:txBody>
      </p:sp>
      <p:sp>
        <p:nvSpPr>
          <p:cNvPr id="32" name="Slide Number Placeholder 31">
            <a:extLst>
              <a:ext uri="{FF2B5EF4-FFF2-40B4-BE49-F238E27FC236}">
                <a16:creationId xmlns:a16="http://schemas.microsoft.com/office/drawing/2014/main" id="{C86032D2-3DDE-034B-B7DC-88B0AA27E3EA}"/>
              </a:ext>
            </a:extLst>
          </p:cNvPr>
          <p:cNvSpPr>
            <a:spLocks noGrp="1"/>
          </p:cNvSpPr>
          <p:nvPr>
            <p:ph type="sldNum" sz="quarter" idx="28"/>
          </p:nvPr>
        </p:nvSpPr>
        <p:spPr/>
        <p:txBody>
          <a:bodyPr/>
          <a:lstStyle/>
          <a:p>
            <a:fld id="{267CDB12-45E5-4FD7-AE50-9CB5AFC72BA1}" type="slidenum">
              <a:rPr lang="en-GB" smtClean="0"/>
              <a:pPr/>
              <a:t>‹#›</a:t>
            </a:fld>
            <a:endParaRPr lang="en-GB" dirty="0"/>
          </a:p>
        </p:txBody>
      </p:sp>
      <p:sp>
        <p:nvSpPr>
          <p:cNvPr id="39" name="Text Placeholder 2">
            <a:extLst>
              <a:ext uri="{FF2B5EF4-FFF2-40B4-BE49-F238E27FC236}">
                <a16:creationId xmlns:a16="http://schemas.microsoft.com/office/drawing/2014/main" id="{CDFA5BD6-4363-4C47-AC33-403F25B48305}"/>
              </a:ext>
            </a:extLst>
          </p:cNvPr>
          <p:cNvSpPr>
            <a:spLocks noGrp="1"/>
          </p:cNvSpPr>
          <p:nvPr>
            <p:ph type="body" sz="quarter" idx="16" hasCustomPrompt="1"/>
          </p:nvPr>
        </p:nvSpPr>
        <p:spPr>
          <a:xfrm>
            <a:off x="612648" y="4453128"/>
            <a:ext cx="5943600" cy="320040"/>
          </a:xfrm>
        </p:spPr>
        <p:txBody>
          <a:bodyPr anchor="ctr">
            <a:noAutofit/>
          </a:bodyPr>
          <a:lstStyle>
            <a:lvl1pPr marL="0" indent="0">
              <a:spcAft>
                <a:spcPts val="1000"/>
              </a:spcAft>
              <a:buNone/>
              <a:defRPr sz="1800" b="0">
                <a:solidFill>
                  <a:schemeClr val="tx2"/>
                </a:solidFill>
                <a:latin typeface="+mn-lt"/>
                <a:cs typeface="Calibri" panose="020F0502020204030204" pitchFamily="34" charset="0"/>
              </a:defRPr>
            </a:lvl1pPr>
            <a:lvl2pPr marL="0" indent="0">
              <a:spcAft>
                <a:spcPts val="4200"/>
              </a:spcAft>
              <a:buNone/>
              <a:defRPr b="0">
                <a:solidFill>
                  <a:schemeClr val="bg1"/>
                </a:solidFill>
                <a:latin typeface="Calibri" panose="020F0502020204030204" pitchFamily="34" charset="0"/>
                <a:cs typeface="Calibri" panose="020F0502020204030204" pitchFamily="34" charset="0"/>
              </a:defRPr>
            </a:lvl2pPr>
            <a:lvl3pPr marL="0" indent="0">
              <a:buFont typeface="Arial" panose="020B0604020202020204" pitchFamily="34" charset="0"/>
              <a:buNone/>
              <a:defRPr sz="1400">
                <a:solidFill>
                  <a:schemeClr val="bg1"/>
                </a:solidFill>
                <a:latin typeface="Calibri" panose="020F0502020204030204" pitchFamily="34" charset="0"/>
                <a:cs typeface="Calibri" panose="020F0502020204030204" pitchFamily="34" charset="0"/>
              </a:defRPr>
            </a:lvl3pPr>
            <a:lvl4pPr marL="0" indent="0">
              <a:buNone/>
              <a:defRPr sz="1400"/>
            </a:lvl4pPr>
            <a:lvl5pPr marL="0" indent="0">
              <a:buNone/>
              <a:defRPr sz="1400"/>
            </a:lvl5pPr>
          </a:lstStyle>
          <a:p>
            <a:pPr lvl="0"/>
            <a:r>
              <a:rPr lang="en-US" dirty="0"/>
              <a:t>Optional Subtitle</a:t>
            </a:r>
          </a:p>
        </p:txBody>
      </p:sp>
      <p:sp>
        <p:nvSpPr>
          <p:cNvPr id="40" name="Text Placeholder 7">
            <a:extLst>
              <a:ext uri="{FF2B5EF4-FFF2-40B4-BE49-F238E27FC236}">
                <a16:creationId xmlns:a16="http://schemas.microsoft.com/office/drawing/2014/main" id="{EA27EBE6-1BE1-4B9B-82C0-597CBBE6F24F}"/>
              </a:ext>
            </a:extLst>
          </p:cNvPr>
          <p:cNvSpPr>
            <a:spLocks noGrp="1"/>
          </p:cNvSpPr>
          <p:nvPr>
            <p:ph type="body" sz="quarter" idx="12" hasCustomPrompt="1"/>
          </p:nvPr>
        </p:nvSpPr>
        <p:spPr>
          <a:xfrm>
            <a:off x="612648" y="2752344"/>
            <a:ext cx="7031736" cy="1362456"/>
          </a:xfrm>
        </p:spPr>
        <p:txBody>
          <a:bodyPr anchor="t">
            <a:noAutofit/>
          </a:bodyPr>
          <a:lstStyle>
            <a:lvl1pPr marL="0" indent="0">
              <a:lnSpc>
                <a:spcPct val="95000"/>
              </a:lnSpc>
              <a:spcBef>
                <a:spcPts val="0"/>
              </a:spcBef>
              <a:spcAft>
                <a:spcPts val="900"/>
              </a:spcAft>
              <a:buNone/>
              <a:defRPr sz="5400" b="0" i="0" cap="none" baseline="0">
                <a:solidFill>
                  <a:schemeClr val="tx2"/>
                </a:solidFill>
                <a:latin typeface="+mj-lt"/>
                <a:cs typeface="Calibri" panose="020F0502020204030204" pitchFamily="34" charset="0"/>
              </a:defRPr>
            </a:lvl1pPr>
            <a:lvl2pPr marL="0" indent="0">
              <a:lnSpc>
                <a:spcPct val="95000"/>
              </a:lnSpc>
              <a:spcBef>
                <a:spcPts val="0"/>
              </a:spcBef>
              <a:spcAft>
                <a:spcPts val="0"/>
              </a:spcAft>
              <a:buNone/>
              <a:defRPr sz="4400" b="0" i="0" cap="none" baseline="0">
                <a:solidFill>
                  <a:schemeClr val="bg1"/>
                </a:solidFill>
                <a:latin typeface="Calibri" panose="020F0502020204030204" pitchFamily="34" charset="0"/>
                <a:cs typeface="Calibri" panose="020F0502020204030204" pitchFamily="34" charset="0"/>
              </a:defRPr>
            </a:lvl2pPr>
          </a:lstStyle>
          <a:p>
            <a:pPr lvl="0"/>
            <a:r>
              <a:rPr lang="en-US" dirty="0"/>
              <a:t>Presentation Title</a:t>
            </a:r>
          </a:p>
        </p:txBody>
      </p:sp>
      <p:sp>
        <p:nvSpPr>
          <p:cNvPr id="41" name="Text Placeholder 2">
            <a:extLst>
              <a:ext uri="{FF2B5EF4-FFF2-40B4-BE49-F238E27FC236}">
                <a16:creationId xmlns:a16="http://schemas.microsoft.com/office/drawing/2014/main" id="{14768FB9-A501-4263-A01A-C91C2760581E}"/>
              </a:ext>
            </a:extLst>
          </p:cNvPr>
          <p:cNvSpPr>
            <a:spLocks noGrp="1"/>
          </p:cNvSpPr>
          <p:nvPr>
            <p:ph type="body" sz="quarter" idx="19" hasCustomPrompt="1"/>
          </p:nvPr>
        </p:nvSpPr>
        <p:spPr>
          <a:xfrm>
            <a:off x="612648" y="5008346"/>
            <a:ext cx="5943600" cy="320040"/>
          </a:xfrm>
        </p:spPr>
        <p:txBody>
          <a:bodyPr anchor="ctr">
            <a:noAutofit/>
          </a:bodyPr>
          <a:lstStyle>
            <a:lvl1pPr marL="0" indent="0">
              <a:spcAft>
                <a:spcPts val="1000"/>
              </a:spcAft>
              <a:buNone/>
              <a:defRPr sz="1400" b="0">
                <a:solidFill>
                  <a:schemeClr val="tx2"/>
                </a:solidFill>
                <a:latin typeface="Calibri" panose="020F0502020204030204" pitchFamily="34" charset="0"/>
                <a:cs typeface="Calibri" panose="020F0502020204030204" pitchFamily="34" charset="0"/>
              </a:defRPr>
            </a:lvl1pPr>
            <a:lvl2pPr marL="0" indent="0">
              <a:spcAft>
                <a:spcPts val="4200"/>
              </a:spcAft>
              <a:buNone/>
              <a:defRPr sz="1800" b="0">
                <a:solidFill>
                  <a:schemeClr val="bg1"/>
                </a:solidFill>
                <a:latin typeface="Calibri" panose="020F0502020204030204" pitchFamily="34" charset="0"/>
                <a:cs typeface="Calibri" panose="020F0502020204030204" pitchFamily="34" charset="0"/>
              </a:defRPr>
            </a:lvl2pPr>
            <a:lvl3pPr marL="0" indent="0">
              <a:buFont typeface="Arial" panose="020B0604020202020204" pitchFamily="34" charset="0"/>
              <a:buNone/>
              <a:defRPr sz="1600">
                <a:solidFill>
                  <a:schemeClr val="bg1"/>
                </a:solidFill>
                <a:latin typeface="Calibri" panose="020F0502020204030204" pitchFamily="34" charset="0"/>
                <a:cs typeface="Calibri" panose="020F0502020204030204" pitchFamily="34" charset="0"/>
              </a:defRPr>
            </a:lvl3pPr>
            <a:lvl4pPr marL="0" indent="0">
              <a:buNone/>
              <a:defRPr sz="1400"/>
            </a:lvl4pPr>
            <a:lvl5pPr marL="0" indent="0">
              <a:buNone/>
              <a:defRPr sz="1400"/>
            </a:lvl5pPr>
          </a:lstStyle>
          <a:p>
            <a:pPr lvl="0"/>
            <a:r>
              <a:rPr lang="en-GB" dirty="0"/>
              <a:t>Presented By: Name Goes Here</a:t>
            </a:r>
          </a:p>
        </p:txBody>
      </p:sp>
      <p:sp>
        <p:nvSpPr>
          <p:cNvPr id="42" name="Text Placeholder 2">
            <a:extLst>
              <a:ext uri="{FF2B5EF4-FFF2-40B4-BE49-F238E27FC236}">
                <a16:creationId xmlns:a16="http://schemas.microsoft.com/office/drawing/2014/main" id="{AE89180D-E686-4531-B604-C72D0CD8A895}"/>
              </a:ext>
            </a:extLst>
          </p:cNvPr>
          <p:cNvSpPr>
            <a:spLocks noGrp="1"/>
          </p:cNvSpPr>
          <p:nvPr>
            <p:ph type="body" sz="quarter" idx="20" hasCustomPrompt="1"/>
          </p:nvPr>
        </p:nvSpPr>
        <p:spPr>
          <a:xfrm>
            <a:off x="612648" y="2139696"/>
            <a:ext cx="2971800" cy="265176"/>
          </a:xfrm>
        </p:spPr>
        <p:txBody>
          <a:bodyPr anchor="ctr">
            <a:noAutofit/>
          </a:bodyPr>
          <a:lstStyle>
            <a:lvl1pPr marL="0" indent="0">
              <a:spcAft>
                <a:spcPts val="1000"/>
              </a:spcAft>
              <a:buNone/>
              <a:defRPr sz="1600" b="0" cap="all" baseline="0">
                <a:solidFill>
                  <a:schemeClr val="tx2"/>
                </a:solidFill>
                <a:latin typeface="+mn-lt"/>
                <a:cs typeface="Calibri" panose="020F0502020204030204" pitchFamily="34" charset="0"/>
              </a:defRPr>
            </a:lvl1pPr>
            <a:lvl2pPr marL="0" indent="0">
              <a:spcAft>
                <a:spcPts val="4200"/>
              </a:spcAft>
              <a:buNone/>
              <a:defRPr b="0">
                <a:solidFill>
                  <a:schemeClr val="bg1"/>
                </a:solidFill>
                <a:latin typeface="Calibri" panose="020F0502020204030204" pitchFamily="34" charset="0"/>
                <a:cs typeface="Calibri" panose="020F0502020204030204" pitchFamily="34" charset="0"/>
              </a:defRPr>
            </a:lvl2pPr>
            <a:lvl3pPr marL="0" indent="0">
              <a:buFont typeface="Arial" panose="020B0604020202020204" pitchFamily="34" charset="0"/>
              <a:buNone/>
              <a:defRPr sz="1400">
                <a:solidFill>
                  <a:schemeClr val="bg1"/>
                </a:solidFill>
                <a:latin typeface="Calibri" panose="020F0502020204030204" pitchFamily="34" charset="0"/>
                <a:cs typeface="Calibri" panose="020F0502020204030204" pitchFamily="34" charset="0"/>
              </a:defRPr>
            </a:lvl3pPr>
            <a:lvl4pPr marL="0" indent="0">
              <a:buNone/>
              <a:defRPr sz="1400"/>
            </a:lvl4pPr>
            <a:lvl5pPr marL="0" indent="0">
              <a:buNone/>
              <a:defRPr sz="1400"/>
            </a:lvl5pPr>
          </a:lstStyle>
          <a:p>
            <a:pPr lvl="0"/>
            <a:r>
              <a:rPr lang="en-US" dirty="0"/>
              <a:t>Insert date</a:t>
            </a:r>
          </a:p>
        </p:txBody>
      </p:sp>
      <p:sp>
        <p:nvSpPr>
          <p:cNvPr id="38" name="TextBox 37">
            <a:extLst>
              <a:ext uri="{FF2B5EF4-FFF2-40B4-BE49-F238E27FC236}">
                <a16:creationId xmlns:a16="http://schemas.microsoft.com/office/drawing/2014/main" id="{CF857897-2467-412C-A1AE-8E0A4372B657}"/>
              </a:ext>
            </a:extLst>
          </p:cNvPr>
          <p:cNvSpPr txBox="1"/>
          <p:nvPr userDrawn="1"/>
        </p:nvSpPr>
        <p:spPr>
          <a:xfrm>
            <a:off x="0" y="-345748"/>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grpSp>
        <p:nvGrpSpPr>
          <p:cNvPr id="2" name="Group 4">
            <a:extLst>
              <a:ext uri="{FF2B5EF4-FFF2-40B4-BE49-F238E27FC236}">
                <a16:creationId xmlns:a16="http://schemas.microsoft.com/office/drawing/2014/main" id="{03B5774C-A03F-B474-F7D1-22C6C0D993A5}"/>
              </a:ext>
            </a:extLst>
          </p:cNvPr>
          <p:cNvGrpSpPr>
            <a:grpSpLocks noChangeAspect="1"/>
          </p:cNvGrpSpPr>
          <p:nvPr userDrawn="1"/>
        </p:nvGrpSpPr>
        <p:grpSpPr bwMode="auto">
          <a:xfrm>
            <a:off x="10058403" y="6005505"/>
            <a:ext cx="1627188" cy="374649"/>
            <a:chOff x="6336" y="3783"/>
            <a:chExt cx="1025" cy="236"/>
          </a:xfrm>
          <a:solidFill>
            <a:schemeClr val="tx2"/>
          </a:solidFill>
        </p:grpSpPr>
        <p:sp>
          <p:nvSpPr>
            <p:cNvPr id="5" name="Freeform 5">
              <a:extLst>
                <a:ext uri="{FF2B5EF4-FFF2-40B4-BE49-F238E27FC236}">
                  <a16:creationId xmlns:a16="http://schemas.microsoft.com/office/drawing/2014/main" id="{432AED36-6F8F-16CC-BC26-DC9BD7B5FA05}"/>
                </a:ext>
              </a:extLst>
            </p:cNvPr>
            <p:cNvSpPr>
              <a:spLocks/>
            </p:cNvSpPr>
            <p:nvPr userDrawn="1"/>
          </p:nvSpPr>
          <p:spPr bwMode="auto">
            <a:xfrm>
              <a:off x="6550" y="3783"/>
              <a:ext cx="204" cy="236"/>
            </a:xfrm>
            <a:custGeom>
              <a:avLst/>
              <a:gdLst>
                <a:gd name="T0" fmla="*/ 626 w 634"/>
                <a:gd name="T1" fmla="*/ 0 h 725"/>
                <a:gd name="T2" fmla="*/ 626 w 634"/>
                <a:gd name="T3" fmla="*/ 0 h 725"/>
                <a:gd name="T4" fmla="*/ 527 w 634"/>
                <a:gd name="T5" fmla="*/ 0 h 725"/>
                <a:gd name="T6" fmla="*/ 519 w 634"/>
                <a:gd name="T7" fmla="*/ 6 h 725"/>
                <a:gd name="T8" fmla="*/ 326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1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4" y="0"/>
                    <a:pt x="520" y="2"/>
                    <a:pt x="519" y="6"/>
                  </a:cubicBezTo>
                  <a:lnTo>
                    <a:pt x="326" y="456"/>
                  </a:lnTo>
                  <a:cubicBezTo>
                    <a:pt x="323" y="462"/>
                    <a:pt x="313" y="462"/>
                    <a:pt x="310" y="456"/>
                  </a:cubicBezTo>
                  <a:lnTo>
                    <a:pt x="117" y="6"/>
                  </a:lnTo>
                  <a:cubicBezTo>
                    <a:pt x="116" y="2"/>
                    <a:pt x="112" y="0"/>
                    <a:pt x="108" y="0"/>
                  </a:cubicBezTo>
                  <a:lnTo>
                    <a:pt x="9" y="0"/>
                  </a:lnTo>
                  <a:cubicBezTo>
                    <a:pt x="4" y="0"/>
                    <a:pt x="0" y="5"/>
                    <a:pt x="2" y="9"/>
                  </a:cubicBezTo>
                  <a:lnTo>
                    <a:pt x="311"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Freeform 6">
              <a:extLst>
                <a:ext uri="{FF2B5EF4-FFF2-40B4-BE49-F238E27FC236}">
                  <a16:creationId xmlns:a16="http://schemas.microsoft.com/office/drawing/2014/main" id="{D8B5A6D3-4187-55A3-1E3F-7A9759EF52E6}"/>
                </a:ext>
              </a:extLst>
            </p:cNvPr>
            <p:cNvSpPr>
              <a:spLocks noEditPoints="1"/>
            </p:cNvSpPr>
            <p:nvPr userDrawn="1"/>
          </p:nvSpPr>
          <p:spPr bwMode="auto">
            <a:xfrm>
              <a:off x="6336" y="3783"/>
              <a:ext cx="237" cy="236"/>
            </a:xfrm>
            <a:custGeom>
              <a:avLst/>
              <a:gdLst>
                <a:gd name="T0" fmla="*/ 326 w 736"/>
                <a:gd name="T1" fmla="*/ 466 h 724"/>
                <a:gd name="T2" fmla="*/ 326 w 736"/>
                <a:gd name="T3" fmla="*/ 466 h 724"/>
                <a:gd name="T4" fmla="*/ 411 w 736"/>
                <a:gd name="T5" fmla="*/ 268 h 724"/>
                <a:gd name="T6" fmla="*/ 426 w 736"/>
                <a:gd name="T7" fmla="*/ 268 h 724"/>
                <a:gd name="T8" fmla="*/ 511 w 736"/>
                <a:gd name="T9" fmla="*/ 466 h 724"/>
                <a:gd name="T10" fmla="*/ 326 w 736"/>
                <a:gd name="T11" fmla="*/ 466 h 724"/>
                <a:gd name="T12" fmla="*/ 426 w 736"/>
                <a:gd name="T13" fmla="*/ 6 h 724"/>
                <a:gd name="T14" fmla="*/ 426 w 736"/>
                <a:gd name="T15" fmla="*/ 6 h 724"/>
                <a:gd name="T16" fmla="*/ 409 w 736"/>
                <a:gd name="T17" fmla="*/ 6 h 724"/>
                <a:gd name="T18" fmla="*/ 211 w 736"/>
                <a:gd name="T19" fmla="*/ 466 h 724"/>
                <a:gd name="T20" fmla="*/ 7 w 736"/>
                <a:gd name="T21" fmla="*/ 466 h 724"/>
                <a:gd name="T22" fmla="*/ 1 w 736"/>
                <a:gd name="T23" fmla="*/ 475 h 724"/>
                <a:gd name="T24" fmla="*/ 40 w 736"/>
                <a:gd name="T25" fmla="*/ 560 h 724"/>
                <a:gd name="T26" fmla="*/ 53 w 736"/>
                <a:gd name="T27" fmla="*/ 569 h 724"/>
                <a:gd name="T28" fmla="*/ 167 w 736"/>
                <a:gd name="T29" fmla="*/ 569 h 724"/>
                <a:gd name="T30" fmla="*/ 104 w 736"/>
                <a:gd name="T31" fmla="*/ 715 h 724"/>
                <a:gd name="T32" fmla="*/ 111 w 736"/>
                <a:gd name="T33" fmla="*/ 724 h 724"/>
                <a:gd name="T34" fmla="*/ 209 w 736"/>
                <a:gd name="T35" fmla="*/ 724 h 724"/>
                <a:gd name="T36" fmla="*/ 218 w 736"/>
                <a:gd name="T37" fmla="*/ 719 h 724"/>
                <a:gd name="T38" fmla="*/ 282 w 736"/>
                <a:gd name="T39" fmla="*/ 569 h 724"/>
                <a:gd name="T40" fmla="*/ 555 w 736"/>
                <a:gd name="T41" fmla="*/ 569 h 724"/>
                <a:gd name="T42" fmla="*/ 619 w 736"/>
                <a:gd name="T43" fmla="*/ 719 h 724"/>
                <a:gd name="T44" fmla="*/ 628 w 736"/>
                <a:gd name="T45" fmla="*/ 724 h 724"/>
                <a:gd name="T46" fmla="*/ 727 w 736"/>
                <a:gd name="T47" fmla="*/ 724 h 724"/>
                <a:gd name="T48" fmla="*/ 734 w 736"/>
                <a:gd name="T49" fmla="*/ 715 h 724"/>
                <a:gd name="T50" fmla="*/ 426 w 736"/>
                <a:gd name="T51"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36" h="724">
                  <a:moveTo>
                    <a:pt x="326" y="466"/>
                  </a:moveTo>
                  <a:lnTo>
                    <a:pt x="326" y="466"/>
                  </a:lnTo>
                  <a:lnTo>
                    <a:pt x="411" y="268"/>
                  </a:lnTo>
                  <a:cubicBezTo>
                    <a:pt x="414" y="261"/>
                    <a:pt x="423" y="261"/>
                    <a:pt x="426" y="268"/>
                  </a:cubicBezTo>
                  <a:lnTo>
                    <a:pt x="511" y="466"/>
                  </a:lnTo>
                  <a:lnTo>
                    <a:pt x="326" y="466"/>
                  </a:lnTo>
                  <a:close/>
                  <a:moveTo>
                    <a:pt x="426" y="6"/>
                  </a:moveTo>
                  <a:lnTo>
                    <a:pt x="426" y="6"/>
                  </a:lnTo>
                  <a:cubicBezTo>
                    <a:pt x="423" y="0"/>
                    <a:pt x="412" y="0"/>
                    <a:pt x="409" y="6"/>
                  </a:cubicBezTo>
                  <a:lnTo>
                    <a:pt x="211" y="466"/>
                  </a:lnTo>
                  <a:lnTo>
                    <a:pt x="7" y="466"/>
                  </a:lnTo>
                  <a:cubicBezTo>
                    <a:pt x="2" y="466"/>
                    <a:pt x="0" y="471"/>
                    <a:pt x="1" y="475"/>
                  </a:cubicBezTo>
                  <a:lnTo>
                    <a:pt x="40" y="560"/>
                  </a:lnTo>
                  <a:cubicBezTo>
                    <a:pt x="42" y="566"/>
                    <a:pt x="47" y="569"/>
                    <a:pt x="53" y="569"/>
                  </a:cubicBezTo>
                  <a:lnTo>
                    <a:pt x="167" y="569"/>
                  </a:lnTo>
                  <a:lnTo>
                    <a:pt x="104" y="715"/>
                  </a:lnTo>
                  <a:cubicBezTo>
                    <a:pt x="102" y="719"/>
                    <a:pt x="106" y="724"/>
                    <a:pt x="111" y="724"/>
                  </a:cubicBezTo>
                  <a:lnTo>
                    <a:pt x="209" y="724"/>
                  </a:lnTo>
                  <a:cubicBezTo>
                    <a:pt x="213" y="724"/>
                    <a:pt x="216" y="722"/>
                    <a:pt x="218" y="719"/>
                  </a:cubicBezTo>
                  <a:lnTo>
                    <a:pt x="282" y="569"/>
                  </a:lnTo>
                  <a:lnTo>
                    <a:pt x="555" y="569"/>
                  </a:lnTo>
                  <a:lnTo>
                    <a:pt x="619" y="719"/>
                  </a:lnTo>
                  <a:cubicBezTo>
                    <a:pt x="621" y="722"/>
                    <a:pt x="624" y="724"/>
                    <a:pt x="628" y="724"/>
                  </a:cubicBezTo>
                  <a:lnTo>
                    <a:pt x="727" y="724"/>
                  </a:lnTo>
                  <a:cubicBezTo>
                    <a:pt x="732" y="724"/>
                    <a:pt x="736" y="719"/>
                    <a:pt x="734" y="715"/>
                  </a:cubicBezTo>
                  <a:lnTo>
                    <a:pt x="426"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2" name="Freeform 7">
              <a:extLst>
                <a:ext uri="{FF2B5EF4-FFF2-40B4-BE49-F238E27FC236}">
                  <a16:creationId xmlns:a16="http://schemas.microsoft.com/office/drawing/2014/main" id="{5E404D09-6290-F93C-9198-DDD01CECE969}"/>
                </a:ext>
              </a:extLst>
            </p:cNvPr>
            <p:cNvSpPr>
              <a:spLocks/>
            </p:cNvSpPr>
            <p:nvPr userDrawn="1"/>
          </p:nvSpPr>
          <p:spPr bwMode="auto">
            <a:xfrm>
              <a:off x="6975" y="3783"/>
              <a:ext cx="205" cy="236"/>
            </a:xfrm>
            <a:custGeom>
              <a:avLst/>
              <a:gdLst>
                <a:gd name="T0" fmla="*/ 626 w 634"/>
                <a:gd name="T1" fmla="*/ 0 h 725"/>
                <a:gd name="T2" fmla="*/ 626 w 634"/>
                <a:gd name="T3" fmla="*/ 0 h 725"/>
                <a:gd name="T4" fmla="*/ 527 w 634"/>
                <a:gd name="T5" fmla="*/ 0 h 725"/>
                <a:gd name="T6" fmla="*/ 519 w 634"/>
                <a:gd name="T7" fmla="*/ 6 h 725"/>
                <a:gd name="T8" fmla="*/ 325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0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3" y="0"/>
                    <a:pt x="520" y="2"/>
                    <a:pt x="519" y="6"/>
                  </a:cubicBezTo>
                  <a:lnTo>
                    <a:pt x="325" y="456"/>
                  </a:lnTo>
                  <a:cubicBezTo>
                    <a:pt x="323" y="462"/>
                    <a:pt x="313" y="462"/>
                    <a:pt x="310" y="456"/>
                  </a:cubicBezTo>
                  <a:lnTo>
                    <a:pt x="117" y="6"/>
                  </a:lnTo>
                  <a:cubicBezTo>
                    <a:pt x="115" y="2"/>
                    <a:pt x="112" y="0"/>
                    <a:pt x="108" y="0"/>
                  </a:cubicBezTo>
                  <a:lnTo>
                    <a:pt x="9" y="0"/>
                  </a:lnTo>
                  <a:cubicBezTo>
                    <a:pt x="4" y="0"/>
                    <a:pt x="0" y="5"/>
                    <a:pt x="2" y="9"/>
                  </a:cubicBezTo>
                  <a:lnTo>
                    <a:pt x="310"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8">
              <a:extLst>
                <a:ext uri="{FF2B5EF4-FFF2-40B4-BE49-F238E27FC236}">
                  <a16:creationId xmlns:a16="http://schemas.microsoft.com/office/drawing/2014/main" id="{5FCE9A3D-D5A0-417F-CABC-21170B96E8EB}"/>
                </a:ext>
              </a:extLst>
            </p:cNvPr>
            <p:cNvSpPr>
              <a:spLocks noEditPoints="1"/>
            </p:cNvSpPr>
            <p:nvPr userDrawn="1"/>
          </p:nvSpPr>
          <p:spPr bwMode="auto">
            <a:xfrm>
              <a:off x="7156" y="3783"/>
              <a:ext cx="205" cy="236"/>
            </a:xfrm>
            <a:custGeom>
              <a:avLst/>
              <a:gdLst>
                <a:gd name="T0" fmla="*/ 223 w 633"/>
                <a:gd name="T1" fmla="*/ 466 h 724"/>
                <a:gd name="T2" fmla="*/ 223 w 633"/>
                <a:gd name="T3" fmla="*/ 466 h 724"/>
                <a:gd name="T4" fmla="*/ 308 w 633"/>
                <a:gd name="T5" fmla="*/ 268 h 724"/>
                <a:gd name="T6" fmla="*/ 324 w 633"/>
                <a:gd name="T7" fmla="*/ 268 h 724"/>
                <a:gd name="T8" fmla="*/ 409 w 633"/>
                <a:gd name="T9" fmla="*/ 466 h 724"/>
                <a:gd name="T10" fmla="*/ 223 w 633"/>
                <a:gd name="T11" fmla="*/ 466 h 724"/>
                <a:gd name="T12" fmla="*/ 323 w 633"/>
                <a:gd name="T13" fmla="*/ 6 h 724"/>
                <a:gd name="T14" fmla="*/ 323 w 633"/>
                <a:gd name="T15" fmla="*/ 6 h 724"/>
                <a:gd name="T16" fmla="*/ 307 w 633"/>
                <a:gd name="T17" fmla="*/ 6 h 724"/>
                <a:gd name="T18" fmla="*/ 2 w 633"/>
                <a:gd name="T19" fmla="*/ 715 h 724"/>
                <a:gd name="T20" fmla="*/ 8 w 633"/>
                <a:gd name="T21" fmla="*/ 724 h 724"/>
                <a:gd name="T22" fmla="*/ 107 w 633"/>
                <a:gd name="T23" fmla="*/ 724 h 724"/>
                <a:gd name="T24" fmla="*/ 115 w 633"/>
                <a:gd name="T25" fmla="*/ 719 h 724"/>
                <a:gd name="T26" fmla="*/ 179 w 633"/>
                <a:gd name="T27" fmla="*/ 569 h 724"/>
                <a:gd name="T28" fmla="*/ 453 w 633"/>
                <a:gd name="T29" fmla="*/ 569 h 724"/>
                <a:gd name="T30" fmla="*/ 517 w 633"/>
                <a:gd name="T31" fmla="*/ 719 h 724"/>
                <a:gd name="T32" fmla="*/ 525 w 633"/>
                <a:gd name="T33" fmla="*/ 724 h 724"/>
                <a:gd name="T34" fmla="*/ 625 w 633"/>
                <a:gd name="T35" fmla="*/ 724 h 724"/>
                <a:gd name="T36" fmla="*/ 631 w 633"/>
                <a:gd name="T37" fmla="*/ 715 h 724"/>
                <a:gd name="T38" fmla="*/ 323 w 633"/>
                <a:gd name="T39"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3" h="724">
                  <a:moveTo>
                    <a:pt x="223" y="466"/>
                  </a:moveTo>
                  <a:lnTo>
                    <a:pt x="223" y="466"/>
                  </a:lnTo>
                  <a:lnTo>
                    <a:pt x="308" y="268"/>
                  </a:lnTo>
                  <a:cubicBezTo>
                    <a:pt x="311" y="261"/>
                    <a:pt x="321" y="261"/>
                    <a:pt x="324" y="268"/>
                  </a:cubicBezTo>
                  <a:lnTo>
                    <a:pt x="409" y="466"/>
                  </a:lnTo>
                  <a:lnTo>
                    <a:pt x="223" y="466"/>
                  </a:lnTo>
                  <a:close/>
                  <a:moveTo>
                    <a:pt x="323" y="6"/>
                  </a:moveTo>
                  <a:lnTo>
                    <a:pt x="323" y="6"/>
                  </a:lnTo>
                  <a:cubicBezTo>
                    <a:pt x="320" y="0"/>
                    <a:pt x="310" y="0"/>
                    <a:pt x="307" y="6"/>
                  </a:cubicBezTo>
                  <a:lnTo>
                    <a:pt x="2" y="715"/>
                  </a:lnTo>
                  <a:cubicBezTo>
                    <a:pt x="0" y="719"/>
                    <a:pt x="3" y="724"/>
                    <a:pt x="8" y="724"/>
                  </a:cubicBezTo>
                  <a:lnTo>
                    <a:pt x="107" y="724"/>
                  </a:lnTo>
                  <a:cubicBezTo>
                    <a:pt x="110" y="724"/>
                    <a:pt x="114" y="722"/>
                    <a:pt x="115" y="719"/>
                  </a:cubicBezTo>
                  <a:lnTo>
                    <a:pt x="179" y="569"/>
                  </a:lnTo>
                  <a:lnTo>
                    <a:pt x="453" y="569"/>
                  </a:lnTo>
                  <a:lnTo>
                    <a:pt x="517" y="719"/>
                  </a:lnTo>
                  <a:cubicBezTo>
                    <a:pt x="518" y="722"/>
                    <a:pt x="522" y="724"/>
                    <a:pt x="525" y="724"/>
                  </a:cubicBezTo>
                  <a:lnTo>
                    <a:pt x="625" y="724"/>
                  </a:lnTo>
                  <a:cubicBezTo>
                    <a:pt x="630" y="724"/>
                    <a:pt x="633" y="719"/>
                    <a:pt x="631" y="715"/>
                  </a:cubicBezTo>
                  <a:lnTo>
                    <a:pt x="323"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9">
              <a:extLst>
                <a:ext uri="{FF2B5EF4-FFF2-40B4-BE49-F238E27FC236}">
                  <a16:creationId xmlns:a16="http://schemas.microsoft.com/office/drawing/2014/main" id="{F2B754DB-E65C-86FC-F1D3-D8BC8EBE4E20}"/>
                </a:ext>
              </a:extLst>
            </p:cNvPr>
            <p:cNvSpPr>
              <a:spLocks/>
            </p:cNvSpPr>
            <p:nvPr userDrawn="1"/>
          </p:nvSpPr>
          <p:spPr bwMode="auto">
            <a:xfrm>
              <a:off x="6788" y="3783"/>
              <a:ext cx="155" cy="34"/>
            </a:xfrm>
            <a:custGeom>
              <a:avLst/>
              <a:gdLst>
                <a:gd name="T0" fmla="*/ 473 w 480"/>
                <a:gd name="T1" fmla="*/ 0 h 105"/>
                <a:gd name="T2" fmla="*/ 473 w 480"/>
                <a:gd name="T3" fmla="*/ 0 h 105"/>
                <a:gd name="T4" fmla="*/ 7 w 480"/>
                <a:gd name="T5" fmla="*/ 0 h 105"/>
                <a:gd name="T6" fmla="*/ 0 w 480"/>
                <a:gd name="T7" fmla="*/ 6 h 105"/>
                <a:gd name="T8" fmla="*/ 0 w 480"/>
                <a:gd name="T9" fmla="*/ 98 h 105"/>
                <a:gd name="T10" fmla="*/ 7 w 480"/>
                <a:gd name="T11" fmla="*/ 105 h 105"/>
                <a:gd name="T12" fmla="*/ 473 w 480"/>
                <a:gd name="T13" fmla="*/ 105 h 105"/>
                <a:gd name="T14" fmla="*/ 480 w 480"/>
                <a:gd name="T15" fmla="*/ 98 h 105"/>
                <a:gd name="T16" fmla="*/ 480 w 480"/>
                <a:gd name="T17" fmla="*/ 6 h 105"/>
                <a:gd name="T18" fmla="*/ 473 w 480"/>
                <a:gd name="T19" fmla="*/ 0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5">
                  <a:moveTo>
                    <a:pt x="473" y="0"/>
                  </a:moveTo>
                  <a:lnTo>
                    <a:pt x="473" y="0"/>
                  </a:lnTo>
                  <a:lnTo>
                    <a:pt x="7" y="0"/>
                  </a:lnTo>
                  <a:cubicBezTo>
                    <a:pt x="3" y="0"/>
                    <a:pt x="0" y="3"/>
                    <a:pt x="0" y="6"/>
                  </a:cubicBezTo>
                  <a:lnTo>
                    <a:pt x="0" y="98"/>
                  </a:lnTo>
                  <a:cubicBezTo>
                    <a:pt x="0" y="102"/>
                    <a:pt x="3" y="105"/>
                    <a:pt x="7" y="105"/>
                  </a:cubicBezTo>
                  <a:lnTo>
                    <a:pt x="473" y="105"/>
                  </a:lnTo>
                  <a:cubicBezTo>
                    <a:pt x="477" y="105"/>
                    <a:pt x="480" y="102"/>
                    <a:pt x="480" y="98"/>
                  </a:cubicBezTo>
                  <a:lnTo>
                    <a:pt x="480" y="6"/>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10">
              <a:extLst>
                <a:ext uri="{FF2B5EF4-FFF2-40B4-BE49-F238E27FC236}">
                  <a16:creationId xmlns:a16="http://schemas.microsoft.com/office/drawing/2014/main" id="{53DA9E59-B518-5AE8-D38C-842D27ABA2EB}"/>
                </a:ext>
              </a:extLst>
            </p:cNvPr>
            <p:cNvSpPr>
              <a:spLocks/>
            </p:cNvSpPr>
            <p:nvPr userDrawn="1"/>
          </p:nvSpPr>
          <p:spPr bwMode="auto">
            <a:xfrm>
              <a:off x="6788" y="3883"/>
              <a:ext cx="155" cy="35"/>
            </a:xfrm>
            <a:custGeom>
              <a:avLst/>
              <a:gdLst>
                <a:gd name="T0" fmla="*/ 473 w 480"/>
                <a:gd name="T1" fmla="*/ 0 h 106"/>
                <a:gd name="T2" fmla="*/ 473 w 480"/>
                <a:gd name="T3" fmla="*/ 0 h 106"/>
                <a:gd name="T4" fmla="*/ 7 w 480"/>
                <a:gd name="T5" fmla="*/ 0 h 106"/>
                <a:gd name="T6" fmla="*/ 0 w 480"/>
                <a:gd name="T7" fmla="*/ 7 h 106"/>
                <a:gd name="T8" fmla="*/ 0 w 480"/>
                <a:gd name="T9" fmla="*/ 99 h 106"/>
                <a:gd name="T10" fmla="*/ 7 w 480"/>
                <a:gd name="T11" fmla="*/ 106 h 106"/>
                <a:gd name="T12" fmla="*/ 473 w 480"/>
                <a:gd name="T13" fmla="*/ 106 h 106"/>
                <a:gd name="T14" fmla="*/ 480 w 480"/>
                <a:gd name="T15" fmla="*/ 99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99"/>
                  </a:lnTo>
                  <a:cubicBezTo>
                    <a:pt x="0" y="103"/>
                    <a:pt x="3" y="106"/>
                    <a:pt x="7" y="106"/>
                  </a:cubicBezTo>
                  <a:lnTo>
                    <a:pt x="473" y="106"/>
                  </a:lnTo>
                  <a:cubicBezTo>
                    <a:pt x="477" y="106"/>
                    <a:pt x="480" y="103"/>
                    <a:pt x="480" y="99"/>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11">
              <a:extLst>
                <a:ext uri="{FF2B5EF4-FFF2-40B4-BE49-F238E27FC236}">
                  <a16:creationId xmlns:a16="http://schemas.microsoft.com/office/drawing/2014/main" id="{C221E836-F8D6-03E0-BC27-8E895612A314}"/>
                </a:ext>
              </a:extLst>
            </p:cNvPr>
            <p:cNvSpPr>
              <a:spLocks/>
            </p:cNvSpPr>
            <p:nvPr userDrawn="1"/>
          </p:nvSpPr>
          <p:spPr bwMode="auto">
            <a:xfrm>
              <a:off x="6788" y="3982"/>
              <a:ext cx="155" cy="35"/>
            </a:xfrm>
            <a:custGeom>
              <a:avLst/>
              <a:gdLst>
                <a:gd name="T0" fmla="*/ 473 w 480"/>
                <a:gd name="T1" fmla="*/ 0 h 106"/>
                <a:gd name="T2" fmla="*/ 473 w 480"/>
                <a:gd name="T3" fmla="*/ 0 h 106"/>
                <a:gd name="T4" fmla="*/ 7 w 480"/>
                <a:gd name="T5" fmla="*/ 0 h 106"/>
                <a:gd name="T6" fmla="*/ 0 w 480"/>
                <a:gd name="T7" fmla="*/ 7 h 106"/>
                <a:gd name="T8" fmla="*/ 0 w 480"/>
                <a:gd name="T9" fmla="*/ 100 h 106"/>
                <a:gd name="T10" fmla="*/ 7 w 480"/>
                <a:gd name="T11" fmla="*/ 106 h 106"/>
                <a:gd name="T12" fmla="*/ 473 w 480"/>
                <a:gd name="T13" fmla="*/ 106 h 106"/>
                <a:gd name="T14" fmla="*/ 480 w 480"/>
                <a:gd name="T15" fmla="*/ 100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100"/>
                  </a:lnTo>
                  <a:cubicBezTo>
                    <a:pt x="0" y="103"/>
                    <a:pt x="3" y="106"/>
                    <a:pt x="7" y="106"/>
                  </a:cubicBezTo>
                  <a:lnTo>
                    <a:pt x="473" y="106"/>
                  </a:lnTo>
                  <a:cubicBezTo>
                    <a:pt x="477" y="106"/>
                    <a:pt x="480" y="103"/>
                    <a:pt x="480" y="100"/>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3" name="Group 2">
            <a:extLst>
              <a:ext uri="{FF2B5EF4-FFF2-40B4-BE49-F238E27FC236}">
                <a16:creationId xmlns:a16="http://schemas.microsoft.com/office/drawing/2014/main" id="{7E23825B-A794-7B3F-D6C8-7EDF5E18535F}"/>
              </a:ext>
            </a:extLst>
          </p:cNvPr>
          <p:cNvGrpSpPr/>
          <p:nvPr userDrawn="1"/>
        </p:nvGrpSpPr>
        <p:grpSpPr>
          <a:xfrm>
            <a:off x="12485568" y="112729"/>
            <a:ext cx="2936672" cy="5883149"/>
            <a:chOff x="12485568" y="112729"/>
            <a:chExt cx="2936672" cy="5883149"/>
          </a:xfrm>
        </p:grpSpPr>
        <p:sp>
          <p:nvSpPr>
            <p:cNvPr id="4" name="Oval 3">
              <a:extLst>
                <a:ext uri="{FF2B5EF4-FFF2-40B4-BE49-F238E27FC236}">
                  <a16:creationId xmlns:a16="http://schemas.microsoft.com/office/drawing/2014/main" id="{B861035C-6256-4B83-C809-7367D997DB42}"/>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7" name="Oval 16">
              <a:extLst>
                <a:ext uri="{FF2B5EF4-FFF2-40B4-BE49-F238E27FC236}">
                  <a16:creationId xmlns:a16="http://schemas.microsoft.com/office/drawing/2014/main" id="{B06E2FA5-3AB5-5FA4-59AE-6CEDAF5ED999}"/>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8" name="Oval 17">
              <a:extLst>
                <a:ext uri="{FF2B5EF4-FFF2-40B4-BE49-F238E27FC236}">
                  <a16:creationId xmlns:a16="http://schemas.microsoft.com/office/drawing/2014/main" id="{D3EB64F5-EC27-D793-150E-ED9B1BCF2073}"/>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9" name="Rectangle 18">
              <a:extLst>
                <a:ext uri="{FF2B5EF4-FFF2-40B4-BE49-F238E27FC236}">
                  <a16:creationId xmlns:a16="http://schemas.microsoft.com/office/drawing/2014/main" id="{8E576E75-ADB6-029A-F13C-36846BE8FEA3}"/>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20" name="Oval 19">
              <a:extLst>
                <a:ext uri="{FF2B5EF4-FFF2-40B4-BE49-F238E27FC236}">
                  <a16:creationId xmlns:a16="http://schemas.microsoft.com/office/drawing/2014/main" id="{3FB7ED2E-5424-7E3A-EB6D-B27F053F6947}"/>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1" name="Oval 20">
              <a:extLst>
                <a:ext uri="{FF2B5EF4-FFF2-40B4-BE49-F238E27FC236}">
                  <a16:creationId xmlns:a16="http://schemas.microsoft.com/office/drawing/2014/main" id="{B952C188-F320-2932-0EC9-2231DA7764E7}"/>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2" name="Oval 21">
              <a:extLst>
                <a:ext uri="{FF2B5EF4-FFF2-40B4-BE49-F238E27FC236}">
                  <a16:creationId xmlns:a16="http://schemas.microsoft.com/office/drawing/2014/main" id="{6AB1B1A5-99E6-2A15-7EE0-53425D0E2902}"/>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3" name="Oval 22">
              <a:extLst>
                <a:ext uri="{FF2B5EF4-FFF2-40B4-BE49-F238E27FC236}">
                  <a16:creationId xmlns:a16="http://schemas.microsoft.com/office/drawing/2014/main" id="{34731D13-BB5D-A3F6-92DC-BAE9C571E6F4}"/>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24" name="Group 23">
              <a:extLst>
                <a:ext uri="{FF2B5EF4-FFF2-40B4-BE49-F238E27FC236}">
                  <a16:creationId xmlns:a16="http://schemas.microsoft.com/office/drawing/2014/main" id="{1AB9F92C-8DB5-8E16-CE70-4F5801161F7F}"/>
                </a:ext>
              </a:extLst>
            </p:cNvPr>
            <p:cNvGrpSpPr/>
            <p:nvPr userDrawn="1"/>
          </p:nvGrpSpPr>
          <p:grpSpPr>
            <a:xfrm>
              <a:off x="12500773" y="3802778"/>
              <a:ext cx="971741" cy="1940780"/>
              <a:chOff x="12431200" y="2678506"/>
              <a:chExt cx="971741" cy="1940780"/>
            </a:xfrm>
          </p:grpSpPr>
          <p:sp>
            <p:nvSpPr>
              <p:cNvPr id="28" name="Rectangle 27">
                <a:extLst>
                  <a:ext uri="{FF2B5EF4-FFF2-40B4-BE49-F238E27FC236}">
                    <a16:creationId xmlns:a16="http://schemas.microsoft.com/office/drawing/2014/main" id="{3E1B2AAA-F8BE-F9BB-9FB0-D238E2464488}"/>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29" name="Oval 28">
                <a:extLst>
                  <a:ext uri="{FF2B5EF4-FFF2-40B4-BE49-F238E27FC236}">
                    <a16:creationId xmlns:a16="http://schemas.microsoft.com/office/drawing/2014/main" id="{DF4DDD6F-4676-C319-EC62-5D873CA7CC9C}"/>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0" name="Oval 29">
                <a:extLst>
                  <a:ext uri="{FF2B5EF4-FFF2-40B4-BE49-F238E27FC236}">
                    <a16:creationId xmlns:a16="http://schemas.microsoft.com/office/drawing/2014/main" id="{268B32FB-D40C-9DCB-FBB2-515FE7EEF1F0}"/>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3" name="Oval 32">
                <a:extLst>
                  <a:ext uri="{FF2B5EF4-FFF2-40B4-BE49-F238E27FC236}">
                    <a16:creationId xmlns:a16="http://schemas.microsoft.com/office/drawing/2014/main" id="{92E9B7C9-3AAC-5258-DF37-227021B05C37}"/>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4" name="Oval 33">
                <a:extLst>
                  <a:ext uri="{FF2B5EF4-FFF2-40B4-BE49-F238E27FC236}">
                    <a16:creationId xmlns:a16="http://schemas.microsoft.com/office/drawing/2014/main" id="{15A30D35-08F2-C7CA-B226-865780885338}"/>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5" name="Oval 34">
                <a:extLst>
                  <a:ext uri="{FF2B5EF4-FFF2-40B4-BE49-F238E27FC236}">
                    <a16:creationId xmlns:a16="http://schemas.microsoft.com/office/drawing/2014/main" id="{08635C1A-2B30-F074-95E4-9FA875DFAA3C}"/>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6" name="Oval 35">
                <a:extLst>
                  <a:ext uri="{FF2B5EF4-FFF2-40B4-BE49-F238E27FC236}">
                    <a16:creationId xmlns:a16="http://schemas.microsoft.com/office/drawing/2014/main" id="{0F52C815-C6FC-60C8-D7B4-79025C453DB2}"/>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25" name="TextBox 24">
              <a:extLst>
                <a:ext uri="{FF2B5EF4-FFF2-40B4-BE49-F238E27FC236}">
                  <a16:creationId xmlns:a16="http://schemas.microsoft.com/office/drawing/2014/main" id="{ED1216EF-0021-E1F4-8B09-CCB7D621759D}"/>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26" name="Picture 25">
              <a:extLst>
                <a:ext uri="{FF2B5EF4-FFF2-40B4-BE49-F238E27FC236}">
                  <a16:creationId xmlns:a16="http://schemas.microsoft.com/office/drawing/2014/main" id="{1FA78FFC-78F3-BD7A-0A6B-415A43713A0E}"/>
                </a:ext>
              </a:extLst>
            </p:cNvPr>
            <p:cNvPicPr>
              <a:picLocks noChangeAspect="1"/>
            </p:cNvPicPr>
            <p:nvPr userDrawn="1"/>
          </p:nvPicPr>
          <p:blipFill>
            <a:blip r:embed="rId3"/>
            <a:stretch>
              <a:fillRect/>
            </a:stretch>
          </p:blipFill>
          <p:spPr>
            <a:xfrm>
              <a:off x="14012244" y="4384548"/>
              <a:ext cx="1088171" cy="1611330"/>
            </a:xfrm>
            <a:prstGeom prst="rect">
              <a:avLst/>
            </a:prstGeom>
          </p:spPr>
        </p:pic>
        <p:sp>
          <p:nvSpPr>
            <p:cNvPr id="27" name="Rectangle 26">
              <a:extLst>
                <a:ext uri="{FF2B5EF4-FFF2-40B4-BE49-F238E27FC236}">
                  <a16:creationId xmlns:a16="http://schemas.microsoft.com/office/drawing/2014/main" id="{57E177AB-50C7-9DD2-4A2A-1E97CB10C068}"/>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39423217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ubtitle and Content">
    <p:spTree>
      <p:nvGrpSpPr>
        <p:cNvPr id="1" name=""/>
        <p:cNvGrpSpPr/>
        <p:nvPr/>
      </p:nvGrpSpPr>
      <p:grpSpPr>
        <a:xfrm>
          <a:off x="0" y="0"/>
          <a:ext cx="0" cy="0"/>
          <a:chOff x="0" y="0"/>
          <a:chExt cx="0" cy="0"/>
        </a:xfrm>
      </p:grpSpPr>
      <p:sp>
        <p:nvSpPr>
          <p:cNvPr id="9" name="Text Placeholder 7">
            <a:extLst>
              <a:ext uri="{FF2B5EF4-FFF2-40B4-BE49-F238E27FC236}">
                <a16:creationId xmlns:a16="http://schemas.microsoft.com/office/drawing/2014/main" id="{5806F1F3-03E3-8747-AF82-D17D58B1C693}"/>
              </a:ext>
            </a:extLst>
          </p:cNvPr>
          <p:cNvSpPr>
            <a:spLocks noGrp="1"/>
          </p:cNvSpPr>
          <p:nvPr>
            <p:ph type="body" sz="quarter" idx="13" hasCustomPrompt="1"/>
          </p:nvPr>
        </p:nvSpPr>
        <p:spPr>
          <a:xfrm>
            <a:off x="609600" y="1130705"/>
            <a:ext cx="10972800" cy="320040"/>
          </a:xfrm>
        </p:spPr>
        <p:txBody>
          <a:bodyPr lIns="0">
            <a:noAutofit/>
          </a:bodyPr>
          <a:lstStyle>
            <a:lvl1pPr marL="18288" indent="0">
              <a:lnSpc>
                <a:spcPct val="95000"/>
              </a:lnSpc>
              <a:spcBef>
                <a:spcPts val="800"/>
              </a:spcBef>
              <a:spcAft>
                <a:spcPts val="0"/>
              </a:spcAft>
              <a:buNone/>
              <a:defRPr sz="2100" b="0" cap="none" spc="0" baseline="0">
                <a:solidFill>
                  <a:schemeClr val="accent1"/>
                </a:solidFill>
              </a:defRPr>
            </a:lvl1pPr>
          </a:lstStyle>
          <a:p>
            <a:pPr lvl="0"/>
            <a:r>
              <a:rPr lang="en-GB" dirty="0"/>
              <a:t>Optional Subtitle</a:t>
            </a:r>
          </a:p>
        </p:txBody>
      </p:sp>
      <p:sp>
        <p:nvSpPr>
          <p:cNvPr id="6" name="Title 5">
            <a:extLst>
              <a:ext uri="{FF2B5EF4-FFF2-40B4-BE49-F238E27FC236}">
                <a16:creationId xmlns:a16="http://schemas.microsoft.com/office/drawing/2014/main" id="{1E174FCC-E1DA-0547-B958-1E077E3F4848}"/>
              </a:ext>
            </a:extLst>
          </p:cNvPr>
          <p:cNvSpPr>
            <a:spLocks noGrp="1"/>
          </p:cNvSpPr>
          <p:nvPr>
            <p:ph type="title"/>
          </p:nvPr>
        </p:nvSpPr>
        <p:spPr/>
        <p:txBody>
          <a:bodyPr/>
          <a:lstStyle/>
          <a:p>
            <a:r>
              <a:rPr lang="en-GB"/>
              <a:t>Click to edit Master title style</a:t>
            </a:r>
            <a:endParaRPr lang="en-US" dirty="0"/>
          </a:p>
        </p:txBody>
      </p:sp>
      <p:sp>
        <p:nvSpPr>
          <p:cNvPr id="10" name="Content Placeholder 9">
            <a:extLst>
              <a:ext uri="{FF2B5EF4-FFF2-40B4-BE49-F238E27FC236}">
                <a16:creationId xmlns:a16="http://schemas.microsoft.com/office/drawing/2014/main" id="{E104F8C8-AE65-4D38-A94D-DAF87B0AE1F9}"/>
              </a:ext>
            </a:extLst>
          </p:cNvPr>
          <p:cNvSpPr>
            <a:spLocks noGrp="1"/>
          </p:cNvSpPr>
          <p:nvPr>
            <p:ph sz="quarter" idx="20"/>
          </p:nvPr>
        </p:nvSpPr>
        <p:spPr>
          <a:xfrm>
            <a:off x="609600" y="1628775"/>
            <a:ext cx="10972800" cy="4434332"/>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5" name="Footer Placeholder 4">
            <a:extLst>
              <a:ext uri="{FF2B5EF4-FFF2-40B4-BE49-F238E27FC236}">
                <a16:creationId xmlns:a16="http://schemas.microsoft.com/office/drawing/2014/main" id="{9F287778-0117-EA47-9FF4-1F5A7F66EE46}"/>
              </a:ext>
            </a:extLst>
          </p:cNvPr>
          <p:cNvSpPr>
            <a:spLocks noGrp="1"/>
          </p:cNvSpPr>
          <p:nvPr>
            <p:ph type="ftr" sz="quarter" idx="22"/>
          </p:nvPr>
        </p:nvSpPr>
        <p:spPr/>
        <p:txBody>
          <a:bodyPr/>
          <a:lstStyle/>
          <a:p>
            <a:r>
              <a:rPr lang="en-US" dirty="0"/>
              <a:t>For Internal Use Only. © 2026 AVEVA Group Limited or its subsidiaries. All rights reserved.</a:t>
            </a:r>
            <a:endParaRPr lang="en-GB" dirty="0"/>
          </a:p>
        </p:txBody>
      </p:sp>
      <p:sp>
        <p:nvSpPr>
          <p:cNvPr id="11" name="Slide Number Placeholder 10">
            <a:extLst>
              <a:ext uri="{FF2B5EF4-FFF2-40B4-BE49-F238E27FC236}">
                <a16:creationId xmlns:a16="http://schemas.microsoft.com/office/drawing/2014/main" id="{F8E8988F-294C-1140-AA84-8CFAB9AAA608}"/>
              </a:ext>
            </a:extLst>
          </p:cNvPr>
          <p:cNvSpPr>
            <a:spLocks noGrp="1"/>
          </p:cNvSpPr>
          <p:nvPr>
            <p:ph type="sldNum" sz="quarter" idx="23"/>
          </p:nvPr>
        </p:nvSpPr>
        <p:spPr/>
        <p:txBody>
          <a:bodyPr/>
          <a:lstStyle/>
          <a:p>
            <a:fld id="{267CDB12-45E5-4FD7-AE50-9CB5AFC72BA1}" type="slidenum">
              <a:rPr lang="en-GB" smtClean="0"/>
              <a:pPr/>
              <a:t>‹#›</a:t>
            </a:fld>
            <a:endParaRPr lang="en-GB"/>
          </a:p>
        </p:txBody>
      </p:sp>
    </p:spTree>
    <p:extLst>
      <p:ext uri="{BB962C8B-B14F-4D97-AF65-F5344CB8AC3E}">
        <p14:creationId xmlns:p14="http://schemas.microsoft.com/office/powerpoint/2010/main" val="9180602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1872"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Section title">
    <p:bg>
      <p:bgPr>
        <a:gradFill>
          <a:gsLst>
            <a:gs pos="25000">
              <a:schemeClr val="tx2"/>
            </a:gs>
            <a:gs pos="100000">
              <a:schemeClr val="accent1"/>
            </a:gs>
          </a:gsLst>
          <a:lin ang="2700000" scaled="0"/>
        </a:gradFill>
        <a:effectLst/>
      </p:bgPr>
    </p:bg>
    <p:spTree>
      <p:nvGrpSpPr>
        <p:cNvPr id="1" name=""/>
        <p:cNvGrpSpPr/>
        <p:nvPr/>
      </p:nvGrpSpPr>
      <p:grpSpPr>
        <a:xfrm>
          <a:off x="0" y="0"/>
          <a:ext cx="0" cy="0"/>
          <a:chOff x="0" y="0"/>
          <a:chExt cx="0" cy="0"/>
        </a:xfrm>
      </p:grpSpPr>
      <p:sp>
        <p:nvSpPr>
          <p:cNvPr id="24" name="Text Placeholder 23">
            <a:extLst>
              <a:ext uri="{FF2B5EF4-FFF2-40B4-BE49-F238E27FC236}">
                <a16:creationId xmlns:a16="http://schemas.microsoft.com/office/drawing/2014/main" id="{3F65973C-9F27-4BDC-978F-2360481FC588}"/>
              </a:ext>
            </a:extLst>
          </p:cNvPr>
          <p:cNvSpPr>
            <a:spLocks noGrp="1"/>
          </p:cNvSpPr>
          <p:nvPr>
            <p:ph type="body" sz="quarter" idx="18" hasCustomPrompt="1"/>
          </p:nvPr>
        </p:nvSpPr>
        <p:spPr>
          <a:xfrm>
            <a:off x="611123" y="2747266"/>
            <a:ext cx="7030213" cy="1097257"/>
          </a:xfrm>
        </p:spPr>
        <p:txBody>
          <a:bodyPr>
            <a:noAutofit/>
          </a:bodyPr>
          <a:lstStyle>
            <a:lvl1pPr marL="0" indent="0">
              <a:lnSpc>
                <a:spcPct val="80000"/>
              </a:lnSpc>
              <a:spcAft>
                <a:spcPts val="0"/>
              </a:spcAft>
              <a:buNone/>
              <a:defRPr sz="4400">
                <a:solidFill>
                  <a:schemeClr val="bg1"/>
                </a:solidFill>
                <a:latin typeface="+mj-lt"/>
                <a:cs typeface="Calibri" panose="020F0502020204030204" pitchFamily="34" charset="0"/>
              </a:defRPr>
            </a:lvl1pPr>
          </a:lstStyle>
          <a:p>
            <a:pPr lvl="0"/>
            <a:r>
              <a:rPr lang="en-GB" dirty="0"/>
              <a:t>Section Title</a:t>
            </a:r>
          </a:p>
        </p:txBody>
      </p:sp>
      <p:pic>
        <p:nvPicPr>
          <p:cNvPr id="3" name="Picture 2">
            <a:extLst>
              <a:ext uri="{FF2B5EF4-FFF2-40B4-BE49-F238E27FC236}">
                <a16:creationId xmlns:a16="http://schemas.microsoft.com/office/drawing/2014/main" id="{449564DD-6560-7545-9DFE-AE8B9C5B9262}"/>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a:off x="10058114" y="6008023"/>
            <a:ext cx="1619889" cy="367538"/>
          </a:xfrm>
          <a:prstGeom prst="rect">
            <a:avLst/>
          </a:prstGeom>
        </p:spPr>
      </p:pic>
      <p:sp>
        <p:nvSpPr>
          <p:cNvPr id="13" name="Text Placeholder 12">
            <a:extLst>
              <a:ext uri="{FF2B5EF4-FFF2-40B4-BE49-F238E27FC236}">
                <a16:creationId xmlns:a16="http://schemas.microsoft.com/office/drawing/2014/main" id="{8ECE5A20-4227-E348-84F8-A5D40EA906CE}"/>
              </a:ext>
            </a:extLst>
          </p:cNvPr>
          <p:cNvSpPr>
            <a:spLocks noGrp="1"/>
          </p:cNvSpPr>
          <p:nvPr>
            <p:ph type="body" sz="quarter" idx="25" hasCustomPrompt="1"/>
          </p:nvPr>
        </p:nvSpPr>
        <p:spPr>
          <a:xfrm>
            <a:off x="609600" y="2136775"/>
            <a:ext cx="2974975" cy="268288"/>
          </a:xfrm>
        </p:spPr>
        <p:txBody>
          <a:bodyPr anchor="b"/>
          <a:lstStyle>
            <a:lvl1pPr marL="0" indent="0">
              <a:buNone/>
              <a:defRPr sz="1600" cap="all"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OPTIONAL SUBHEAD</a:t>
            </a:r>
          </a:p>
        </p:txBody>
      </p:sp>
      <p:cxnSp>
        <p:nvCxnSpPr>
          <p:cNvPr id="10" name="Straight Connector 9">
            <a:extLst>
              <a:ext uri="{FF2B5EF4-FFF2-40B4-BE49-F238E27FC236}">
                <a16:creationId xmlns:a16="http://schemas.microsoft.com/office/drawing/2014/main" id="{2139C83D-9348-8C46-A23F-B8C425133236}"/>
              </a:ext>
              <a:ext uri="{C183D7F6-B498-43B3-948B-1728B52AA6E4}">
                <adec:decorative xmlns:adec="http://schemas.microsoft.com/office/drawing/2017/decorative" val="1"/>
              </a:ext>
            </a:extLst>
          </p:cNvPr>
          <p:cNvCxnSpPr>
            <a:cxnSpLocks/>
          </p:cNvCxnSpPr>
          <p:nvPr userDrawn="1"/>
        </p:nvCxnSpPr>
        <p:spPr>
          <a:xfrm>
            <a:off x="612648" y="2605073"/>
            <a:ext cx="1371600" cy="0"/>
          </a:xfrm>
          <a:prstGeom prst="line">
            <a:avLst/>
          </a:prstGeom>
          <a:ln w="28575">
            <a:solidFill>
              <a:schemeClr val="accent2"/>
            </a:solidFill>
          </a:ln>
        </p:spPr>
        <p:style>
          <a:lnRef idx="1">
            <a:schemeClr val="accent4"/>
          </a:lnRef>
          <a:fillRef idx="0">
            <a:schemeClr val="accent4"/>
          </a:fillRef>
          <a:effectRef idx="0">
            <a:schemeClr val="accent4"/>
          </a:effectRef>
          <a:fontRef idx="minor">
            <a:schemeClr val="tx1"/>
          </a:fontRef>
        </p:style>
      </p:cxnSp>
      <p:sp>
        <p:nvSpPr>
          <p:cNvPr id="6" name="Footer Placeholder 5">
            <a:extLst>
              <a:ext uri="{FF2B5EF4-FFF2-40B4-BE49-F238E27FC236}">
                <a16:creationId xmlns:a16="http://schemas.microsoft.com/office/drawing/2014/main" id="{BD00CE0C-A135-EE4B-9D26-C36649B40438}"/>
              </a:ext>
            </a:extLst>
          </p:cNvPr>
          <p:cNvSpPr>
            <a:spLocks noGrp="1"/>
          </p:cNvSpPr>
          <p:nvPr>
            <p:ph type="ftr" sz="quarter" idx="27"/>
          </p:nvPr>
        </p:nvSpPr>
        <p:spPr/>
        <p:txBody>
          <a:bodyPr/>
          <a:lstStyle>
            <a:lvl1pPr>
              <a:defRPr>
                <a:solidFill>
                  <a:schemeClr val="bg1">
                    <a:lumMod val="75000"/>
                  </a:schemeClr>
                </a:solidFill>
              </a:defRPr>
            </a:lvl1pPr>
          </a:lstStyle>
          <a:p>
            <a:r>
              <a:rPr lang="en-US" dirty="0"/>
              <a:t>For Internal Use Only. © 2026 AVEVA Group Limited or its subsidiaries. All rights reserved.</a:t>
            </a:r>
            <a:endParaRPr lang="en-GB" dirty="0"/>
          </a:p>
        </p:txBody>
      </p:sp>
      <p:sp>
        <p:nvSpPr>
          <p:cNvPr id="7" name="Slide Number Placeholder 6">
            <a:extLst>
              <a:ext uri="{FF2B5EF4-FFF2-40B4-BE49-F238E27FC236}">
                <a16:creationId xmlns:a16="http://schemas.microsoft.com/office/drawing/2014/main" id="{125C5431-793E-2D44-B54B-4F081016BC06}"/>
              </a:ext>
            </a:extLst>
          </p:cNvPr>
          <p:cNvSpPr>
            <a:spLocks noGrp="1"/>
          </p:cNvSpPr>
          <p:nvPr>
            <p:ph type="sldNum" sz="quarter" idx="28"/>
          </p:nvPr>
        </p:nvSpPr>
        <p:spPr/>
        <p:txBody>
          <a:bodyPr/>
          <a:lstStyle>
            <a:lvl1pPr>
              <a:defRPr>
                <a:solidFill>
                  <a:schemeClr val="bg1">
                    <a:lumMod val="75000"/>
                  </a:schemeClr>
                </a:solidFill>
              </a:defRPr>
            </a:lvl1pPr>
          </a:lstStyle>
          <a:p>
            <a:fld id="{267CDB12-45E5-4FD7-AE50-9CB5AFC72BA1}" type="slidenum">
              <a:rPr lang="en-GB" smtClean="0"/>
              <a:pPr/>
              <a:t>‹#›</a:t>
            </a:fld>
            <a:endParaRPr lang="en-GB" dirty="0"/>
          </a:p>
        </p:txBody>
      </p:sp>
      <p:sp>
        <p:nvSpPr>
          <p:cNvPr id="68" name="TextBox 67">
            <a:extLst>
              <a:ext uri="{FF2B5EF4-FFF2-40B4-BE49-F238E27FC236}">
                <a16:creationId xmlns:a16="http://schemas.microsoft.com/office/drawing/2014/main" id="{F751043D-25C7-491B-8BF0-2CF990585DAB}"/>
              </a:ext>
            </a:extLst>
          </p:cNvPr>
          <p:cNvSpPr txBox="1"/>
          <p:nvPr userDrawn="1"/>
        </p:nvSpPr>
        <p:spPr>
          <a:xfrm>
            <a:off x="0" y="-345748"/>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sp>
        <p:nvSpPr>
          <p:cNvPr id="9" name="Text Placeholder 8">
            <a:extLst>
              <a:ext uri="{FF2B5EF4-FFF2-40B4-BE49-F238E27FC236}">
                <a16:creationId xmlns:a16="http://schemas.microsoft.com/office/drawing/2014/main" id="{6F91CB7C-EFD4-4859-82A0-A288D8A8E895}"/>
              </a:ext>
            </a:extLst>
          </p:cNvPr>
          <p:cNvSpPr>
            <a:spLocks noGrp="1"/>
          </p:cNvSpPr>
          <p:nvPr>
            <p:ph type="body" sz="quarter" idx="29" hasCustomPrompt="1"/>
          </p:nvPr>
        </p:nvSpPr>
        <p:spPr>
          <a:xfrm>
            <a:off x="609600" y="4024499"/>
            <a:ext cx="5944152" cy="360049"/>
          </a:xfrm>
        </p:spPr>
        <p:txBody>
          <a:bodyPr>
            <a:noAutofit/>
          </a:bodyPr>
          <a:lstStyle>
            <a:lvl1pPr marL="0" indent="0">
              <a:buNone/>
              <a:defRPr sz="1800">
                <a:solidFill>
                  <a:schemeClr val="bg1"/>
                </a:solidFill>
                <a:latin typeface="+mj-lt"/>
              </a:defRPr>
            </a:lvl1pPr>
            <a:lvl2pPr marL="182880" indent="0">
              <a:buNone/>
              <a:defRPr>
                <a:latin typeface="+mj-lt"/>
              </a:defRPr>
            </a:lvl2pPr>
            <a:lvl3pPr marL="365760" indent="0">
              <a:buNone/>
              <a:defRPr>
                <a:latin typeface="+mj-lt"/>
              </a:defRPr>
            </a:lvl3pPr>
            <a:lvl4pPr marL="548640" indent="0">
              <a:buNone/>
              <a:defRPr>
                <a:latin typeface="+mj-lt"/>
              </a:defRPr>
            </a:lvl4pPr>
            <a:lvl5pPr marL="731520" indent="0">
              <a:buNone/>
              <a:defRPr>
                <a:latin typeface="+mj-lt"/>
              </a:defRPr>
            </a:lvl5pPr>
          </a:lstStyle>
          <a:p>
            <a:pPr lvl="0"/>
            <a:r>
              <a:rPr lang="en-US" dirty="0"/>
              <a:t>Optional Subtitle</a:t>
            </a:r>
          </a:p>
        </p:txBody>
      </p:sp>
      <p:grpSp>
        <p:nvGrpSpPr>
          <p:cNvPr id="2" name="Group 1">
            <a:extLst>
              <a:ext uri="{FF2B5EF4-FFF2-40B4-BE49-F238E27FC236}">
                <a16:creationId xmlns:a16="http://schemas.microsoft.com/office/drawing/2014/main" id="{66A6D88A-3333-3B02-CC77-C678334EFB6D}"/>
              </a:ext>
            </a:extLst>
          </p:cNvPr>
          <p:cNvGrpSpPr/>
          <p:nvPr userDrawn="1"/>
        </p:nvGrpSpPr>
        <p:grpSpPr>
          <a:xfrm>
            <a:off x="12485568" y="112729"/>
            <a:ext cx="2936672" cy="5883149"/>
            <a:chOff x="12485568" y="112729"/>
            <a:chExt cx="2936672" cy="5883149"/>
          </a:xfrm>
        </p:grpSpPr>
        <p:sp>
          <p:nvSpPr>
            <p:cNvPr id="4" name="Oval 3">
              <a:extLst>
                <a:ext uri="{FF2B5EF4-FFF2-40B4-BE49-F238E27FC236}">
                  <a16:creationId xmlns:a16="http://schemas.microsoft.com/office/drawing/2014/main" id="{98A9948F-C040-4200-8A84-B36B742B840D}"/>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5" name="Oval 4">
              <a:extLst>
                <a:ext uri="{FF2B5EF4-FFF2-40B4-BE49-F238E27FC236}">
                  <a16:creationId xmlns:a16="http://schemas.microsoft.com/office/drawing/2014/main" id="{173F0076-DD50-B39B-8319-BB90C96BB5D6}"/>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8" name="Oval 7">
              <a:extLst>
                <a:ext uri="{FF2B5EF4-FFF2-40B4-BE49-F238E27FC236}">
                  <a16:creationId xmlns:a16="http://schemas.microsoft.com/office/drawing/2014/main" id="{18F9BBF1-0D6B-7004-4835-5B447B50E000}"/>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1" name="Rectangle 10">
              <a:extLst>
                <a:ext uri="{FF2B5EF4-FFF2-40B4-BE49-F238E27FC236}">
                  <a16:creationId xmlns:a16="http://schemas.microsoft.com/office/drawing/2014/main" id="{E3BD1A76-B4D9-7F6A-78F5-C4BF8AE67D45}"/>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12" name="Oval 11">
              <a:extLst>
                <a:ext uri="{FF2B5EF4-FFF2-40B4-BE49-F238E27FC236}">
                  <a16:creationId xmlns:a16="http://schemas.microsoft.com/office/drawing/2014/main" id="{D2F550C2-E06A-BD17-92AD-6FFD1CEE8AF8}"/>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4" name="Oval 13">
              <a:extLst>
                <a:ext uri="{FF2B5EF4-FFF2-40B4-BE49-F238E27FC236}">
                  <a16:creationId xmlns:a16="http://schemas.microsoft.com/office/drawing/2014/main" id="{97B1C58B-014B-FFC9-F535-892351D5A89E}"/>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5" name="Oval 14">
              <a:extLst>
                <a:ext uri="{FF2B5EF4-FFF2-40B4-BE49-F238E27FC236}">
                  <a16:creationId xmlns:a16="http://schemas.microsoft.com/office/drawing/2014/main" id="{FAF98087-395B-FEF8-6219-49DD6507A03F}"/>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6" name="Oval 15">
              <a:extLst>
                <a:ext uri="{FF2B5EF4-FFF2-40B4-BE49-F238E27FC236}">
                  <a16:creationId xmlns:a16="http://schemas.microsoft.com/office/drawing/2014/main" id="{DCEA54A7-A9DD-BB17-6BAF-3C37448D472C}"/>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17" name="Group 16">
              <a:extLst>
                <a:ext uri="{FF2B5EF4-FFF2-40B4-BE49-F238E27FC236}">
                  <a16:creationId xmlns:a16="http://schemas.microsoft.com/office/drawing/2014/main" id="{07E38B20-CC62-8272-195D-8A36558862FA}"/>
                </a:ext>
              </a:extLst>
            </p:cNvPr>
            <p:cNvGrpSpPr/>
            <p:nvPr userDrawn="1"/>
          </p:nvGrpSpPr>
          <p:grpSpPr>
            <a:xfrm>
              <a:off x="12500773" y="3802778"/>
              <a:ext cx="971741" cy="1940780"/>
              <a:chOff x="12431200" y="2678506"/>
              <a:chExt cx="971741" cy="1940780"/>
            </a:xfrm>
          </p:grpSpPr>
          <p:sp>
            <p:nvSpPr>
              <p:cNvPr id="21" name="Rectangle 20">
                <a:extLst>
                  <a:ext uri="{FF2B5EF4-FFF2-40B4-BE49-F238E27FC236}">
                    <a16:creationId xmlns:a16="http://schemas.microsoft.com/office/drawing/2014/main" id="{3ADD7D40-FA6C-A23E-11F6-3740934C21AA}"/>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22" name="Oval 21">
                <a:extLst>
                  <a:ext uri="{FF2B5EF4-FFF2-40B4-BE49-F238E27FC236}">
                    <a16:creationId xmlns:a16="http://schemas.microsoft.com/office/drawing/2014/main" id="{D9A6FF7E-9DEC-635F-19B5-AFEAA233E1A4}"/>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3" name="Oval 22">
                <a:extLst>
                  <a:ext uri="{FF2B5EF4-FFF2-40B4-BE49-F238E27FC236}">
                    <a16:creationId xmlns:a16="http://schemas.microsoft.com/office/drawing/2014/main" id="{F6D6AD7F-F93D-FAAE-C6DB-8ED98082E16B}"/>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5" name="Oval 24">
                <a:extLst>
                  <a:ext uri="{FF2B5EF4-FFF2-40B4-BE49-F238E27FC236}">
                    <a16:creationId xmlns:a16="http://schemas.microsoft.com/office/drawing/2014/main" id="{7281DC3D-3BA4-D6E0-2A84-28ACD8168C02}"/>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6" name="Oval 25">
                <a:extLst>
                  <a:ext uri="{FF2B5EF4-FFF2-40B4-BE49-F238E27FC236}">
                    <a16:creationId xmlns:a16="http://schemas.microsoft.com/office/drawing/2014/main" id="{259B74CF-28B3-FBB0-80C8-B6B561043144}"/>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7" name="Oval 26">
                <a:extLst>
                  <a:ext uri="{FF2B5EF4-FFF2-40B4-BE49-F238E27FC236}">
                    <a16:creationId xmlns:a16="http://schemas.microsoft.com/office/drawing/2014/main" id="{113D234A-C9BF-8506-0774-EA1FA5129738}"/>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8" name="Oval 27">
                <a:extLst>
                  <a:ext uri="{FF2B5EF4-FFF2-40B4-BE49-F238E27FC236}">
                    <a16:creationId xmlns:a16="http://schemas.microsoft.com/office/drawing/2014/main" id="{5A9E69F4-BC45-EEE1-B70E-63B7E79764CE}"/>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18" name="TextBox 17">
              <a:extLst>
                <a:ext uri="{FF2B5EF4-FFF2-40B4-BE49-F238E27FC236}">
                  <a16:creationId xmlns:a16="http://schemas.microsoft.com/office/drawing/2014/main" id="{50FBBAA0-61D8-7B90-6D67-0B2B78ED04DC}"/>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19" name="Picture 18">
              <a:extLst>
                <a:ext uri="{FF2B5EF4-FFF2-40B4-BE49-F238E27FC236}">
                  <a16:creationId xmlns:a16="http://schemas.microsoft.com/office/drawing/2014/main" id="{6C30A2B1-6FCA-DE13-D0B0-89DC8B8B165B}"/>
                </a:ext>
              </a:extLst>
            </p:cNvPr>
            <p:cNvPicPr>
              <a:picLocks noChangeAspect="1"/>
            </p:cNvPicPr>
            <p:nvPr userDrawn="1"/>
          </p:nvPicPr>
          <p:blipFill>
            <a:blip r:embed="rId3"/>
            <a:stretch>
              <a:fillRect/>
            </a:stretch>
          </p:blipFill>
          <p:spPr>
            <a:xfrm>
              <a:off x="14012244" y="4384548"/>
              <a:ext cx="1088171" cy="1611330"/>
            </a:xfrm>
            <a:prstGeom prst="rect">
              <a:avLst/>
            </a:prstGeom>
          </p:spPr>
        </p:pic>
        <p:sp>
          <p:nvSpPr>
            <p:cNvPr id="20" name="Rectangle 19">
              <a:extLst>
                <a:ext uri="{FF2B5EF4-FFF2-40B4-BE49-F238E27FC236}">
                  <a16:creationId xmlns:a16="http://schemas.microsoft.com/office/drawing/2014/main" id="{E01D33F0-D59C-B251-89A8-F733FBCBA9FB}"/>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2206479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20C55CF-34F5-4087-9E3E-2F3C0AC7401F}"/>
              </a:ext>
              <a:ext uri="{C183D7F6-B498-43B3-948B-1728B52AA6E4}">
                <adec:decorative xmlns:adec="http://schemas.microsoft.com/office/drawing/2017/decorative" val="1"/>
              </a:ext>
            </a:extLst>
          </p:cNvPr>
          <p:cNvSpPr/>
          <p:nvPr userDrawn="1"/>
        </p:nvSpPr>
        <p:spPr>
          <a:xfrm>
            <a:off x="0" y="0"/>
            <a:ext cx="4064000" cy="6858000"/>
          </a:xfrm>
          <a:prstGeom prst="rect">
            <a:avLst/>
          </a:prstGeom>
          <a:gradFill>
            <a:gsLst>
              <a:gs pos="11000">
                <a:schemeClr val="tx2"/>
              </a:gs>
              <a:gs pos="100000">
                <a:schemeClr val="accent1"/>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 Placeholder 20">
            <a:extLst>
              <a:ext uri="{FF2B5EF4-FFF2-40B4-BE49-F238E27FC236}">
                <a16:creationId xmlns:a16="http://schemas.microsoft.com/office/drawing/2014/main" id="{3ACDE91D-4D1D-4484-BB57-6150B9718A2A}"/>
              </a:ext>
            </a:extLst>
          </p:cNvPr>
          <p:cNvSpPr>
            <a:spLocks noGrp="1"/>
          </p:cNvSpPr>
          <p:nvPr>
            <p:ph type="body" sz="quarter" idx="17" hasCustomPrompt="1"/>
          </p:nvPr>
        </p:nvSpPr>
        <p:spPr>
          <a:xfrm>
            <a:off x="609600" y="2139696"/>
            <a:ext cx="3061674" cy="269316"/>
          </a:xfrm>
        </p:spPr>
        <p:txBody>
          <a:bodyPr anchor="b"/>
          <a:lstStyle>
            <a:lvl1pPr marL="0" indent="0">
              <a:buNone/>
              <a:defRPr sz="1600" cap="all" baseline="0">
                <a:solidFill>
                  <a:schemeClr val="bg1"/>
                </a:solidFill>
                <a:latin typeface="+mn-lt"/>
                <a:cs typeface="Calibri" panose="020F0502020204030204" pitchFamily="34" charset="0"/>
              </a:defRPr>
            </a:lvl1pPr>
            <a:lvl2pPr marL="288662" indent="0">
              <a:buNone/>
              <a:defRPr>
                <a:solidFill>
                  <a:schemeClr val="tx1"/>
                </a:solidFill>
              </a:defRPr>
            </a:lvl2pPr>
            <a:lvl3pPr marL="576662" indent="0">
              <a:buNone/>
              <a:defRPr>
                <a:solidFill>
                  <a:schemeClr val="tx1"/>
                </a:solidFill>
              </a:defRPr>
            </a:lvl3pPr>
            <a:lvl4pPr marL="863600" indent="0">
              <a:buNone/>
              <a:defRPr>
                <a:solidFill>
                  <a:schemeClr val="tx1"/>
                </a:solidFill>
              </a:defRPr>
            </a:lvl4pPr>
            <a:lvl5pPr marL="1152525" indent="0">
              <a:buNone/>
              <a:defRPr>
                <a:solidFill>
                  <a:schemeClr val="tx1"/>
                </a:solidFill>
              </a:defRPr>
            </a:lvl5pPr>
          </a:lstStyle>
          <a:p>
            <a:pPr lvl="0"/>
            <a:r>
              <a:rPr lang="en-GB" dirty="0"/>
              <a:t>Optional text</a:t>
            </a:r>
          </a:p>
        </p:txBody>
      </p:sp>
      <p:sp>
        <p:nvSpPr>
          <p:cNvPr id="2" name="Title 1">
            <a:extLst>
              <a:ext uri="{FF2B5EF4-FFF2-40B4-BE49-F238E27FC236}">
                <a16:creationId xmlns:a16="http://schemas.microsoft.com/office/drawing/2014/main" id="{02F60D76-C300-439F-917D-70A7B9C699B8}"/>
              </a:ext>
            </a:extLst>
          </p:cNvPr>
          <p:cNvSpPr>
            <a:spLocks noGrp="1"/>
          </p:cNvSpPr>
          <p:nvPr>
            <p:ph type="title" hasCustomPrompt="1"/>
          </p:nvPr>
        </p:nvSpPr>
        <p:spPr>
          <a:xfrm>
            <a:off x="609600" y="2752344"/>
            <a:ext cx="3063240" cy="1097280"/>
          </a:xfrm>
        </p:spPr>
        <p:txBody>
          <a:bodyPr anchor="t" anchorCtr="0">
            <a:normAutofit/>
          </a:bodyPr>
          <a:lstStyle>
            <a:lvl1pPr>
              <a:lnSpc>
                <a:spcPct val="95000"/>
              </a:lnSpc>
              <a:defRPr sz="4400">
                <a:solidFill>
                  <a:schemeClr val="bg1"/>
                </a:solidFill>
                <a:latin typeface="+mj-lt"/>
              </a:defRPr>
            </a:lvl1pPr>
          </a:lstStyle>
          <a:p>
            <a:r>
              <a:rPr lang="en-GB" dirty="0"/>
              <a:t>Agenda</a:t>
            </a:r>
          </a:p>
        </p:txBody>
      </p:sp>
      <p:sp>
        <p:nvSpPr>
          <p:cNvPr id="20" name="Text Placeholder 3">
            <a:extLst>
              <a:ext uri="{FF2B5EF4-FFF2-40B4-BE49-F238E27FC236}">
                <a16:creationId xmlns:a16="http://schemas.microsoft.com/office/drawing/2014/main" id="{FCEA9E68-34AF-7647-96D6-0A437B189096}"/>
              </a:ext>
            </a:extLst>
          </p:cNvPr>
          <p:cNvSpPr>
            <a:spLocks noGrp="1"/>
          </p:cNvSpPr>
          <p:nvPr>
            <p:ph type="body" sz="quarter" idx="45"/>
          </p:nvPr>
        </p:nvSpPr>
        <p:spPr>
          <a:xfrm>
            <a:off x="4450630" y="805099"/>
            <a:ext cx="7128722" cy="4901434"/>
          </a:xfrm>
        </p:spPr>
        <p:txBody>
          <a:bodyPr anchor="ctr"/>
          <a:lstStyle>
            <a:lvl1pPr marL="27432" indent="0">
              <a:lnSpc>
                <a:spcPct val="90000"/>
              </a:lnSpc>
              <a:spcBef>
                <a:spcPts val="600"/>
              </a:spcBef>
              <a:spcAft>
                <a:spcPts val="600"/>
              </a:spcAft>
              <a:buNone/>
              <a:defRPr sz="2400">
                <a:solidFill>
                  <a:schemeClr val="accent1"/>
                </a:solidFill>
                <a:latin typeface="+mj-lt"/>
              </a:defRPr>
            </a:lvl1pPr>
            <a:lvl2pPr marL="171450" indent="0">
              <a:lnSpc>
                <a:spcPct val="90000"/>
              </a:lnSpc>
              <a:spcBef>
                <a:spcPts val="0"/>
              </a:spcBef>
              <a:spcAft>
                <a:spcPts val="600"/>
              </a:spcAft>
              <a:buNone/>
              <a:defRPr/>
            </a:lvl2pPr>
            <a:lvl3pPr marL="293688" indent="0">
              <a:buNone/>
              <a:tabLst/>
              <a:defRPr/>
            </a:lvl3pPr>
          </a:lstStyle>
          <a:p>
            <a:pPr lvl="0"/>
            <a:r>
              <a:rPr lang="en-GB"/>
              <a:t>Click to edit Master text styles</a:t>
            </a:r>
          </a:p>
          <a:p>
            <a:pPr lvl="1"/>
            <a:r>
              <a:rPr lang="en-GB"/>
              <a:t>Second level</a:t>
            </a:r>
          </a:p>
          <a:p>
            <a:pPr lvl="2"/>
            <a:r>
              <a:rPr lang="en-GB"/>
              <a:t>Third level</a:t>
            </a:r>
          </a:p>
        </p:txBody>
      </p:sp>
      <p:sp>
        <p:nvSpPr>
          <p:cNvPr id="11" name="Text Placeholder 23">
            <a:extLst>
              <a:ext uri="{FF2B5EF4-FFF2-40B4-BE49-F238E27FC236}">
                <a16:creationId xmlns:a16="http://schemas.microsoft.com/office/drawing/2014/main" id="{158C488F-4D79-CB43-8415-FE12678527AF}"/>
              </a:ext>
            </a:extLst>
          </p:cNvPr>
          <p:cNvSpPr>
            <a:spLocks noGrp="1"/>
          </p:cNvSpPr>
          <p:nvPr>
            <p:ph type="body" sz="quarter" idx="18" hasCustomPrompt="1"/>
          </p:nvPr>
        </p:nvSpPr>
        <p:spPr>
          <a:xfrm>
            <a:off x="612649" y="4020694"/>
            <a:ext cx="3058626" cy="352417"/>
          </a:xfrm>
        </p:spPr>
        <p:txBody>
          <a:bodyPr/>
          <a:lstStyle>
            <a:lvl1pPr marL="0" indent="0">
              <a:buNone/>
              <a:defRPr sz="1800">
                <a:solidFill>
                  <a:schemeClr val="bg1"/>
                </a:solidFill>
                <a:latin typeface="+mn-lt"/>
                <a:cs typeface="Calibri" panose="020F0502020204030204" pitchFamily="34" charset="0"/>
              </a:defRPr>
            </a:lvl1pPr>
          </a:lstStyle>
          <a:p>
            <a:pPr lvl="0"/>
            <a:r>
              <a:rPr lang="en-GB" dirty="0"/>
              <a:t>Optional Subtitle</a:t>
            </a:r>
          </a:p>
        </p:txBody>
      </p:sp>
      <p:cxnSp>
        <p:nvCxnSpPr>
          <p:cNvPr id="12" name="Straight Connector 11">
            <a:extLst>
              <a:ext uri="{FF2B5EF4-FFF2-40B4-BE49-F238E27FC236}">
                <a16:creationId xmlns:a16="http://schemas.microsoft.com/office/drawing/2014/main" id="{FB2EEBD1-3B06-BD4A-B5AF-A01F73AD779A}"/>
              </a:ext>
              <a:ext uri="{C183D7F6-B498-43B3-948B-1728B52AA6E4}">
                <adec:decorative xmlns:adec="http://schemas.microsoft.com/office/drawing/2017/decorative" val="1"/>
              </a:ext>
            </a:extLst>
          </p:cNvPr>
          <p:cNvCxnSpPr>
            <a:cxnSpLocks/>
          </p:cNvCxnSpPr>
          <p:nvPr userDrawn="1"/>
        </p:nvCxnSpPr>
        <p:spPr>
          <a:xfrm>
            <a:off x="612648" y="2605073"/>
            <a:ext cx="1371600" cy="0"/>
          </a:xfrm>
          <a:prstGeom prst="line">
            <a:avLst/>
          </a:prstGeom>
          <a:ln w="28575">
            <a:solidFill>
              <a:schemeClr val="accent2"/>
            </a:solidFill>
          </a:ln>
        </p:spPr>
        <p:style>
          <a:lnRef idx="1">
            <a:schemeClr val="accent4"/>
          </a:lnRef>
          <a:fillRef idx="0">
            <a:schemeClr val="accent4"/>
          </a:fillRef>
          <a:effectRef idx="0">
            <a:schemeClr val="accent4"/>
          </a:effectRef>
          <a:fontRef idx="minor">
            <a:schemeClr val="tx1"/>
          </a:fontRef>
        </p:style>
      </p:cxnSp>
      <p:sp>
        <p:nvSpPr>
          <p:cNvPr id="3" name="Footer Placeholder 5">
            <a:extLst>
              <a:ext uri="{FF2B5EF4-FFF2-40B4-BE49-F238E27FC236}">
                <a16:creationId xmlns:a16="http://schemas.microsoft.com/office/drawing/2014/main" id="{19F2BAD6-1DA8-22D9-BE4B-B922C2E133E4}"/>
              </a:ext>
            </a:extLst>
          </p:cNvPr>
          <p:cNvSpPr>
            <a:spLocks noGrp="1"/>
          </p:cNvSpPr>
          <p:nvPr>
            <p:ph type="ftr" sz="quarter" idx="27"/>
          </p:nvPr>
        </p:nvSpPr>
        <p:spPr>
          <a:xfrm>
            <a:off x="612648" y="6256544"/>
            <a:ext cx="7187184" cy="322056"/>
          </a:xfrm>
        </p:spPr>
        <p:txBody>
          <a:bodyPr/>
          <a:lstStyle>
            <a:lvl1pPr>
              <a:defRPr>
                <a:solidFill>
                  <a:schemeClr val="bg1">
                    <a:lumMod val="75000"/>
                  </a:schemeClr>
                </a:solidFill>
              </a:defRPr>
            </a:lvl1pPr>
          </a:lstStyle>
          <a:p>
            <a:r>
              <a:rPr lang="en-US" dirty="0"/>
              <a:t>For Internal Use Only. © 2026 AVEVA Group Limited or its subsidiaries. All rights reserved.</a:t>
            </a:r>
            <a:endParaRPr lang="en-GB" dirty="0"/>
          </a:p>
        </p:txBody>
      </p:sp>
      <p:sp>
        <p:nvSpPr>
          <p:cNvPr id="4" name="Slide Number Placeholder 6">
            <a:extLst>
              <a:ext uri="{FF2B5EF4-FFF2-40B4-BE49-F238E27FC236}">
                <a16:creationId xmlns:a16="http://schemas.microsoft.com/office/drawing/2014/main" id="{98AD8337-C44E-D39F-E227-D8C3598F41C4}"/>
              </a:ext>
            </a:extLst>
          </p:cNvPr>
          <p:cNvSpPr>
            <a:spLocks noGrp="1"/>
          </p:cNvSpPr>
          <p:nvPr>
            <p:ph type="sldNum" sz="quarter" idx="28"/>
          </p:nvPr>
        </p:nvSpPr>
        <p:spPr>
          <a:xfrm>
            <a:off x="252000" y="6398600"/>
            <a:ext cx="216000" cy="180000"/>
          </a:xfrm>
        </p:spPr>
        <p:txBody>
          <a:bodyPr/>
          <a:lstStyle>
            <a:lvl1pPr>
              <a:defRPr>
                <a:solidFill>
                  <a:schemeClr val="bg1">
                    <a:lumMod val="75000"/>
                  </a:schemeClr>
                </a:solidFill>
              </a:defRPr>
            </a:lvl1pPr>
          </a:lstStyle>
          <a:p>
            <a:fld id="{267CDB12-45E5-4FD7-AE50-9CB5AFC72BA1}" type="slidenum">
              <a:rPr lang="en-GB" smtClean="0"/>
              <a:pPr/>
              <a:t>‹#›</a:t>
            </a:fld>
            <a:endParaRPr lang="en-GB" dirty="0"/>
          </a:p>
        </p:txBody>
      </p:sp>
    </p:spTree>
    <p:extLst>
      <p:ext uri="{BB962C8B-B14F-4D97-AF65-F5344CB8AC3E}">
        <p14:creationId xmlns:p14="http://schemas.microsoft.com/office/powerpoint/2010/main" val="23773463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48BD8DBC-DEB9-5148-BC3B-84739C7C71EE}"/>
              </a:ext>
            </a:extLst>
          </p:cNvPr>
          <p:cNvSpPr>
            <a:spLocks noGrp="1"/>
          </p:cNvSpPr>
          <p:nvPr>
            <p:ph type="body" sz="quarter" idx="13" hasCustomPrompt="1"/>
          </p:nvPr>
        </p:nvSpPr>
        <p:spPr>
          <a:xfrm>
            <a:off x="609600" y="1125538"/>
            <a:ext cx="10972800" cy="321627"/>
          </a:xfrm>
        </p:spPr>
        <p:txBody>
          <a:bodyPr lIns="0">
            <a:noAutofit/>
          </a:bodyPr>
          <a:lstStyle>
            <a:lvl1pPr marL="18288" indent="0">
              <a:lnSpc>
                <a:spcPct val="95000"/>
              </a:lnSpc>
              <a:spcBef>
                <a:spcPts val="800"/>
              </a:spcBef>
              <a:spcAft>
                <a:spcPts val="0"/>
              </a:spcAft>
              <a:buNone/>
              <a:defRPr sz="2100" b="0" cap="none" spc="0" baseline="0">
                <a:solidFill>
                  <a:schemeClr val="accent1"/>
                </a:solidFill>
              </a:defRPr>
            </a:lvl1pPr>
          </a:lstStyle>
          <a:p>
            <a:pPr lvl="0"/>
            <a:r>
              <a:rPr lang="en-GB" dirty="0"/>
              <a:t>Optional Subtitle</a:t>
            </a:r>
          </a:p>
        </p:txBody>
      </p:sp>
      <p:sp>
        <p:nvSpPr>
          <p:cNvPr id="6" name="Title 5">
            <a:extLst>
              <a:ext uri="{FF2B5EF4-FFF2-40B4-BE49-F238E27FC236}">
                <a16:creationId xmlns:a16="http://schemas.microsoft.com/office/drawing/2014/main" id="{C7C00172-7C60-3543-8988-0515B894D49E}"/>
              </a:ext>
            </a:extLst>
          </p:cNvPr>
          <p:cNvSpPr>
            <a:spLocks noGrp="1"/>
          </p:cNvSpPr>
          <p:nvPr>
            <p:ph type="title"/>
          </p:nvPr>
        </p:nvSpPr>
        <p:spPr/>
        <p:txBody>
          <a:bodyPr/>
          <a:lstStyle/>
          <a:p>
            <a:r>
              <a:rPr lang="en-GB"/>
              <a:t>Click to edit Master title style</a:t>
            </a:r>
            <a:endParaRPr lang="en-US" dirty="0"/>
          </a:p>
        </p:txBody>
      </p:sp>
      <p:sp>
        <p:nvSpPr>
          <p:cNvPr id="7" name="Footer Placeholder 6">
            <a:extLst>
              <a:ext uri="{FF2B5EF4-FFF2-40B4-BE49-F238E27FC236}">
                <a16:creationId xmlns:a16="http://schemas.microsoft.com/office/drawing/2014/main" id="{1C2FBD27-4DB0-9E4C-AFCB-A2EFD5F75BA9}"/>
              </a:ext>
            </a:extLst>
          </p:cNvPr>
          <p:cNvSpPr>
            <a:spLocks noGrp="1"/>
          </p:cNvSpPr>
          <p:nvPr>
            <p:ph type="ftr" sz="quarter" idx="21"/>
          </p:nvPr>
        </p:nvSpPr>
        <p:spPr/>
        <p:txBody>
          <a:bodyPr/>
          <a:lstStyle/>
          <a:p>
            <a:r>
              <a:rPr lang="en-US" dirty="0"/>
              <a:t>For Internal Use Only. © 2026 AVEVA Group Limited or its subsidiaries. All rights reserved.</a:t>
            </a:r>
            <a:endParaRPr lang="en-GB" dirty="0"/>
          </a:p>
        </p:txBody>
      </p:sp>
      <p:sp>
        <p:nvSpPr>
          <p:cNvPr id="9" name="Slide Number Placeholder 8">
            <a:extLst>
              <a:ext uri="{FF2B5EF4-FFF2-40B4-BE49-F238E27FC236}">
                <a16:creationId xmlns:a16="http://schemas.microsoft.com/office/drawing/2014/main" id="{A4A13F88-9920-414A-9244-CED623613BDF}"/>
              </a:ext>
            </a:extLst>
          </p:cNvPr>
          <p:cNvSpPr>
            <a:spLocks noGrp="1"/>
          </p:cNvSpPr>
          <p:nvPr>
            <p:ph type="sldNum" sz="quarter" idx="22"/>
          </p:nvPr>
        </p:nvSpPr>
        <p:spPr/>
        <p:txBody>
          <a:bodyPr/>
          <a:lstStyle/>
          <a:p>
            <a:fld id="{267CDB12-45E5-4FD7-AE50-9CB5AFC72BA1}" type="slidenum">
              <a:rPr lang="en-GB" smtClean="0"/>
              <a:pPr/>
              <a:t>‹#›</a:t>
            </a:fld>
            <a:endParaRPr lang="en-GB"/>
          </a:p>
        </p:txBody>
      </p:sp>
      <p:sp>
        <p:nvSpPr>
          <p:cNvPr id="4" name="Content Placeholder 3">
            <a:extLst>
              <a:ext uri="{FF2B5EF4-FFF2-40B4-BE49-F238E27FC236}">
                <a16:creationId xmlns:a16="http://schemas.microsoft.com/office/drawing/2014/main" id="{EB845BDC-1B85-46CA-95AD-1AC27ED2AC95}"/>
              </a:ext>
            </a:extLst>
          </p:cNvPr>
          <p:cNvSpPr>
            <a:spLocks noGrp="1"/>
          </p:cNvSpPr>
          <p:nvPr>
            <p:ph sz="quarter" idx="23"/>
          </p:nvPr>
        </p:nvSpPr>
        <p:spPr>
          <a:xfrm>
            <a:off x="609600" y="1628774"/>
            <a:ext cx="5214730" cy="4429125"/>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Content Placeholder 9">
            <a:extLst>
              <a:ext uri="{FF2B5EF4-FFF2-40B4-BE49-F238E27FC236}">
                <a16:creationId xmlns:a16="http://schemas.microsoft.com/office/drawing/2014/main" id="{183B5D87-17FD-4CB3-8480-2C99315F1311}"/>
              </a:ext>
            </a:extLst>
          </p:cNvPr>
          <p:cNvSpPr>
            <a:spLocks noGrp="1"/>
          </p:cNvSpPr>
          <p:nvPr>
            <p:ph sz="quarter" idx="24"/>
          </p:nvPr>
        </p:nvSpPr>
        <p:spPr>
          <a:xfrm>
            <a:off x="6367669" y="1628774"/>
            <a:ext cx="5214730" cy="4429125"/>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5634660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48BD8DBC-DEB9-5148-BC3B-84739C7C71EE}"/>
              </a:ext>
            </a:extLst>
          </p:cNvPr>
          <p:cNvSpPr>
            <a:spLocks noGrp="1"/>
          </p:cNvSpPr>
          <p:nvPr>
            <p:ph type="body" sz="quarter" idx="13" hasCustomPrompt="1"/>
          </p:nvPr>
        </p:nvSpPr>
        <p:spPr>
          <a:xfrm>
            <a:off x="609600" y="1125538"/>
            <a:ext cx="10972800" cy="321627"/>
          </a:xfrm>
        </p:spPr>
        <p:txBody>
          <a:bodyPr lIns="0">
            <a:noAutofit/>
          </a:bodyPr>
          <a:lstStyle>
            <a:lvl1pPr marL="18288" indent="0">
              <a:lnSpc>
                <a:spcPct val="95000"/>
              </a:lnSpc>
              <a:spcBef>
                <a:spcPts val="800"/>
              </a:spcBef>
              <a:spcAft>
                <a:spcPts val="0"/>
              </a:spcAft>
              <a:buNone/>
              <a:defRPr sz="2100" b="0" cap="none" spc="0" baseline="0">
                <a:solidFill>
                  <a:schemeClr val="accent1"/>
                </a:solidFill>
              </a:defRPr>
            </a:lvl1pPr>
          </a:lstStyle>
          <a:p>
            <a:pPr lvl="0"/>
            <a:r>
              <a:rPr lang="en-GB" dirty="0"/>
              <a:t>Optional Subtitle</a:t>
            </a:r>
          </a:p>
        </p:txBody>
      </p:sp>
      <p:sp>
        <p:nvSpPr>
          <p:cNvPr id="6" name="Title 5">
            <a:extLst>
              <a:ext uri="{FF2B5EF4-FFF2-40B4-BE49-F238E27FC236}">
                <a16:creationId xmlns:a16="http://schemas.microsoft.com/office/drawing/2014/main" id="{C7C00172-7C60-3543-8988-0515B894D49E}"/>
              </a:ext>
            </a:extLst>
          </p:cNvPr>
          <p:cNvSpPr>
            <a:spLocks noGrp="1"/>
          </p:cNvSpPr>
          <p:nvPr>
            <p:ph type="title"/>
          </p:nvPr>
        </p:nvSpPr>
        <p:spPr/>
        <p:txBody>
          <a:bodyPr/>
          <a:lstStyle/>
          <a:p>
            <a:r>
              <a:rPr lang="en-GB"/>
              <a:t>Click to edit Master title style</a:t>
            </a:r>
            <a:endParaRPr lang="en-US" dirty="0"/>
          </a:p>
        </p:txBody>
      </p:sp>
      <p:sp>
        <p:nvSpPr>
          <p:cNvPr id="7" name="Footer Placeholder 6">
            <a:extLst>
              <a:ext uri="{FF2B5EF4-FFF2-40B4-BE49-F238E27FC236}">
                <a16:creationId xmlns:a16="http://schemas.microsoft.com/office/drawing/2014/main" id="{1C2FBD27-4DB0-9E4C-AFCB-A2EFD5F75BA9}"/>
              </a:ext>
            </a:extLst>
          </p:cNvPr>
          <p:cNvSpPr>
            <a:spLocks noGrp="1"/>
          </p:cNvSpPr>
          <p:nvPr>
            <p:ph type="ftr" sz="quarter" idx="21"/>
          </p:nvPr>
        </p:nvSpPr>
        <p:spPr/>
        <p:txBody>
          <a:bodyPr/>
          <a:lstStyle/>
          <a:p>
            <a:r>
              <a:rPr lang="en-US" dirty="0"/>
              <a:t>For Internal Use Only. © 2026 AVEVA Group Limited or its subsidiaries. All rights reserved.</a:t>
            </a:r>
            <a:endParaRPr lang="en-GB" dirty="0"/>
          </a:p>
        </p:txBody>
      </p:sp>
      <p:sp>
        <p:nvSpPr>
          <p:cNvPr id="9" name="Slide Number Placeholder 8">
            <a:extLst>
              <a:ext uri="{FF2B5EF4-FFF2-40B4-BE49-F238E27FC236}">
                <a16:creationId xmlns:a16="http://schemas.microsoft.com/office/drawing/2014/main" id="{A4A13F88-9920-414A-9244-CED623613BDF}"/>
              </a:ext>
            </a:extLst>
          </p:cNvPr>
          <p:cNvSpPr>
            <a:spLocks noGrp="1"/>
          </p:cNvSpPr>
          <p:nvPr>
            <p:ph type="sldNum" sz="quarter" idx="22"/>
          </p:nvPr>
        </p:nvSpPr>
        <p:spPr/>
        <p:txBody>
          <a:bodyPr/>
          <a:lstStyle/>
          <a:p>
            <a:fld id="{267CDB12-45E5-4FD7-AE50-9CB5AFC72BA1}" type="slidenum">
              <a:rPr lang="en-GB" smtClean="0"/>
              <a:pPr/>
              <a:t>‹#›</a:t>
            </a:fld>
            <a:endParaRPr lang="en-GB"/>
          </a:p>
        </p:txBody>
      </p:sp>
      <p:sp>
        <p:nvSpPr>
          <p:cNvPr id="4" name="Content Placeholder 3">
            <a:extLst>
              <a:ext uri="{FF2B5EF4-FFF2-40B4-BE49-F238E27FC236}">
                <a16:creationId xmlns:a16="http://schemas.microsoft.com/office/drawing/2014/main" id="{EB845BDC-1B85-46CA-95AD-1AC27ED2AC95}"/>
              </a:ext>
            </a:extLst>
          </p:cNvPr>
          <p:cNvSpPr>
            <a:spLocks noGrp="1"/>
          </p:cNvSpPr>
          <p:nvPr>
            <p:ph sz="quarter" idx="23"/>
          </p:nvPr>
        </p:nvSpPr>
        <p:spPr>
          <a:xfrm>
            <a:off x="609600" y="1628774"/>
            <a:ext cx="3538728" cy="4429125"/>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Content Placeholder 9">
            <a:extLst>
              <a:ext uri="{FF2B5EF4-FFF2-40B4-BE49-F238E27FC236}">
                <a16:creationId xmlns:a16="http://schemas.microsoft.com/office/drawing/2014/main" id="{183B5D87-17FD-4CB3-8480-2C99315F1311}"/>
              </a:ext>
            </a:extLst>
          </p:cNvPr>
          <p:cNvSpPr>
            <a:spLocks noGrp="1"/>
          </p:cNvSpPr>
          <p:nvPr>
            <p:ph sz="quarter" idx="24"/>
          </p:nvPr>
        </p:nvSpPr>
        <p:spPr>
          <a:xfrm>
            <a:off x="4325112" y="1628774"/>
            <a:ext cx="3538728" cy="442912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2" name="Content Placeholder 11">
            <a:extLst>
              <a:ext uri="{FF2B5EF4-FFF2-40B4-BE49-F238E27FC236}">
                <a16:creationId xmlns:a16="http://schemas.microsoft.com/office/drawing/2014/main" id="{36AFC88D-8686-482D-A9EA-FDFE4646E929}"/>
              </a:ext>
            </a:extLst>
          </p:cNvPr>
          <p:cNvSpPr>
            <a:spLocks noGrp="1"/>
          </p:cNvSpPr>
          <p:nvPr>
            <p:ph sz="quarter" idx="25"/>
          </p:nvPr>
        </p:nvSpPr>
        <p:spPr>
          <a:xfrm>
            <a:off x="8046720" y="1628774"/>
            <a:ext cx="3538728" cy="442912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Tree>
    <p:extLst>
      <p:ext uri="{BB962C8B-B14F-4D97-AF65-F5344CB8AC3E}">
        <p14:creationId xmlns:p14="http://schemas.microsoft.com/office/powerpoint/2010/main" val="16213822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and Captio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6C812B75-7FE4-C143-BD4E-335D298AAC2D}"/>
              </a:ext>
            </a:extLst>
          </p:cNvPr>
          <p:cNvSpPr>
            <a:spLocks noGrp="1"/>
          </p:cNvSpPr>
          <p:nvPr>
            <p:ph type="body" sz="quarter" idx="13" hasCustomPrompt="1"/>
          </p:nvPr>
        </p:nvSpPr>
        <p:spPr>
          <a:xfrm>
            <a:off x="609600" y="1120767"/>
            <a:ext cx="10972800" cy="321627"/>
          </a:xfrm>
        </p:spPr>
        <p:txBody>
          <a:bodyPr lIns="0">
            <a:noAutofit/>
          </a:bodyPr>
          <a:lstStyle>
            <a:lvl1pPr marL="18288" indent="0">
              <a:lnSpc>
                <a:spcPct val="95000"/>
              </a:lnSpc>
              <a:spcBef>
                <a:spcPts val="800"/>
              </a:spcBef>
              <a:spcAft>
                <a:spcPts val="0"/>
              </a:spcAft>
              <a:buNone/>
              <a:defRPr sz="2100" b="0" cap="none" spc="0" baseline="0">
                <a:solidFill>
                  <a:schemeClr val="accent1"/>
                </a:solidFill>
              </a:defRPr>
            </a:lvl1pPr>
          </a:lstStyle>
          <a:p>
            <a:pPr lvl="0"/>
            <a:r>
              <a:rPr lang="en-GB" dirty="0"/>
              <a:t>Optional Subtitle</a:t>
            </a:r>
          </a:p>
        </p:txBody>
      </p:sp>
      <p:sp>
        <p:nvSpPr>
          <p:cNvPr id="16" name="Content Placeholder 3">
            <a:extLst>
              <a:ext uri="{FF2B5EF4-FFF2-40B4-BE49-F238E27FC236}">
                <a16:creationId xmlns:a16="http://schemas.microsoft.com/office/drawing/2014/main" id="{7D186497-357B-4F1B-9C0C-F903BE1357D8}"/>
              </a:ext>
            </a:extLst>
          </p:cNvPr>
          <p:cNvSpPr>
            <a:spLocks noGrp="1"/>
          </p:cNvSpPr>
          <p:nvPr>
            <p:ph sz="quarter" idx="18" hasCustomPrompt="1"/>
          </p:nvPr>
        </p:nvSpPr>
        <p:spPr>
          <a:xfrm>
            <a:off x="609599" y="1628775"/>
            <a:ext cx="7266941" cy="4429125"/>
          </a:xfrm>
        </p:spPr>
        <p:txBody>
          <a:bodyPr anchor="ctr"/>
          <a:lstStyle>
            <a:lvl1pPr marL="0" indent="0" algn="ctr">
              <a:buFont typeface="Arial" panose="020B0604020202020204" pitchFamily="34" charset="0"/>
              <a:buNone/>
              <a:defRPr lang="en-GB" sz="2300" kern="1200" dirty="0">
                <a:solidFill>
                  <a:schemeClr val="tx1"/>
                </a:solidFill>
                <a:latin typeface="+mn-lt"/>
                <a:ea typeface="+mn-ea"/>
                <a:cs typeface="Calibri" panose="020F0502020204030204" pitchFamily="34" charset="0"/>
              </a:defRPr>
            </a:lvl1pPr>
          </a:lstStyle>
          <a:p>
            <a:pPr lvl="0"/>
            <a:r>
              <a:rPr lang="en-GB" dirty="0"/>
              <a:t>Click icon to </a:t>
            </a:r>
            <a:br>
              <a:rPr lang="en-GB" dirty="0"/>
            </a:br>
            <a:r>
              <a:rPr lang="en-GB" dirty="0"/>
              <a:t>add object</a:t>
            </a:r>
          </a:p>
        </p:txBody>
      </p:sp>
      <p:sp>
        <p:nvSpPr>
          <p:cNvPr id="13" name="Text Placeholder 12">
            <a:extLst>
              <a:ext uri="{FF2B5EF4-FFF2-40B4-BE49-F238E27FC236}">
                <a16:creationId xmlns:a16="http://schemas.microsoft.com/office/drawing/2014/main" id="{F881A89A-5B99-4886-A44D-173F33A532E6}"/>
              </a:ext>
            </a:extLst>
          </p:cNvPr>
          <p:cNvSpPr>
            <a:spLocks noGrp="1"/>
          </p:cNvSpPr>
          <p:nvPr>
            <p:ph type="body" sz="quarter" idx="15" hasCustomPrompt="1"/>
          </p:nvPr>
        </p:nvSpPr>
        <p:spPr>
          <a:xfrm>
            <a:off x="8253729" y="1637919"/>
            <a:ext cx="3328672" cy="1080000"/>
          </a:xfrm>
        </p:spPr>
        <p:txBody>
          <a:bodyPr tIns="91440">
            <a:noAutofit/>
          </a:bodyPr>
          <a:lstStyle>
            <a:lvl1pPr marL="18288" indent="0">
              <a:lnSpc>
                <a:spcPct val="90000"/>
              </a:lnSpc>
              <a:spcAft>
                <a:spcPts val="300"/>
              </a:spcAft>
              <a:buNone/>
              <a:defRPr sz="1800" b="0" cap="all" baseline="0">
                <a:solidFill>
                  <a:schemeClr val="accent1"/>
                </a:solidFill>
                <a:latin typeface="+mn-lt"/>
                <a:cs typeface="Calibri" panose="020F0502020204030204" pitchFamily="34" charset="0"/>
              </a:defRPr>
            </a:lvl1pPr>
            <a:lvl2pPr marL="18288" indent="0">
              <a:lnSpc>
                <a:spcPct val="90000"/>
              </a:lnSpc>
              <a:spcBef>
                <a:spcPts val="0"/>
              </a:spcBef>
              <a:spcAft>
                <a:spcPts val="300"/>
              </a:spcAft>
              <a:buNone/>
              <a:defRPr sz="1600" b="0" cap="none" baseline="0">
                <a:solidFill>
                  <a:schemeClr val="tx1"/>
                </a:solidFill>
                <a:latin typeface="+mn-lt"/>
                <a:cs typeface="Calibri" panose="020F0502020204030204" pitchFamily="34" charset="0"/>
              </a:defRPr>
            </a:lvl2pPr>
            <a:lvl3pPr marL="18288" indent="0">
              <a:lnSpc>
                <a:spcPct val="90000"/>
              </a:lnSpc>
              <a:spcBef>
                <a:spcPts val="0"/>
              </a:spcBef>
              <a:spcAft>
                <a:spcPts val="300"/>
              </a:spcAft>
              <a:buNone/>
              <a:defRPr sz="1400">
                <a:solidFill>
                  <a:schemeClr val="tx1"/>
                </a:solidFill>
                <a:latin typeface="+mn-lt"/>
                <a:cs typeface="Calibri" panose="020F0502020204030204" pitchFamily="34" charset="0"/>
              </a:defRPr>
            </a:lvl3pPr>
          </a:lstStyle>
          <a:p>
            <a:pPr lvl="0"/>
            <a:r>
              <a:rPr lang="en-GB" dirty="0"/>
              <a:t>Edit Master text styles</a:t>
            </a:r>
          </a:p>
          <a:p>
            <a:pPr lvl="1"/>
            <a:r>
              <a:rPr lang="en-GB" dirty="0"/>
              <a:t>Second level</a:t>
            </a:r>
          </a:p>
          <a:p>
            <a:pPr lvl="2"/>
            <a:r>
              <a:rPr lang="en-GB" dirty="0"/>
              <a:t>Third level</a:t>
            </a:r>
          </a:p>
        </p:txBody>
      </p:sp>
      <p:sp>
        <p:nvSpPr>
          <p:cNvPr id="14" name="Text Placeholder 12">
            <a:extLst>
              <a:ext uri="{FF2B5EF4-FFF2-40B4-BE49-F238E27FC236}">
                <a16:creationId xmlns:a16="http://schemas.microsoft.com/office/drawing/2014/main" id="{43AA7D44-BC15-475B-B3F8-FCBE61D905F4}"/>
              </a:ext>
            </a:extLst>
          </p:cNvPr>
          <p:cNvSpPr>
            <a:spLocks noGrp="1"/>
          </p:cNvSpPr>
          <p:nvPr>
            <p:ph type="body" sz="quarter" idx="16" hasCustomPrompt="1"/>
          </p:nvPr>
        </p:nvSpPr>
        <p:spPr>
          <a:xfrm>
            <a:off x="8253729" y="3046095"/>
            <a:ext cx="3328672" cy="1080000"/>
          </a:xfrm>
        </p:spPr>
        <p:txBody>
          <a:bodyPr>
            <a:noAutofit/>
          </a:bodyPr>
          <a:lstStyle>
            <a:lvl1pPr marL="18288" indent="0">
              <a:lnSpc>
                <a:spcPct val="90000"/>
              </a:lnSpc>
              <a:spcAft>
                <a:spcPts val="300"/>
              </a:spcAft>
              <a:buNone/>
              <a:defRPr sz="1800" b="0" cap="all" baseline="0">
                <a:solidFill>
                  <a:schemeClr val="accent1"/>
                </a:solidFill>
                <a:latin typeface="+mn-lt"/>
                <a:cs typeface="Calibri" panose="020F0502020204030204" pitchFamily="34" charset="0"/>
              </a:defRPr>
            </a:lvl1pPr>
            <a:lvl2pPr marL="18288" indent="0" algn="l">
              <a:lnSpc>
                <a:spcPct val="90000"/>
              </a:lnSpc>
              <a:spcBef>
                <a:spcPts val="0"/>
              </a:spcBef>
              <a:spcAft>
                <a:spcPts val="300"/>
              </a:spcAft>
              <a:buNone/>
              <a:defRPr sz="1600" b="0" cap="none" baseline="0">
                <a:solidFill>
                  <a:schemeClr val="tx1"/>
                </a:solidFill>
                <a:latin typeface="+mn-lt"/>
                <a:cs typeface="Calibri" panose="020F0502020204030204" pitchFamily="34" charset="0"/>
              </a:defRPr>
            </a:lvl2pPr>
            <a:lvl3pPr marL="18288" indent="0">
              <a:lnSpc>
                <a:spcPct val="90000"/>
              </a:lnSpc>
              <a:spcBef>
                <a:spcPts val="0"/>
              </a:spcBef>
              <a:spcAft>
                <a:spcPts val="300"/>
              </a:spcAft>
              <a:buNone/>
              <a:defRPr sz="1400">
                <a:solidFill>
                  <a:schemeClr val="tx1"/>
                </a:solidFill>
                <a:latin typeface="+mn-lt"/>
                <a:cs typeface="Calibri" panose="020F0502020204030204" pitchFamily="34" charset="0"/>
              </a:defRPr>
            </a:lvl3pPr>
          </a:lstStyle>
          <a:p>
            <a:pPr lvl="0"/>
            <a:r>
              <a:rPr lang="en-GB" dirty="0"/>
              <a:t>Edit Master text styles</a:t>
            </a:r>
          </a:p>
          <a:p>
            <a:pPr lvl="1"/>
            <a:r>
              <a:rPr lang="en-GB" dirty="0"/>
              <a:t>Second level</a:t>
            </a:r>
          </a:p>
          <a:p>
            <a:pPr lvl="2"/>
            <a:r>
              <a:rPr lang="en-GB" dirty="0"/>
              <a:t>Third level</a:t>
            </a:r>
          </a:p>
        </p:txBody>
      </p:sp>
      <p:sp>
        <p:nvSpPr>
          <p:cNvPr id="6" name="Title 5">
            <a:extLst>
              <a:ext uri="{FF2B5EF4-FFF2-40B4-BE49-F238E27FC236}">
                <a16:creationId xmlns:a16="http://schemas.microsoft.com/office/drawing/2014/main" id="{31CD2555-A8C6-0847-9C61-2C0C2C2289C4}"/>
              </a:ext>
            </a:extLst>
          </p:cNvPr>
          <p:cNvSpPr>
            <a:spLocks noGrp="1"/>
          </p:cNvSpPr>
          <p:nvPr>
            <p:ph type="title"/>
          </p:nvPr>
        </p:nvSpPr>
        <p:spPr/>
        <p:txBody>
          <a:bodyPr/>
          <a:lstStyle/>
          <a:p>
            <a:r>
              <a:rPr lang="en-GB"/>
              <a:t>Click to edit Master title style</a:t>
            </a:r>
            <a:endParaRPr lang="en-US"/>
          </a:p>
        </p:txBody>
      </p:sp>
      <p:sp>
        <p:nvSpPr>
          <p:cNvPr id="7" name="Footer Placeholder 6">
            <a:extLst>
              <a:ext uri="{FF2B5EF4-FFF2-40B4-BE49-F238E27FC236}">
                <a16:creationId xmlns:a16="http://schemas.microsoft.com/office/drawing/2014/main" id="{BE0D1227-9172-074E-B1B8-EDC39F2A0169}"/>
              </a:ext>
            </a:extLst>
          </p:cNvPr>
          <p:cNvSpPr>
            <a:spLocks noGrp="1"/>
          </p:cNvSpPr>
          <p:nvPr>
            <p:ph type="ftr" sz="quarter" idx="20"/>
          </p:nvPr>
        </p:nvSpPr>
        <p:spPr/>
        <p:txBody>
          <a:bodyPr/>
          <a:lstStyle/>
          <a:p>
            <a:r>
              <a:rPr lang="en-US" dirty="0"/>
              <a:t>For Internal Use Only. © 2026 AVEVA Group Limited or its subsidiaries. All rights reserved.</a:t>
            </a:r>
            <a:endParaRPr lang="en-GB" dirty="0"/>
          </a:p>
        </p:txBody>
      </p:sp>
      <p:sp>
        <p:nvSpPr>
          <p:cNvPr id="9" name="Slide Number Placeholder 8">
            <a:extLst>
              <a:ext uri="{FF2B5EF4-FFF2-40B4-BE49-F238E27FC236}">
                <a16:creationId xmlns:a16="http://schemas.microsoft.com/office/drawing/2014/main" id="{F281C14A-1F69-5C41-A0B5-C2383F1AA8DC}"/>
              </a:ext>
            </a:extLst>
          </p:cNvPr>
          <p:cNvSpPr>
            <a:spLocks noGrp="1"/>
          </p:cNvSpPr>
          <p:nvPr>
            <p:ph type="sldNum" sz="quarter" idx="21"/>
          </p:nvPr>
        </p:nvSpPr>
        <p:spPr/>
        <p:txBody>
          <a:bodyPr/>
          <a:lstStyle/>
          <a:p>
            <a:fld id="{267CDB12-45E5-4FD7-AE50-9CB5AFC72BA1}" type="slidenum">
              <a:rPr lang="en-GB" smtClean="0"/>
              <a:pPr/>
              <a:t>‹#›</a:t>
            </a:fld>
            <a:endParaRPr lang="en-GB"/>
          </a:p>
        </p:txBody>
      </p:sp>
    </p:spTree>
    <p:extLst>
      <p:ext uri="{BB962C8B-B14F-4D97-AF65-F5344CB8AC3E}">
        <p14:creationId xmlns:p14="http://schemas.microsoft.com/office/powerpoint/2010/main" val="16379459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aption and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A62527-69C2-1545-8A37-DF14098EE150}"/>
              </a:ext>
            </a:extLst>
          </p:cNvPr>
          <p:cNvSpPr>
            <a:spLocks noGrp="1"/>
          </p:cNvSpPr>
          <p:nvPr>
            <p:ph type="title"/>
          </p:nvPr>
        </p:nvSpPr>
        <p:spPr/>
        <p:txBody>
          <a:bodyPr/>
          <a:lstStyle/>
          <a:p>
            <a:r>
              <a:rPr lang="en-GB"/>
              <a:t>Click to edit Master title style</a:t>
            </a:r>
            <a:endParaRPr lang="en-GB" dirty="0"/>
          </a:p>
        </p:txBody>
      </p:sp>
      <p:sp>
        <p:nvSpPr>
          <p:cNvPr id="8" name="Text Placeholder 7">
            <a:extLst>
              <a:ext uri="{FF2B5EF4-FFF2-40B4-BE49-F238E27FC236}">
                <a16:creationId xmlns:a16="http://schemas.microsoft.com/office/drawing/2014/main" id="{9A636838-E288-6E41-951D-112A4F82CC78}"/>
              </a:ext>
            </a:extLst>
          </p:cNvPr>
          <p:cNvSpPr>
            <a:spLocks noGrp="1"/>
          </p:cNvSpPr>
          <p:nvPr>
            <p:ph type="body" sz="quarter" idx="13" hasCustomPrompt="1"/>
          </p:nvPr>
        </p:nvSpPr>
        <p:spPr>
          <a:xfrm>
            <a:off x="609583" y="1125538"/>
            <a:ext cx="10972800" cy="321627"/>
          </a:xfrm>
        </p:spPr>
        <p:txBody>
          <a:bodyPr lIns="0">
            <a:noAutofit/>
          </a:bodyPr>
          <a:lstStyle>
            <a:lvl1pPr marL="18288" indent="0">
              <a:lnSpc>
                <a:spcPct val="95000"/>
              </a:lnSpc>
              <a:spcBef>
                <a:spcPts val="800"/>
              </a:spcBef>
              <a:spcAft>
                <a:spcPts val="0"/>
              </a:spcAft>
              <a:buNone/>
              <a:defRPr sz="2100" b="0" cap="none" spc="0" baseline="0">
                <a:solidFill>
                  <a:schemeClr val="accent1"/>
                </a:solidFill>
              </a:defRPr>
            </a:lvl1pPr>
          </a:lstStyle>
          <a:p>
            <a:pPr lvl="0"/>
            <a:r>
              <a:rPr lang="en-GB" dirty="0"/>
              <a:t>Optional Subtitle</a:t>
            </a:r>
          </a:p>
        </p:txBody>
      </p:sp>
      <p:sp>
        <p:nvSpPr>
          <p:cNvPr id="13" name="Text Placeholder 12">
            <a:extLst>
              <a:ext uri="{FF2B5EF4-FFF2-40B4-BE49-F238E27FC236}">
                <a16:creationId xmlns:a16="http://schemas.microsoft.com/office/drawing/2014/main" id="{F881A89A-5B99-4886-A44D-173F33A532E6}"/>
              </a:ext>
            </a:extLst>
          </p:cNvPr>
          <p:cNvSpPr>
            <a:spLocks noGrp="1"/>
          </p:cNvSpPr>
          <p:nvPr>
            <p:ph type="body" sz="quarter" idx="15" hasCustomPrompt="1"/>
          </p:nvPr>
        </p:nvSpPr>
        <p:spPr>
          <a:xfrm>
            <a:off x="609600" y="1631949"/>
            <a:ext cx="3328670" cy="1080000"/>
          </a:xfrm>
        </p:spPr>
        <p:txBody>
          <a:bodyPr tIns="91440">
            <a:noAutofit/>
          </a:bodyPr>
          <a:lstStyle>
            <a:lvl1pPr marL="18288" indent="0">
              <a:lnSpc>
                <a:spcPct val="100000"/>
              </a:lnSpc>
              <a:spcAft>
                <a:spcPts val="300"/>
              </a:spcAft>
              <a:buNone/>
              <a:defRPr sz="1800" b="0" cap="all" baseline="0">
                <a:solidFill>
                  <a:schemeClr val="accent1"/>
                </a:solidFill>
                <a:latin typeface="+mn-lt"/>
                <a:cs typeface="Calibri" panose="020F0502020204030204" pitchFamily="34" charset="0"/>
              </a:defRPr>
            </a:lvl1pPr>
            <a:lvl2pPr marL="18288" indent="0">
              <a:lnSpc>
                <a:spcPct val="100000"/>
              </a:lnSpc>
              <a:spcBef>
                <a:spcPts val="0"/>
              </a:spcBef>
              <a:spcAft>
                <a:spcPts val="300"/>
              </a:spcAft>
              <a:buNone/>
              <a:defRPr sz="1600" b="0" cap="none" baseline="0">
                <a:solidFill>
                  <a:schemeClr val="tx1"/>
                </a:solidFill>
                <a:latin typeface="+mn-lt"/>
                <a:cs typeface="Calibri" panose="020F0502020204030204" pitchFamily="34" charset="0"/>
              </a:defRPr>
            </a:lvl2pPr>
            <a:lvl3pPr marL="18288" indent="0">
              <a:lnSpc>
                <a:spcPct val="100000"/>
              </a:lnSpc>
              <a:spcBef>
                <a:spcPts val="0"/>
              </a:spcBef>
              <a:spcAft>
                <a:spcPts val="300"/>
              </a:spcAft>
              <a:buNone/>
              <a:defRPr sz="1400">
                <a:solidFill>
                  <a:schemeClr val="tx1"/>
                </a:solidFill>
                <a:latin typeface="+mn-lt"/>
                <a:cs typeface="Calibri" panose="020F0502020204030204" pitchFamily="34" charset="0"/>
              </a:defRPr>
            </a:lvl3pPr>
          </a:lstStyle>
          <a:p>
            <a:pPr lvl="0"/>
            <a:r>
              <a:rPr lang="en-GB" dirty="0"/>
              <a:t>Edit Master text styles</a:t>
            </a:r>
          </a:p>
          <a:p>
            <a:pPr lvl="1"/>
            <a:r>
              <a:rPr lang="en-GB" dirty="0"/>
              <a:t>Second level</a:t>
            </a:r>
          </a:p>
          <a:p>
            <a:pPr lvl="2"/>
            <a:r>
              <a:rPr lang="en-GB" dirty="0"/>
              <a:t>Third level</a:t>
            </a:r>
          </a:p>
        </p:txBody>
      </p:sp>
      <p:sp>
        <p:nvSpPr>
          <p:cNvPr id="14" name="Text Placeholder 12">
            <a:extLst>
              <a:ext uri="{FF2B5EF4-FFF2-40B4-BE49-F238E27FC236}">
                <a16:creationId xmlns:a16="http://schemas.microsoft.com/office/drawing/2014/main" id="{43AA7D44-BC15-475B-B3F8-FCBE61D905F4}"/>
              </a:ext>
            </a:extLst>
          </p:cNvPr>
          <p:cNvSpPr>
            <a:spLocks noGrp="1"/>
          </p:cNvSpPr>
          <p:nvPr>
            <p:ph type="body" sz="quarter" idx="16"/>
          </p:nvPr>
        </p:nvSpPr>
        <p:spPr>
          <a:xfrm>
            <a:off x="609600" y="3049269"/>
            <a:ext cx="3328670" cy="1080000"/>
          </a:xfrm>
        </p:spPr>
        <p:txBody>
          <a:bodyPr>
            <a:noAutofit/>
          </a:bodyPr>
          <a:lstStyle>
            <a:lvl1pPr marL="18288" indent="0">
              <a:lnSpc>
                <a:spcPct val="100000"/>
              </a:lnSpc>
              <a:spcAft>
                <a:spcPts val="300"/>
              </a:spcAft>
              <a:buNone/>
              <a:defRPr sz="1800" b="0" cap="all" baseline="0">
                <a:solidFill>
                  <a:schemeClr val="accent1"/>
                </a:solidFill>
                <a:latin typeface="+mn-lt"/>
                <a:cs typeface="Calibri" panose="020F0502020204030204" pitchFamily="34" charset="0"/>
              </a:defRPr>
            </a:lvl1pPr>
            <a:lvl2pPr marL="18288" indent="0" algn="l">
              <a:lnSpc>
                <a:spcPct val="100000"/>
              </a:lnSpc>
              <a:spcBef>
                <a:spcPts val="0"/>
              </a:spcBef>
              <a:spcAft>
                <a:spcPts val="300"/>
              </a:spcAft>
              <a:buNone/>
              <a:defRPr sz="1600" b="0" cap="none" baseline="0">
                <a:solidFill>
                  <a:schemeClr val="tx1"/>
                </a:solidFill>
                <a:latin typeface="+mn-lt"/>
                <a:cs typeface="Calibri" panose="020F0502020204030204" pitchFamily="34" charset="0"/>
              </a:defRPr>
            </a:lvl2pPr>
            <a:lvl3pPr marL="18288" indent="0">
              <a:lnSpc>
                <a:spcPct val="100000"/>
              </a:lnSpc>
              <a:spcBef>
                <a:spcPts val="0"/>
              </a:spcBef>
              <a:spcAft>
                <a:spcPts val="300"/>
              </a:spcAft>
              <a:buNone/>
              <a:defRPr sz="1400">
                <a:solidFill>
                  <a:schemeClr val="tx1"/>
                </a:solidFill>
                <a:latin typeface="+mn-lt"/>
                <a:cs typeface="Calibri" panose="020F0502020204030204" pitchFamily="34" charset="0"/>
              </a:defRPr>
            </a:lvl3pPr>
          </a:lstStyle>
          <a:p>
            <a:pPr lvl="0"/>
            <a:r>
              <a:rPr lang="en-GB"/>
              <a:t>Click to edit Master text styles</a:t>
            </a:r>
          </a:p>
          <a:p>
            <a:pPr lvl="1"/>
            <a:r>
              <a:rPr lang="en-GB"/>
              <a:t>Second level</a:t>
            </a:r>
          </a:p>
          <a:p>
            <a:pPr lvl="2"/>
            <a:r>
              <a:rPr lang="en-GB"/>
              <a:t>Third level</a:t>
            </a:r>
          </a:p>
        </p:txBody>
      </p:sp>
      <p:sp>
        <p:nvSpPr>
          <p:cNvPr id="15" name="Content Placeholder 3">
            <a:extLst>
              <a:ext uri="{FF2B5EF4-FFF2-40B4-BE49-F238E27FC236}">
                <a16:creationId xmlns:a16="http://schemas.microsoft.com/office/drawing/2014/main" id="{8C39B1C2-65CF-4E3C-B34E-0954BB55D8E4}"/>
              </a:ext>
            </a:extLst>
          </p:cNvPr>
          <p:cNvSpPr>
            <a:spLocks noGrp="1"/>
          </p:cNvSpPr>
          <p:nvPr>
            <p:ph sz="quarter" idx="18" hasCustomPrompt="1"/>
          </p:nvPr>
        </p:nvSpPr>
        <p:spPr>
          <a:xfrm>
            <a:off x="4312730" y="1631949"/>
            <a:ext cx="7269653" cy="4425951"/>
          </a:xfrm>
        </p:spPr>
        <p:txBody>
          <a:bodyPr anchor="ctr"/>
          <a:lstStyle>
            <a:lvl1pPr marL="0" indent="0" algn="ctr">
              <a:buFont typeface="Arial" panose="020B0604020202020204" pitchFamily="34" charset="0"/>
              <a:buNone/>
              <a:defRPr lang="en-GB" sz="2300" kern="1200" dirty="0">
                <a:solidFill>
                  <a:schemeClr val="tx1"/>
                </a:solidFill>
                <a:latin typeface="+mn-lt"/>
                <a:ea typeface="+mn-ea"/>
                <a:cs typeface="Calibri" panose="020F0502020204030204" pitchFamily="34" charset="0"/>
              </a:defRPr>
            </a:lvl1pPr>
          </a:lstStyle>
          <a:p>
            <a:pPr lvl="0"/>
            <a:r>
              <a:rPr lang="en-GB" dirty="0"/>
              <a:t>Click icon to </a:t>
            </a:r>
            <a:br>
              <a:rPr lang="en-GB" dirty="0"/>
            </a:br>
            <a:r>
              <a:rPr lang="en-GB" dirty="0"/>
              <a:t>add object</a:t>
            </a:r>
          </a:p>
        </p:txBody>
      </p:sp>
      <p:sp>
        <p:nvSpPr>
          <p:cNvPr id="7" name="Footer Placeholder 6">
            <a:extLst>
              <a:ext uri="{FF2B5EF4-FFF2-40B4-BE49-F238E27FC236}">
                <a16:creationId xmlns:a16="http://schemas.microsoft.com/office/drawing/2014/main" id="{C50269A9-E692-AB4E-8AFB-FA4A99B286BA}"/>
              </a:ext>
            </a:extLst>
          </p:cNvPr>
          <p:cNvSpPr>
            <a:spLocks noGrp="1"/>
          </p:cNvSpPr>
          <p:nvPr>
            <p:ph type="ftr" sz="quarter" idx="20"/>
          </p:nvPr>
        </p:nvSpPr>
        <p:spPr/>
        <p:txBody>
          <a:bodyPr/>
          <a:lstStyle/>
          <a:p>
            <a:r>
              <a:rPr lang="en-US" dirty="0"/>
              <a:t>For Internal Use Only. © 2026 AVEVA Group Limited or its subsidiaries. All rights reserved.</a:t>
            </a:r>
            <a:endParaRPr lang="en-GB" dirty="0"/>
          </a:p>
        </p:txBody>
      </p:sp>
      <p:sp>
        <p:nvSpPr>
          <p:cNvPr id="9" name="Slide Number Placeholder 8">
            <a:extLst>
              <a:ext uri="{FF2B5EF4-FFF2-40B4-BE49-F238E27FC236}">
                <a16:creationId xmlns:a16="http://schemas.microsoft.com/office/drawing/2014/main" id="{A15D8BFF-0F48-A446-9A6B-41FC0E7230C9}"/>
              </a:ext>
            </a:extLst>
          </p:cNvPr>
          <p:cNvSpPr>
            <a:spLocks noGrp="1"/>
          </p:cNvSpPr>
          <p:nvPr>
            <p:ph type="sldNum" sz="quarter" idx="21"/>
          </p:nvPr>
        </p:nvSpPr>
        <p:spPr/>
        <p:txBody>
          <a:bodyPr/>
          <a:lstStyle/>
          <a:p>
            <a:fld id="{267CDB12-45E5-4FD7-AE50-9CB5AFC72BA1}" type="slidenum">
              <a:rPr lang="en-GB" smtClean="0"/>
              <a:pPr/>
              <a:t>‹#›</a:t>
            </a:fld>
            <a:endParaRPr lang="en-GB"/>
          </a:p>
        </p:txBody>
      </p:sp>
    </p:spTree>
    <p:extLst>
      <p:ext uri="{BB962C8B-B14F-4D97-AF65-F5344CB8AC3E}">
        <p14:creationId xmlns:p14="http://schemas.microsoft.com/office/powerpoint/2010/main" val="38371779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and Photo">
    <p:bg>
      <p:bgPr>
        <a:solidFill>
          <a:schemeClr val="bg1"/>
        </a:solidFill>
        <a:effectLst/>
      </p:bgPr>
    </p:bg>
    <p:spTree>
      <p:nvGrpSpPr>
        <p:cNvPr id="1" name=""/>
        <p:cNvGrpSpPr/>
        <p:nvPr/>
      </p:nvGrpSpPr>
      <p:grpSpPr>
        <a:xfrm>
          <a:off x="0" y="0"/>
          <a:ext cx="0" cy="0"/>
          <a:chOff x="0" y="0"/>
          <a:chExt cx="0" cy="0"/>
        </a:xfrm>
      </p:grpSpPr>
      <p:sp>
        <p:nvSpPr>
          <p:cNvPr id="20" name="Text Placeholder 7">
            <a:extLst>
              <a:ext uri="{FF2B5EF4-FFF2-40B4-BE49-F238E27FC236}">
                <a16:creationId xmlns:a16="http://schemas.microsoft.com/office/drawing/2014/main" id="{CF50DE83-481E-9B45-9EBC-5C3646FF7735}"/>
              </a:ext>
            </a:extLst>
          </p:cNvPr>
          <p:cNvSpPr>
            <a:spLocks noGrp="1"/>
          </p:cNvSpPr>
          <p:nvPr>
            <p:ph type="body" sz="quarter" idx="13" hasCustomPrompt="1"/>
          </p:nvPr>
        </p:nvSpPr>
        <p:spPr>
          <a:xfrm>
            <a:off x="609600" y="1125538"/>
            <a:ext cx="5054600" cy="321627"/>
          </a:xfrm>
        </p:spPr>
        <p:txBody>
          <a:bodyPr lIns="0">
            <a:noAutofit/>
          </a:bodyPr>
          <a:lstStyle>
            <a:lvl1pPr marL="18288" indent="0">
              <a:lnSpc>
                <a:spcPct val="95000"/>
              </a:lnSpc>
              <a:spcBef>
                <a:spcPts val="800"/>
              </a:spcBef>
              <a:spcAft>
                <a:spcPts val="0"/>
              </a:spcAft>
              <a:buNone/>
              <a:defRPr sz="2100" b="0" cap="none" spc="0" baseline="0">
                <a:solidFill>
                  <a:schemeClr val="accent1"/>
                </a:solidFill>
              </a:defRPr>
            </a:lvl1pPr>
          </a:lstStyle>
          <a:p>
            <a:pPr lvl="0"/>
            <a:r>
              <a:rPr lang="en-GB" dirty="0"/>
              <a:t>Optional Subtitle</a:t>
            </a:r>
          </a:p>
        </p:txBody>
      </p:sp>
      <p:sp>
        <p:nvSpPr>
          <p:cNvPr id="25" name="Picture Placeholder 3">
            <a:extLst>
              <a:ext uri="{FF2B5EF4-FFF2-40B4-BE49-F238E27FC236}">
                <a16:creationId xmlns:a16="http://schemas.microsoft.com/office/drawing/2014/main" id="{FC293AC8-10B8-4969-B6D2-FA05ED9AE145}"/>
              </a:ext>
              <a:ext uri="{C183D7F6-B498-43B3-948B-1728B52AA6E4}">
                <adec:decorative xmlns:adec="http://schemas.microsoft.com/office/drawing/2017/decorative" val="1"/>
              </a:ext>
            </a:extLst>
          </p:cNvPr>
          <p:cNvSpPr>
            <a:spLocks noGrp="1"/>
          </p:cNvSpPr>
          <p:nvPr>
            <p:ph type="pic" sz="quarter" idx="15" hasCustomPrompt="1"/>
          </p:nvPr>
        </p:nvSpPr>
        <p:spPr>
          <a:xfrm>
            <a:off x="6096000" y="-9144"/>
            <a:ext cx="6108192" cy="6879600"/>
          </a:xfrm>
          <a:prstGeom prst="rect">
            <a:avLst/>
          </a:prstGeom>
          <a:gradFill>
            <a:gsLst>
              <a:gs pos="11000">
                <a:schemeClr val="tx2"/>
              </a:gs>
              <a:gs pos="100000">
                <a:schemeClr val="accent1"/>
              </a:gs>
            </a:gsLst>
            <a:lin ang="2700000" scaled="0"/>
          </a:gradFill>
          <a:ln>
            <a:noFill/>
          </a:ln>
        </p:spPr>
        <p:txBody>
          <a:bodyPr anchor="ctr"/>
          <a:lstStyle>
            <a:lvl1pPr marL="0" indent="0" algn="ctr">
              <a:buNone/>
              <a:defRPr sz="2000">
                <a:solidFill>
                  <a:schemeClr val="bg1"/>
                </a:solidFill>
                <a:latin typeface="+mn-lt"/>
                <a:cs typeface="Calibri" panose="020F0502020204030204" pitchFamily="34" charset="0"/>
              </a:defRPr>
            </a:lvl1pPr>
          </a:lstStyle>
          <a:p>
            <a:r>
              <a:rPr lang="en-GB"/>
              <a:t>Click icon to Insert Image</a:t>
            </a:r>
          </a:p>
        </p:txBody>
      </p:sp>
      <p:sp>
        <p:nvSpPr>
          <p:cNvPr id="17" name="TextBox 16">
            <a:extLst>
              <a:ext uri="{FF2B5EF4-FFF2-40B4-BE49-F238E27FC236}">
                <a16:creationId xmlns:a16="http://schemas.microsoft.com/office/drawing/2014/main" id="{7E5A9918-D0F1-4E3A-BC00-0A470C1DFF2D}"/>
              </a:ext>
            </a:extLst>
          </p:cNvPr>
          <p:cNvSpPr txBox="1"/>
          <p:nvPr userDrawn="1"/>
        </p:nvSpPr>
        <p:spPr>
          <a:xfrm>
            <a:off x="6215791" y="6957236"/>
            <a:ext cx="5976209" cy="707886"/>
          </a:xfrm>
          <a:prstGeom prst="rect">
            <a:avLst/>
          </a:prstGeom>
          <a:noFill/>
        </p:spPr>
        <p:txBody>
          <a:bodyPr wrap="square" rtlCol="0">
            <a:spAutoFit/>
          </a:bodyPr>
          <a:lstStyle/>
          <a:p>
            <a:r>
              <a:rPr lang="en-GB" sz="1000" b="1" dirty="0">
                <a:solidFill>
                  <a:schemeClr val="bg1">
                    <a:lumMod val="65000"/>
                  </a:schemeClr>
                </a:solidFill>
                <a:latin typeface="Calibri" panose="020F0502020204030204" pitchFamily="34" charset="0"/>
                <a:cs typeface="Calibri" panose="020F0502020204030204" pitchFamily="34" charset="0"/>
              </a:rPr>
              <a:t>Adding an image to the rectangular frame (recommended):</a:t>
            </a:r>
          </a:p>
          <a:p>
            <a:r>
              <a:rPr lang="en-GB" sz="1000" dirty="0">
                <a:solidFill>
                  <a:schemeClr val="bg1">
                    <a:lumMod val="65000"/>
                  </a:schemeClr>
                </a:solidFill>
                <a:latin typeface="Calibri" panose="020F0502020204030204" pitchFamily="34" charset="0"/>
                <a:cs typeface="Calibri" panose="020F0502020204030204" pitchFamily="34" charset="0"/>
              </a:rPr>
              <a:t>Prior to starting, please browse our DAM </a:t>
            </a:r>
            <a:r>
              <a:rPr lang="en-GB" sz="1000" b="0" dirty="0">
                <a:solidFill>
                  <a:schemeClr val="bg1">
                    <a:lumMod val="65000"/>
                  </a:schemeClr>
                </a:solidFill>
                <a:latin typeface="Calibri" panose="020F0502020204030204" pitchFamily="34" charset="0"/>
                <a:cs typeface="Calibri" panose="020F0502020204030204" pitchFamily="34" charset="0"/>
              </a:rPr>
              <a:t>https://</a:t>
            </a:r>
            <a:r>
              <a:rPr lang="en-GB" sz="1000" b="0" dirty="0" err="1">
                <a:solidFill>
                  <a:schemeClr val="bg1">
                    <a:lumMod val="65000"/>
                  </a:schemeClr>
                </a:solidFill>
                <a:latin typeface="Calibri" panose="020F0502020204030204" pitchFamily="34" charset="0"/>
                <a:cs typeface="Calibri" panose="020F0502020204030204" pitchFamily="34" charset="0"/>
              </a:rPr>
              <a:t>content.aveva.com</a:t>
            </a:r>
            <a:r>
              <a:rPr lang="en-GB" sz="1000" b="0" dirty="0">
                <a:solidFill>
                  <a:schemeClr val="bg1">
                    <a:lumMod val="65000"/>
                  </a:schemeClr>
                </a:solidFill>
                <a:latin typeface="Calibri" panose="020F0502020204030204" pitchFamily="34" charset="0"/>
                <a:cs typeface="Calibri" panose="020F0502020204030204" pitchFamily="34" charset="0"/>
              </a:rPr>
              <a:t>/ </a:t>
            </a:r>
            <a:r>
              <a:rPr lang="en-GB" sz="1000" dirty="0">
                <a:solidFill>
                  <a:schemeClr val="bg1">
                    <a:lumMod val="65000"/>
                  </a:schemeClr>
                </a:solidFill>
                <a:latin typeface="Calibri" panose="020F0502020204030204" pitchFamily="34" charset="0"/>
                <a:cs typeface="Calibri" panose="020F0502020204030204" pitchFamily="34" charset="0"/>
              </a:rPr>
              <a:t>and download some image options. </a:t>
            </a:r>
            <a:r>
              <a:rPr lang="en-GB" sz="1000" b="0" dirty="0">
                <a:solidFill>
                  <a:schemeClr val="bg1">
                    <a:lumMod val="65000"/>
                  </a:schemeClr>
                </a:solidFill>
                <a:latin typeface="Calibri" panose="020F0502020204030204" pitchFamily="34" charset="0"/>
                <a:cs typeface="Calibri" panose="020F0502020204030204" pitchFamily="34" charset="0"/>
              </a:rPr>
              <a:t>Click the image icon to insert image, then Send to Back. Please ensure that the AVEVA logo is displayed prominently against the image and remains fixed in its position. The logo should not shift or jump from slide to slide.</a:t>
            </a:r>
            <a:endParaRPr lang="en-GB" sz="1000" dirty="0">
              <a:solidFill>
                <a:schemeClr val="bg1">
                  <a:lumMod val="65000"/>
                </a:schemeClr>
              </a:solidFill>
              <a:latin typeface="Calibri" panose="020F0502020204030204" pitchFamily="34" charset="0"/>
              <a:cs typeface="Calibri" panose="020F0502020204030204" pitchFamily="34" charset="0"/>
            </a:endParaRPr>
          </a:p>
        </p:txBody>
      </p:sp>
      <p:sp>
        <p:nvSpPr>
          <p:cNvPr id="4" name="Title 3">
            <a:extLst>
              <a:ext uri="{FF2B5EF4-FFF2-40B4-BE49-F238E27FC236}">
                <a16:creationId xmlns:a16="http://schemas.microsoft.com/office/drawing/2014/main" id="{789E2BC8-79D1-C540-9D53-9B21B5AA8E89}"/>
              </a:ext>
            </a:extLst>
          </p:cNvPr>
          <p:cNvSpPr>
            <a:spLocks noGrp="1"/>
          </p:cNvSpPr>
          <p:nvPr>
            <p:ph type="title"/>
          </p:nvPr>
        </p:nvSpPr>
        <p:spPr>
          <a:xfrm>
            <a:off x="612648" y="268268"/>
            <a:ext cx="5051552" cy="804672"/>
          </a:xfrm>
        </p:spPr>
        <p:txBody>
          <a:bodyPr/>
          <a:lstStyle/>
          <a:p>
            <a:r>
              <a:rPr lang="en-GB"/>
              <a:t>Click to edit Master title style</a:t>
            </a:r>
            <a:endParaRPr lang="en-US" dirty="0"/>
          </a:p>
        </p:txBody>
      </p:sp>
      <p:sp>
        <p:nvSpPr>
          <p:cNvPr id="9" name="Footer Placeholder 8">
            <a:extLst>
              <a:ext uri="{FF2B5EF4-FFF2-40B4-BE49-F238E27FC236}">
                <a16:creationId xmlns:a16="http://schemas.microsoft.com/office/drawing/2014/main" id="{D942DE20-7B2B-EA43-969E-C8BA829045DB}"/>
              </a:ext>
            </a:extLst>
          </p:cNvPr>
          <p:cNvSpPr>
            <a:spLocks noGrp="1"/>
          </p:cNvSpPr>
          <p:nvPr>
            <p:ph type="ftr" sz="quarter" idx="22"/>
          </p:nvPr>
        </p:nvSpPr>
        <p:spPr/>
        <p:txBody>
          <a:bodyPr/>
          <a:lstStyle/>
          <a:p>
            <a:r>
              <a:rPr lang="en-US" dirty="0"/>
              <a:t>For Internal Use Only. © 2026 AVEVA Group Limited or its subsidiaries. All rights reserved.</a:t>
            </a:r>
            <a:endParaRPr lang="en-GB" dirty="0"/>
          </a:p>
        </p:txBody>
      </p:sp>
      <p:sp>
        <p:nvSpPr>
          <p:cNvPr id="10" name="Slide Number Placeholder 9">
            <a:extLst>
              <a:ext uri="{FF2B5EF4-FFF2-40B4-BE49-F238E27FC236}">
                <a16:creationId xmlns:a16="http://schemas.microsoft.com/office/drawing/2014/main" id="{551F292F-A06B-E940-8CC4-4098518C5EBC}"/>
              </a:ext>
            </a:extLst>
          </p:cNvPr>
          <p:cNvSpPr>
            <a:spLocks noGrp="1"/>
          </p:cNvSpPr>
          <p:nvPr>
            <p:ph type="sldNum" sz="quarter" idx="23"/>
          </p:nvPr>
        </p:nvSpPr>
        <p:spPr/>
        <p:txBody>
          <a:bodyPr/>
          <a:lstStyle/>
          <a:p>
            <a:fld id="{267CDB12-45E5-4FD7-AE50-9CB5AFC72BA1}" type="slidenum">
              <a:rPr lang="en-GB" smtClean="0"/>
              <a:pPr/>
              <a:t>‹#›</a:t>
            </a:fld>
            <a:endParaRPr lang="en-GB"/>
          </a:p>
        </p:txBody>
      </p:sp>
      <p:sp>
        <p:nvSpPr>
          <p:cNvPr id="6" name="Content Placeholder 5">
            <a:extLst>
              <a:ext uri="{FF2B5EF4-FFF2-40B4-BE49-F238E27FC236}">
                <a16:creationId xmlns:a16="http://schemas.microsoft.com/office/drawing/2014/main" id="{0E4A2360-A079-4C84-B980-7259F9ADC0B0}"/>
              </a:ext>
            </a:extLst>
          </p:cNvPr>
          <p:cNvSpPr>
            <a:spLocks noGrp="1"/>
          </p:cNvSpPr>
          <p:nvPr>
            <p:ph sz="quarter" idx="24"/>
          </p:nvPr>
        </p:nvSpPr>
        <p:spPr>
          <a:xfrm>
            <a:off x="609600" y="1628775"/>
            <a:ext cx="5056632" cy="4433697"/>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1" name="Online Image Placeholder 7">
            <a:extLst>
              <a:ext uri="{FF2B5EF4-FFF2-40B4-BE49-F238E27FC236}">
                <a16:creationId xmlns:a16="http://schemas.microsoft.com/office/drawing/2014/main" id="{6934093B-F2A7-4E1E-B334-D9A404D4110A}"/>
              </a:ext>
            </a:extLst>
          </p:cNvPr>
          <p:cNvSpPr>
            <a:spLocks noGrp="1"/>
          </p:cNvSpPr>
          <p:nvPr>
            <p:ph type="clipArt" sz="quarter" idx="20" hasCustomPrompt="1"/>
          </p:nvPr>
        </p:nvSpPr>
        <p:spPr>
          <a:xfrm>
            <a:off x="10422144" y="6310008"/>
            <a:ext cx="1157208" cy="262560"/>
          </a:xfrm>
          <a:blipFill>
            <a:blip r:embed="rId2"/>
            <a:stretch>
              <a:fillRect/>
            </a:stretch>
          </a:blipFill>
        </p:spPr>
        <p:txBody>
          <a:bodyPr/>
          <a:lstStyle>
            <a:lvl1pPr marL="14414" indent="0">
              <a:buFontTx/>
              <a:buNone/>
              <a:defRPr/>
            </a:lvl1pPr>
          </a:lstStyle>
          <a:p>
            <a:r>
              <a:rPr lang="en-GB"/>
              <a:t> </a:t>
            </a:r>
          </a:p>
        </p:txBody>
      </p:sp>
    </p:spTree>
    <p:extLst>
      <p:ext uri="{BB962C8B-B14F-4D97-AF65-F5344CB8AC3E}">
        <p14:creationId xmlns:p14="http://schemas.microsoft.com/office/powerpoint/2010/main" val="42557170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Photo and Content">
    <p:bg>
      <p:bgPr>
        <a:solidFill>
          <a:schemeClr val="bg1"/>
        </a:solidFill>
        <a:effectLst/>
      </p:bgPr>
    </p:bg>
    <p:spTree>
      <p:nvGrpSpPr>
        <p:cNvPr id="1" name=""/>
        <p:cNvGrpSpPr/>
        <p:nvPr/>
      </p:nvGrpSpPr>
      <p:grpSpPr>
        <a:xfrm>
          <a:off x="0" y="0"/>
          <a:ext cx="0" cy="0"/>
          <a:chOff x="0" y="0"/>
          <a:chExt cx="0" cy="0"/>
        </a:xfrm>
      </p:grpSpPr>
      <p:sp>
        <p:nvSpPr>
          <p:cNvPr id="37" name="Picture Placeholder 3">
            <a:extLst>
              <a:ext uri="{FF2B5EF4-FFF2-40B4-BE49-F238E27FC236}">
                <a16:creationId xmlns:a16="http://schemas.microsoft.com/office/drawing/2014/main" id="{9A8A3119-8FBA-4783-8FBD-9A15FFC02902}"/>
              </a:ext>
              <a:ext uri="{C183D7F6-B498-43B3-948B-1728B52AA6E4}">
                <adec:decorative xmlns:adec="http://schemas.microsoft.com/office/drawing/2017/decorative" val="1"/>
              </a:ext>
            </a:extLst>
          </p:cNvPr>
          <p:cNvSpPr>
            <a:spLocks noGrp="1"/>
          </p:cNvSpPr>
          <p:nvPr>
            <p:ph type="pic" sz="quarter" idx="15" hasCustomPrompt="1"/>
          </p:nvPr>
        </p:nvSpPr>
        <p:spPr>
          <a:xfrm>
            <a:off x="-9144" y="-9144"/>
            <a:ext cx="6108192" cy="6885432"/>
          </a:xfrm>
          <a:prstGeom prst="rect">
            <a:avLst/>
          </a:prstGeom>
          <a:gradFill>
            <a:gsLst>
              <a:gs pos="11000">
                <a:schemeClr val="tx2"/>
              </a:gs>
              <a:gs pos="100000">
                <a:schemeClr val="accent1"/>
              </a:gs>
            </a:gsLst>
            <a:lin ang="2700000" scaled="0"/>
          </a:gradFill>
          <a:ln>
            <a:noFill/>
          </a:ln>
        </p:spPr>
        <p:txBody>
          <a:bodyPr anchor="ctr"/>
          <a:lstStyle>
            <a:lvl1pPr marL="0" indent="0" algn="ctr">
              <a:buNone/>
              <a:defRPr sz="2000">
                <a:solidFill>
                  <a:schemeClr val="bg1"/>
                </a:solidFill>
                <a:latin typeface="+mn-lt"/>
                <a:cs typeface="Calibri" panose="020F0502020204030204" pitchFamily="34" charset="0"/>
              </a:defRPr>
            </a:lvl1pPr>
          </a:lstStyle>
          <a:p>
            <a:r>
              <a:rPr lang="en-GB"/>
              <a:t>Click icon to Insert Image</a:t>
            </a:r>
          </a:p>
        </p:txBody>
      </p:sp>
      <p:sp>
        <p:nvSpPr>
          <p:cNvPr id="25" name="Text Placeholder 7">
            <a:extLst>
              <a:ext uri="{FF2B5EF4-FFF2-40B4-BE49-F238E27FC236}">
                <a16:creationId xmlns:a16="http://schemas.microsoft.com/office/drawing/2014/main" id="{92053DD7-7B95-4D58-8EBA-0F48F7F1E9C6}"/>
              </a:ext>
            </a:extLst>
          </p:cNvPr>
          <p:cNvSpPr>
            <a:spLocks noGrp="1"/>
          </p:cNvSpPr>
          <p:nvPr>
            <p:ph type="body" sz="quarter" idx="13" hasCustomPrompt="1"/>
          </p:nvPr>
        </p:nvSpPr>
        <p:spPr>
          <a:xfrm>
            <a:off x="6338888" y="1125538"/>
            <a:ext cx="5226797" cy="320040"/>
          </a:xfrm>
        </p:spPr>
        <p:txBody>
          <a:bodyPr>
            <a:noAutofit/>
          </a:bodyPr>
          <a:lstStyle>
            <a:lvl1pPr marL="18288" indent="0">
              <a:lnSpc>
                <a:spcPct val="95000"/>
              </a:lnSpc>
              <a:spcBef>
                <a:spcPts val="800"/>
              </a:spcBef>
              <a:spcAft>
                <a:spcPts val="0"/>
              </a:spcAft>
              <a:buNone/>
              <a:defRPr sz="2100" b="0" cap="none" spc="0" baseline="0">
                <a:solidFill>
                  <a:schemeClr val="accent1"/>
                </a:solidFill>
              </a:defRPr>
            </a:lvl1pPr>
          </a:lstStyle>
          <a:p>
            <a:pPr lvl="0"/>
            <a:r>
              <a:rPr lang="en-GB" dirty="0"/>
              <a:t>Optional Subtitle</a:t>
            </a:r>
          </a:p>
        </p:txBody>
      </p:sp>
      <p:pic>
        <p:nvPicPr>
          <p:cNvPr id="13" name="Picture 12">
            <a:extLst>
              <a:ext uri="{FF2B5EF4-FFF2-40B4-BE49-F238E27FC236}">
                <a16:creationId xmlns:a16="http://schemas.microsoft.com/office/drawing/2014/main" id="{4DFF57C2-9664-3649-84D5-BF718DBEE6B5}"/>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a:off x="10422144" y="6310008"/>
            <a:ext cx="1157208" cy="262560"/>
          </a:xfrm>
          <a:prstGeom prst="rect">
            <a:avLst/>
          </a:prstGeom>
        </p:spPr>
      </p:pic>
      <p:sp>
        <p:nvSpPr>
          <p:cNvPr id="26" name="TextBox 25">
            <a:extLst>
              <a:ext uri="{FF2B5EF4-FFF2-40B4-BE49-F238E27FC236}">
                <a16:creationId xmlns:a16="http://schemas.microsoft.com/office/drawing/2014/main" id="{6AF92091-8416-433B-9488-D438A02ED0B7}"/>
              </a:ext>
            </a:extLst>
          </p:cNvPr>
          <p:cNvSpPr txBox="1"/>
          <p:nvPr userDrawn="1"/>
        </p:nvSpPr>
        <p:spPr>
          <a:xfrm>
            <a:off x="0" y="6957236"/>
            <a:ext cx="6108192" cy="707886"/>
          </a:xfrm>
          <a:prstGeom prst="rect">
            <a:avLst/>
          </a:prstGeom>
          <a:noFill/>
        </p:spPr>
        <p:txBody>
          <a:bodyPr wrap="square" rtlCol="0">
            <a:spAutoFit/>
          </a:bodyPr>
          <a:lstStyle/>
          <a:p>
            <a:r>
              <a:rPr lang="en-GB" sz="1000" b="1" dirty="0">
                <a:solidFill>
                  <a:schemeClr val="bg1">
                    <a:lumMod val="65000"/>
                  </a:schemeClr>
                </a:solidFill>
                <a:latin typeface="Calibri" panose="020F0502020204030204" pitchFamily="34" charset="0"/>
                <a:cs typeface="Calibri" panose="020F0502020204030204" pitchFamily="34" charset="0"/>
              </a:rPr>
              <a:t>Adding an image to the rectangular frame (recommended):</a:t>
            </a:r>
          </a:p>
          <a:p>
            <a:r>
              <a:rPr lang="en-GB" sz="1000" dirty="0">
                <a:solidFill>
                  <a:schemeClr val="bg1">
                    <a:lumMod val="65000"/>
                  </a:schemeClr>
                </a:solidFill>
                <a:latin typeface="Calibri" panose="020F0502020204030204" pitchFamily="34" charset="0"/>
                <a:cs typeface="Calibri" panose="020F0502020204030204" pitchFamily="34" charset="0"/>
              </a:rPr>
              <a:t>Prior to starting, please browse our DAM </a:t>
            </a:r>
            <a:r>
              <a:rPr lang="en-GB" sz="1000" b="0" dirty="0">
                <a:solidFill>
                  <a:schemeClr val="bg1">
                    <a:lumMod val="65000"/>
                  </a:schemeClr>
                </a:solidFill>
                <a:latin typeface="Calibri" panose="020F0502020204030204" pitchFamily="34" charset="0"/>
                <a:cs typeface="Calibri" panose="020F0502020204030204" pitchFamily="34" charset="0"/>
              </a:rPr>
              <a:t>https://</a:t>
            </a:r>
            <a:r>
              <a:rPr lang="en-GB" sz="1000" b="0" dirty="0" err="1">
                <a:solidFill>
                  <a:schemeClr val="bg1">
                    <a:lumMod val="65000"/>
                  </a:schemeClr>
                </a:solidFill>
                <a:latin typeface="Calibri" panose="020F0502020204030204" pitchFamily="34" charset="0"/>
                <a:cs typeface="Calibri" panose="020F0502020204030204" pitchFamily="34" charset="0"/>
              </a:rPr>
              <a:t>content.aveva.com</a:t>
            </a:r>
            <a:r>
              <a:rPr lang="en-GB" sz="1000" b="0" dirty="0">
                <a:solidFill>
                  <a:schemeClr val="bg1">
                    <a:lumMod val="65000"/>
                  </a:schemeClr>
                </a:solidFill>
                <a:latin typeface="Calibri" panose="020F0502020204030204" pitchFamily="34" charset="0"/>
                <a:cs typeface="Calibri" panose="020F0502020204030204" pitchFamily="34" charset="0"/>
              </a:rPr>
              <a:t>/ </a:t>
            </a:r>
            <a:r>
              <a:rPr lang="en-GB" sz="1000" dirty="0">
                <a:solidFill>
                  <a:schemeClr val="bg1">
                    <a:lumMod val="65000"/>
                  </a:schemeClr>
                </a:solidFill>
                <a:latin typeface="Calibri" panose="020F0502020204030204" pitchFamily="34" charset="0"/>
                <a:cs typeface="Calibri" panose="020F0502020204030204" pitchFamily="34" charset="0"/>
              </a:rPr>
              <a:t>and download some image options. </a:t>
            </a:r>
            <a:r>
              <a:rPr lang="en-GB" sz="1000" b="0" dirty="0">
                <a:solidFill>
                  <a:schemeClr val="bg1">
                    <a:lumMod val="65000"/>
                  </a:schemeClr>
                </a:solidFill>
                <a:latin typeface="Calibri" panose="020F0502020204030204" pitchFamily="34" charset="0"/>
                <a:cs typeface="Calibri" panose="020F0502020204030204" pitchFamily="34" charset="0"/>
              </a:rPr>
              <a:t>Click the image icon to insert image, then Send to Back. Please ensure that the AVEVA logo is displayed prominently against the image and remains fixed in its position. The logo should not shift or jump from slide to slide.</a:t>
            </a:r>
            <a:endParaRPr lang="en-GB" sz="1000" dirty="0">
              <a:solidFill>
                <a:schemeClr val="bg1">
                  <a:lumMod val="65000"/>
                </a:schemeClr>
              </a:solidFill>
              <a:latin typeface="Calibri" panose="020F0502020204030204" pitchFamily="34" charset="0"/>
              <a:cs typeface="Calibri" panose="020F0502020204030204" pitchFamily="34" charset="0"/>
            </a:endParaRPr>
          </a:p>
        </p:txBody>
      </p:sp>
      <p:sp>
        <p:nvSpPr>
          <p:cNvPr id="2" name="Title 1">
            <a:extLst>
              <a:ext uri="{FF2B5EF4-FFF2-40B4-BE49-F238E27FC236}">
                <a16:creationId xmlns:a16="http://schemas.microsoft.com/office/drawing/2014/main" id="{320E0FB1-09C1-034E-813E-144D3484C321}"/>
              </a:ext>
            </a:extLst>
          </p:cNvPr>
          <p:cNvSpPr>
            <a:spLocks noGrp="1"/>
          </p:cNvSpPr>
          <p:nvPr>
            <p:ph type="title"/>
          </p:nvPr>
        </p:nvSpPr>
        <p:spPr>
          <a:xfrm>
            <a:off x="6339317" y="269096"/>
            <a:ext cx="5234940" cy="804672"/>
          </a:xfrm>
        </p:spPr>
        <p:txBody>
          <a:bodyPr/>
          <a:lstStyle/>
          <a:p>
            <a:r>
              <a:rPr lang="en-GB"/>
              <a:t>Click to edit Master title style</a:t>
            </a:r>
            <a:endParaRPr lang="en-US" dirty="0"/>
          </a:p>
        </p:txBody>
      </p:sp>
      <p:sp>
        <p:nvSpPr>
          <p:cNvPr id="6" name="Content Placeholder 5">
            <a:extLst>
              <a:ext uri="{FF2B5EF4-FFF2-40B4-BE49-F238E27FC236}">
                <a16:creationId xmlns:a16="http://schemas.microsoft.com/office/drawing/2014/main" id="{4C1807C1-A329-4D76-82E3-A2492F37D34D}"/>
              </a:ext>
            </a:extLst>
          </p:cNvPr>
          <p:cNvSpPr>
            <a:spLocks noGrp="1"/>
          </p:cNvSpPr>
          <p:nvPr>
            <p:ph sz="quarter" idx="20"/>
          </p:nvPr>
        </p:nvSpPr>
        <p:spPr>
          <a:xfrm>
            <a:off x="6338888" y="1628775"/>
            <a:ext cx="5235575" cy="4433697"/>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7" name="Footer Placeholder 6">
            <a:extLst>
              <a:ext uri="{FF2B5EF4-FFF2-40B4-BE49-F238E27FC236}">
                <a16:creationId xmlns:a16="http://schemas.microsoft.com/office/drawing/2014/main" id="{8FC2432D-577E-3640-97AF-BF775FD943D8}"/>
              </a:ext>
            </a:extLst>
          </p:cNvPr>
          <p:cNvSpPr>
            <a:spLocks noGrp="1"/>
          </p:cNvSpPr>
          <p:nvPr>
            <p:ph type="ftr" sz="quarter" idx="22"/>
          </p:nvPr>
        </p:nvSpPr>
        <p:spPr/>
        <p:txBody>
          <a:bodyPr/>
          <a:lstStyle>
            <a:lvl1pPr>
              <a:defRPr>
                <a:solidFill>
                  <a:schemeClr val="bg1">
                    <a:lumMod val="75000"/>
                  </a:schemeClr>
                </a:solidFill>
              </a:defRPr>
            </a:lvl1pPr>
          </a:lstStyle>
          <a:p>
            <a:r>
              <a:rPr lang="en-US" dirty="0"/>
              <a:t>For Internal Use Only. © 2026 AVEVA Group Limited or its subsidiaries. All rights reserved.</a:t>
            </a:r>
            <a:endParaRPr lang="en-GB" dirty="0"/>
          </a:p>
        </p:txBody>
      </p:sp>
      <p:sp>
        <p:nvSpPr>
          <p:cNvPr id="9" name="Slide Number Placeholder 8">
            <a:extLst>
              <a:ext uri="{FF2B5EF4-FFF2-40B4-BE49-F238E27FC236}">
                <a16:creationId xmlns:a16="http://schemas.microsoft.com/office/drawing/2014/main" id="{9CA9E565-F5B7-1D4A-80D7-0A91592788DB}"/>
              </a:ext>
            </a:extLst>
          </p:cNvPr>
          <p:cNvSpPr>
            <a:spLocks noGrp="1"/>
          </p:cNvSpPr>
          <p:nvPr>
            <p:ph type="sldNum" sz="quarter" idx="23"/>
          </p:nvPr>
        </p:nvSpPr>
        <p:spPr/>
        <p:txBody>
          <a:bodyPr/>
          <a:lstStyle>
            <a:lvl1pPr>
              <a:defRPr>
                <a:solidFill>
                  <a:schemeClr val="bg1">
                    <a:lumMod val="75000"/>
                  </a:schemeClr>
                </a:solidFill>
              </a:defRPr>
            </a:lvl1pPr>
          </a:lstStyle>
          <a:p>
            <a:fld id="{267CDB12-45E5-4FD7-AE50-9CB5AFC72BA1}" type="slidenum">
              <a:rPr lang="en-GB" smtClean="0"/>
              <a:pPr/>
              <a:t>‹#›</a:t>
            </a:fld>
            <a:endParaRPr lang="en-GB" dirty="0"/>
          </a:p>
        </p:txBody>
      </p:sp>
    </p:spTree>
    <p:extLst>
      <p:ext uri="{BB962C8B-B14F-4D97-AF65-F5344CB8AC3E}">
        <p14:creationId xmlns:p14="http://schemas.microsoft.com/office/powerpoint/2010/main" val="30333320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and Narrow Photo">
    <p:bg>
      <p:bgPr>
        <a:solidFill>
          <a:schemeClr val="bg1"/>
        </a:solidFill>
        <a:effectLst/>
      </p:bgPr>
    </p:bg>
    <p:spTree>
      <p:nvGrpSpPr>
        <p:cNvPr id="1" name=""/>
        <p:cNvGrpSpPr/>
        <p:nvPr/>
      </p:nvGrpSpPr>
      <p:grpSpPr>
        <a:xfrm>
          <a:off x="0" y="0"/>
          <a:ext cx="0" cy="0"/>
          <a:chOff x="0" y="0"/>
          <a:chExt cx="0" cy="0"/>
        </a:xfrm>
      </p:grpSpPr>
      <p:sp>
        <p:nvSpPr>
          <p:cNvPr id="21" name="Text Placeholder 7">
            <a:extLst>
              <a:ext uri="{FF2B5EF4-FFF2-40B4-BE49-F238E27FC236}">
                <a16:creationId xmlns:a16="http://schemas.microsoft.com/office/drawing/2014/main" id="{A54A5263-9E93-BF43-A15F-DBB8E60FB288}"/>
              </a:ext>
            </a:extLst>
          </p:cNvPr>
          <p:cNvSpPr>
            <a:spLocks noGrp="1"/>
          </p:cNvSpPr>
          <p:nvPr>
            <p:ph type="body" sz="quarter" idx="13" hasCustomPrompt="1"/>
          </p:nvPr>
        </p:nvSpPr>
        <p:spPr>
          <a:xfrm>
            <a:off x="606552" y="1130431"/>
            <a:ext cx="7162800" cy="321627"/>
          </a:xfrm>
        </p:spPr>
        <p:txBody>
          <a:bodyPr lIns="0">
            <a:noAutofit/>
          </a:bodyPr>
          <a:lstStyle>
            <a:lvl1pPr marL="18288" indent="0">
              <a:lnSpc>
                <a:spcPct val="95000"/>
              </a:lnSpc>
              <a:spcBef>
                <a:spcPts val="800"/>
              </a:spcBef>
              <a:spcAft>
                <a:spcPts val="0"/>
              </a:spcAft>
              <a:buNone/>
              <a:defRPr sz="2100" b="0" cap="none" spc="0" baseline="0">
                <a:solidFill>
                  <a:schemeClr val="accent1"/>
                </a:solidFill>
              </a:defRPr>
            </a:lvl1pPr>
          </a:lstStyle>
          <a:p>
            <a:pPr lvl="0"/>
            <a:r>
              <a:rPr lang="en-GB" dirty="0"/>
              <a:t>Optional Subtitle</a:t>
            </a:r>
          </a:p>
        </p:txBody>
      </p:sp>
      <p:sp>
        <p:nvSpPr>
          <p:cNvPr id="13" name="Text Placeholder 7">
            <a:extLst>
              <a:ext uri="{FF2B5EF4-FFF2-40B4-BE49-F238E27FC236}">
                <a16:creationId xmlns:a16="http://schemas.microsoft.com/office/drawing/2014/main" id="{34663935-481F-4C4B-8392-5C738301D65A}"/>
              </a:ext>
            </a:extLst>
          </p:cNvPr>
          <p:cNvSpPr>
            <a:spLocks noGrp="1"/>
          </p:cNvSpPr>
          <p:nvPr>
            <p:ph type="body" sz="quarter" idx="14" hasCustomPrompt="1"/>
          </p:nvPr>
        </p:nvSpPr>
        <p:spPr>
          <a:xfrm>
            <a:off x="609600" y="5673307"/>
            <a:ext cx="7162800" cy="365760"/>
          </a:xfrm>
        </p:spPr>
        <p:txBody>
          <a:bodyPr anchor="b">
            <a:noAutofit/>
          </a:bodyPr>
          <a:lstStyle>
            <a:lvl1pPr marL="0" indent="0">
              <a:lnSpc>
                <a:spcPts val="1200"/>
              </a:lnSpc>
              <a:spcAft>
                <a:spcPts val="0"/>
              </a:spcAft>
              <a:buNone/>
              <a:defRPr sz="1000" b="0" cap="none" baseline="0">
                <a:solidFill>
                  <a:schemeClr val="tx1"/>
                </a:solidFill>
                <a:latin typeface="+mn-lt"/>
                <a:cs typeface="Calibri" panose="020F0502020204030204" pitchFamily="34" charset="0"/>
              </a:defRPr>
            </a:lvl1pPr>
          </a:lstStyle>
          <a:p>
            <a:pPr lvl="0"/>
            <a:r>
              <a:rPr lang="en-GB" dirty="0"/>
              <a:t>Insert Reference, Source or Caption text</a:t>
            </a:r>
          </a:p>
        </p:txBody>
      </p:sp>
      <p:sp>
        <p:nvSpPr>
          <p:cNvPr id="27" name="Picture Placeholder 3">
            <a:extLst>
              <a:ext uri="{FF2B5EF4-FFF2-40B4-BE49-F238E27FC236}">
                <a16:creationId xmlns:a16="http://schemas.microsoft.com/office/drawing/2014/main" id="{6B4653AF-6DD3-47CE-92B6-B0560F7D04D9}"/>
              </a:ext>
              <a:ext uri="{C183D7F6-B498-43B3-948B-1728B52AA6E4}">
                <adec:decorative xmlns:adec="http://schemas.microsoft.com/office/drawing/2017/decorative" val="1"/>
              </a:ext>
            </a:extLst>
          </p:cNvPr>
          <p:cNvSpPr>
            <a:spLocks noGrp="1"/>
          </p:cNvSpPr>
          <p:nvPr>
            <p:ph type="pic" sz="quarter" idx="15" hasCustomPrompt="1"/>
          </p:nvPr>
        </p:nvSpPr>
        <p:spPr>
          <a:xfrm>
            <a:off x="8128000" y="-9144"/>
            <a:ext cx="4069080" cy="6879600"/>
          </a:xfrm>
          <a:prstGeom prst="rect">
            <a:avLst/>
          </a:prstGeom>
          <a:gradFill>
            <a:gsLst>
              <a:gs pos="11000">
                <a:schemeClr val="tx2"/>
              </a:gs>
              <a:gs pos="100000">
                <a:schemeClr val="accent1"/>
              </a:gs>
            </a:gsLst>
            <a:lin ang="2700000" scaled="0"/>
          </a:gradFill>
          <a:ln>
            <a:noFill/>
          </a:ln>
        </p:spPr>
        <p:txBody>
          <a:bodyPr anchor="ctr"/>
          <a:lstStyle>
            <a:lvl1pPr marL="0" indent="0" algn="ctr">
              <a:buNone/>
              <a:defRPr sz="2000">
                <a:solidFill>
                  <a:schemeClr val="bg1"/>
                </a:solidFill>
                <a:latin typeface="+mn-lt"/>
                <a:cs typeface="Calibri" panose="020F0502020204030204" pitchFamily="34" charset="0"/>
              </a:defRPr>
            </a:lvl1pPr>
          </a:lstStyle>
          <a:p>
            <a:r>
              <a:rPr lang="en-GB"/>
              <a:t>Click icon to Insert Image</a:t>
            </a:r>
          </a:p>
        </p:txBody>
      </p:sp>
      <p:sp>
        <p:nvSpPr>
          <p:cNvPr id="26" name="TextBox 25">
            <a:extLst>
              <a:ext uri="{FF2B5EF4-FFF2-40B4-BE49-F238E27FC236}">
                <a16:creationId xmlns:a16="http://schemas.microsoft.com/office/drawing/2014/main" id="{EDBC5502-C42F-42D3-88E6-899DA36A4255}"/>
              </a:ext>
            </a:extLst>
          </p:cNvPr>
          <p:cNvSpPr txBox="1"/>
          <p:nvPr userDrawn="1"/>
        </p:nvSpPr>
        <p:spPr>
          <a:xfrm>
            <a:off x="8128000" y="6957236"/>
            <a:ext cx="4064000" cy="1015663"/>
          </a:xfrm>
          <a:prstGeom prst="rect">
            <a:avLst/>
          </a:prstGeom>
          <a:noFill/>
        </p:spPr>
        <p:txBody>
          <a:bodyPr wrap="square" rtlCol="0">
            <a:spAutoFit/>
          </a:bodyPr>
          <a:lstStyle/>
          <a:p>
            <a:r>
              <a:rPr lang="en-GB" sz="1000" b="1" dirty="0">
                <a:solidFill>
                  <a:schemeClr val="bg1">
                    <a:lumMod val="65000"/>
                  </a:schemeClr>
                </a:solidFill>
                <a:latin typeface="Calibri" panose="020F0502020204030204" pitchFamily="34" charset="0"/>
                <a:cs typeface="Calibri" panose="020F0502020204030204" pitchFamily="34" charset="0"/>
              </a:rPr>
              <a:t>Adding an image to the rectangular frame (recommended):</a:t>
            </a:r>
          </a:p>
          <a:p>
            <a:r>
              <a:rPr lang="en-GB" sz="1000" dirty="0">
                <a:solidFill>
                  <a:schemeClr val="bg1">
                    <a:lumMod val="65000"/>
                  </a:schemeClr>
                </a:solidFill>
                <a:latin typeface="Calibri" panose="020F0502020204030204" pitchFamily="34" charset="0"/>
                <a:cs typeface="Calibri" panose="020F0502020204030204" pitchFamily="34" charset="0"/>
              </a:rPr>
              <a:t>Prior to starting, please browse our DAM </a:t>
            </a:r>
            <a:r>
              <a:rPr lang="en-GB" sz="1000" b="0" dirty="0">
                <a:solidFill>
                  <a:schemeClr val="bg1">
                    <a:lumMod val="65000"/>
                  </a:schemeClr>
                </a:solidFill>
                <a:latin typeface="Calibri" panose="020F0502020204030204" pitchFamily="34" charset="0"/>
                <a:cs typeface="Calibri" panose="020F0502020204030204" pitchFamily="34" charset="0"/>
              </a:rPr>
              <a:t>https://</a:t>
            </a:r>
            <a:r>
              <a:rPr lang="en-GB" sz="1000" b="0" dirty="0" err="1">
                <a:solidFill>
                  <a:schemeClr val="bg1">
                    <a:lumMod val="65000"/>
                  </a:schemeClr>
                </a:solidFill>
                <a:latin typeface="Calibri" panose="020F0502020204030204" pitchFamily="34" charset="0"/>
                <a:cs typeface="Calibri" panose="020F0502020204030204" pitchFamily="34" charset="0"/>
              </a:rPr>
              <a:t>content.aveva.com</a:t>
            </a:r>
            <a:r>
              <a:rPr lang="en-GB" sz="1000" b="0" dirty="0">
                <a:solidFill>
                  <a:schemeClr val="bg1">
                    <a:lumMod val="65000"/>
                  </a:schemeClr>
                </a:solidFill>
                <a:latin typeface="Calibri" panose="020F0502020204030204" pitchFamily="34" charset="0"/>
                <a:cs typeface="Calibri" panose="020F0502020204030204" pitchFamily="34" charset="0"/>
              </a:rPr>
              <a:t>/ </a:t>
            </a:r>
            <a:r>
              <a:rPr lang="en-GB" sz="1000" dirty="0">
                <a:solidFill>
                  <a:schemeClr val="bg1">
                    <a:lumMod val="65000"/>
                  </a:schemeClr>
                </a:solidFill>
                <a:latin typeface="Calibri" panose="020F0502020204030204" pitchFamily="34" charset="0"/>
                <a:cs typeface="Calibri" panose="020F0502020204030204" pitchFamily="34" charset="0"/>
              </a:rPr>
              <a:t>and download some image options. </a:t>
            </a:r>
            <a:r>
              <a:rPr lang="en-GB" sz="1000" b="0" dirty="0">
                <a:solidFill>
                  <a:schemeClr val="bg1">
                    <a:lumMod val="65000"/>
                  </a:schemeClr>
                </a:solidFill>
                <a:latin typeface="Calibri" panose="020F0502020204030204" pitchFamily="34" charset="0"/>
                <a:cs typeface="Calibri" panose="020F0502020204030204" pitchFamily="34" charset="0"/>
              </a:rPr>
              <a:t>Click the image icon to insert image, then Send to Back. Please ensure that the AVEVA logo is displayed prominently against the image and remains fixed in its position. The logo should not shift or jump from slide to slide.</a:t>
            </a:r>
            <a:endParaRPr lang="en-GB" sz="1000" dirty="0">
              <a:solidFill>
                <a:schemeClr val="bg1">
                  <a:lumMod val="65000"/>
                </a:schemeClr>
              </a:solidFill>
              <a:latin typeface="Calibri" panose="020F0502020204030204" pitchFamily="34" charset="0"/>
              <a:cs typeface="Calibri" panose="020F0502020204030204" pitchFamily="34" charset="0"/>
            </a:endParaRPr>
          </a:p>
        </p:txBody>
      </p:sp>
      <p:sp>
        <p:nvSpPr>
          <p:cNvPr id="2" name="Title 1">
            <a:extLst>
              <a:ext uri="{FF2B5EF4-FFF2-40B4-BE49-F238E27FC236}">
                <a16:creationId xmlns:a16="http://schemas.microsoft.com/office/drawing/2014/main" id="{DA2B82DC-8F36-3848-9653-E5135D69FA68}"/>
              </a:ext>
            </a:extLst>
          </p:cNvPr>
          <p:cNvSpPr>
            <a:spLocks noGrp="1"/>
          </p:cNvSpPr>
          <p:nvPr>
            <p:ph type="title"/>
          </p:nvPr>
        </p:nvSpPr>
        <p:spPr>
          <a:xfrm>
            <a:off x="609600" y="269096"/>
            <a:ext cx="7159752" cy="804672"/>
          </a:xfrm>
        </p:spPr>
        <p:txBody>
          <a:bodyPr/>
          <a:lstStyle/>
          <a:p>
            <a:r>
              <a:rPr lang="en-GB"/>
              <a:t>Click to edit Master title style</a:t>
            </a:r>
            <a:endParaRPr lang="en-US" dirty="0"/>
          </a:p>
        </p:txBody>
      </p:sp>
      <p:sp>
        <p:nvSpPr>
          <p:cNvPr id="7" name="Footer Placeholder 6">
            <a:extLst>
              <a:ext uri="{FF2B5EF4-FFF2-40B4-BE49-F238E27FC236}">
                <a16:creationId xmlns:a16="http://schemas.microsoft.com/office/drawing/2014/main" id="{9D9D7F0B-21E3-9645-A7FD-04C55F6A0DB5}"/>
              </a:ext>
            </a:extLst>
          </p:cNvPr>
          <p:cNvSpPr>
            <a:spLocks noGrp="1"/>
          </p:cNvSpPr>
          <p:nvPr>
            <p:ph type="ftr" sz="quarter" idx="23"/>
          </p:nvPr>
        </p:nvSpPr>
        <p:spPr/>
        <p:txBody>
          <a:bodyPr/>
          <a:lstStyle/>
          <a:p>
            <a:r>
              <a:rPr lang="en-US" dirty="0"/>
              <a:t>For Internal Use Only. © 2026 AVEVA Group Limited or its subsidiaries. All rights reserved.</a:t>
            </a:r>
            <a:endParaRPr lang="en-GB" dirty="0"/>
          </a:p>
        </p:txBody>
      </p:sp>
      <p:sp>
        <p:nvSpPr>
          <p:cNvPr id="8" name="Slide Number Placeholder 7">
            <a:extLst>
              <a:ext uri="{FF2B5EF4-FFF2-40B4-BE49-F238E27FC236}">
                <a16:creationId xmlns:a16="http://schemas.microsoft.com/office/drawing/2014/main" id="{FC5FE75A-F24B-C849-8104-2B090C965D82}"/>
              </a:ext>
            </a:extLst>
          </p:cNvPr>
          <p:cNvSpPr>
            <a:spLocks noGrp="1"/>
          </p:cNvSpPr>
          <p:nvPr>
            <p:ph type="sldNum" sz="quarter" idx="24"/>
          </p:nvPr>
        </p:nvSpPr>
        <p:spPr/>
        <p:txBody>
          <a:bodyPr/>
          <a:lstStyle/>
          <a:p>
            <a:fld id="{267CDB12-45E5-4FD7-AE50-9CB5AFC72BA1}" type="slidenum">
              <a:rPr lang="en-GB" smtClean="0"/>
              <a:pPr/>
              <a:t>‹#›</a:t>
            </a:fld>
            <a:endParaRPr lang="en-GB"/>
          </a:p>
        </p:txBody>
      </p:sp>
      <p:sp>
        <p:nvSpPr>
          <p:cNvPr id="5" name="Content Placeholder 4">
            <a:extLst>
              <a:ext uri="{FF2B5EF4-FFF2-40B4-BE49-F238E27FC236}">
                <a16:creationId xmlns:a16="http://schemas.microsoft.com/office/drawing/2014/main" id="{32C4C915-723A-4175-9886-B5B3042C13DE}"/>
              </a:ext>
            </a:extLst>
          </p:cNvPr>
          <p:cNvSpPr>
            <a:spLocks noGrp="1"/>
          </p:cNvSpPr>
          <p:nvPr>
            <p:ph sz="quarter" idx="25"/>
          </p:nvPr>
        </p:nvSpPr>
        <p:spPr>
          <a:xfrm>
            <a:off x="609600" y="1628775"/>
            <a:ext cx="7162800" cy="4040505"/>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Online Image Placeholder 7">
            <a:extLst>
              <a:ext uri="{FF2B5EF4-FFF2-40B4-BE49-F238E27FC236}">
                <a16:creationId xmlns:a16="http://schemas.microsoft.com/office/drawing/2014/main" id="{0206A656-1958-4BF0-B3CF-3A3A6BDAAFA3}"/>
              </a:ext>
            </a:extLst>
          </p:cNvPr>
          <p:cNvSpPr>
            <a:spLocks noGrp="1"/>
          </p:cNvSpPr>
          <p:nvPr>
            <p:ph type="clipArt" sz="quarter" idx="20" hasCustomPrompt="1"/>
          </p:nvPr>
        </p:nvSpPr>
        <p:spPr>
          <a:xfrm>
            <a:off x="10422144" y="6310008"/>
            <a:ext cx="1157208" cy="262560"/>
          </a:xfrm>
          <a:blipFill>
            <a:blip r:embed="rId2"/>
            <a:stretch>
              <a:fillRect/>
            </a:stretch>
          </a:blipFill>
        </p:spPr>
        <p:txBody>
          <a:bodyPr/>
          <a:lstStyle>
            <a:lvl1pPr marL="14414" indent="0">
              <a:buFontTx/>
              <a:buNone/>
              <a:defRPr/>
            </a:lvl1pPr>
          </a:lstStyle>
          <a:p>
            <a:r>
              <a:rPr lang="en-GB"/>
              <a:t> </a:t>
            </a:r>
          </a:p>
        </p:txBody>
      </p:sp>
    </p:spTree>
    <p:extLst>
      <p:ext uri="{BB962C8B-B14F-4D97-AF65-F5344CB8AC3E}">
        <p14:creationId xmlns:p14="http://schemas.microsoft.com/office/powerpoint/2010/main" val="13069339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Narrow Photo and Content">
    <p:bg>
      <p:bgPr>
        <a:solidFill>
          <a:schemeClr val="bg1"/>
        </a:solidFill>
        <a:effectLst/>
      </p:bgPr>
    </p:bg>
    <p:spTree>
      <p:nvGrpSpPr>
        <p:cNvPr id="1" name=""/>
        <p:cNvGrpSpPr/>
        <p:nvPr/>
      </p:nvGrpSpPr>
      <p:grpSpPr>
        <a:xfrm>
          <a:off x="0" y="0"/>
          <a:ext cx="0" cy="0"/>
          <a:chOff x="0" y="0"/>
          <a:chExt cx="0" cy="0"/>
        </a:xfrm>
      </p:grpSpPr>
      <p:sp>
        <p:nvSpPr>
          <p:cNvPr id="42" name="Picture Placeholder 3">
            <a:extLst>
              <a:ext uri="{FF2B5EF4-FFF2-40B4-BE49-F238E27FC236}">
                <a16:creationId xmlns:a16="http://schemas.microsoft.com/office/drawing/2014/main" id="{243575B6-5C62-4FFF-BBDA-EFD258EAD15A}"/>
              </a:ext>
              <a:ext uri="{C183D7F6-B498-43B3-948B-1728B52AA6E4}">
                <adec:decorative xmlns:adec="http://schemas.microsoft.com/office/drawing/2017/decorative" val="1"/>
              </a:ext>
            </a:extLst>
          </p:cNvPr>
          <p:cNvSpPr>
            <a:spLocks noGrp="1"/>
          </p:cNvSpPr>
          <p:nvPr>
            <p:ph type="pic" sz="quarter" idx="15" hasCustomPrompt="1"/>
          </p:nvPr>
        </p:nvSpPr>
        <p:spPr>
          <a:xfrm>
            <a:off x="-9144" y="-9144"/>
            <a:ext cx="4032504" cy="6879600"/>
          </a:xfrm>
          <a:prstGeom prst="rect">
            <a:avLst/>
          </a:prstGeom>
          <a:gradFill>
            <a:gsLst>
              <a:gs pos="11000">
                <a:schemeClr val="tx2"/>
              </a:gs>
              <a:gs pos="100000">
                <a:schemeClr val="accent1"/>
              </a:gs>
            </a:gsLst>
            <a:lin ang="2700000" scaled="0"/>
          </a:gradFill>
          <a:ln>
            <a:noFill/>
          </a:ln>
        </p:spPr>
        <p:txBody>
          <a:bodyPr anchor="ctr"/>
          <a:lstStyle>
            <a:lvl1pPr marL="0" indent="0" algn="ctr">
              <a:buNone/>
              <a:defRPr sz="2000">
                <a:solidFill>
                  <a:schemeClr val="bg1"/>
                </a:solidFill>
                <a:latin typeface="+mn-lt"/>
                <a:cs typeface="Calibri" panose="020F0502020204030204" pitchFamily="34" charset="0"/>
              </a:defRPr>
            </a:lvl1pPr>
          </a:lstStyle>
          <a:p>
            <a:r>
              <a:rPr lang="en-GB"/>
              <a:t>Click icon to Insert Image</a:t>
            </a:r>
          </a:p>
        </p:txBody>
      </p:sp>
      <p:sp>
        <p:nvSpPr>
          <p:cNvPr id="14" name="Text Placeholder 7">
            <a:extLst>
              <a:ext uri="{FF2B5EF4-FFF2-40B4-BE49-F238E27FC236}">
                <a16:creationId xmlns:a16="http://schemas.microsoft.com/office/drawing/2014/main" id="{4A3D1AE9-7382-3C4C-9BFD-611B5DB13146}"/>
              </a:ext>
            </a:extLst>
          </p:cNvPr>
          <p:cNvSpPr>
            <a:spLocks noGrp="1"/>
          </p:cNvSpPr>
          <p:nvPr>
            <p:ph type="body" sz="quarter" idx="13" hasCustomPrompt="1"/>
          </p:nvPr>
        </p:nvSpPr>
        <p:spPr>
          <a:xfrm>
            <a:off x="4389118" y="1125538"/>
            <a:ext cx="7193281" cy="321627"/>
          </a:xfrm>
        </p:spPr>
        <p:txBody>
          <a:bodyPr lIns="0">
            <a:noAutofit/>
          </a:bodyPr>
          <a:lstStyle>
            <a:lvl1pPr marL="18288" indent="0">
              <a:lnSpc>
                <a:spcPct val="95000"/>
              </a:lnSpc>
              <a:spcBef>
                <a:spcPts val="800"/>
              </a:spcBef>
              <a:spcAft>
                <a:spcPts val="0"/>
              </a:spcAft>
              <a:buNone/>
              <a:defRPr sz="2100" b="0" cap="none" spc="0" baseline="0">
                <a:solidFill>
                  <a:schemeClr val="accent1"/>
                </a:solidFill>
              </a:defRPr>
            </a:lvl1pPr>
          </a:lstStyle>
          <a:p>
            <a:pPr lvl="0"/>
            <a:r>
              <a:rPr lang="en-GB" dirty="0"/>
              <a:t>Optional Subtitle</a:t>
            </a:r>
          </a:p>
        </p:txBody>
      </p:sp>
      <p:sp>
        <p:nvSpPr>
          <p:cNvPr id="13" name="Text Placeholder 7">
            <a:extLst>
              <a:ext uri="{FF2B5EF4-FFF2-40B4-BE49-F238E27FC236}">
                <a16:creationId xmlns:a16="http://schemas.microsoft.com/office/drawing/2014/main" id="{34663935-481F-4C4B-8392-5C738301D65A}"/>
              </a:ext>
            </a:extLst>
          </p:cNvPr>
          <p:cNvSpPr>
            <a:spLocks noGrp="1"/>
          </p:cNvSpPr>
          <p:nvPr>
            <p:ph type="body" sz="quarter" idx="14" hasCustomPrompt="1"/>
          </p:nvPr>
        </p:nvSpPr>
        <p:spPr>
          <a:xfrm>
            <a:off x="4389118" y="5665258"/>
            <a:ext cx="7196328" cy="392642"/>
          </a:xfrm>
        </p:spPr>
        <p:txBody>
          <a:bodyPr anchor="b">
            <a:noAutofit/>
          </a:bodyPr>
          <a:lstStyle>
            <a:lvl1pPr marL="0" indent="0">
              <a:lnSpc>
                <a:spcPts val="1200"/>
              </a:lnSpc>
              <a:spcAft>
                <a:spcPts val="0"/>
              </a:spcAft>
              <a:buNone/>
              <a:defRPr sz="1000" b="0" cap="none" baseline="0">
                <a:solidFill>
                  <a:schemeClr val="tx1"/>
                </a:solidFill>
                <a:latin typeface="+mn-lt"/>
                <a:cs typeface="Calibri" panose="020F0502020204030204" pitchFamily="34" charset="0"/>
              </a:defRPr>
            </a:lvl1pPr>
          </a:lstStyle>
          <a:p>
            <a:pPr lvl="0"/>
            <a:r>
              <a:rPr lang="en-GB" dirty="0"/>
              <a:t>Insert Reference, Source or Caption text</a:t>
            </a:r>
          </a:p>
        </p:txBody>
      </p:sp>
      <p:pic>
        <p:nvPicPr>
          <p:cNvPr id="15" name="Picture 14">
            <a:extLst>
              <a:ext uri="{FF2B5EF4-FFF2-40B4-BE49-F238E27FC236}">
                <a16:creationId xmlns:a16="http://schemas.microsoft.com/office/drawing/2014/main" id="{74C69ECE-70B8-424C-8723-571A776EE1E0}"/>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a:off x="10422144" y="6310008"/>
            <a:ext cx="1157208" cy="262560"/>
          </a:xfrm>
          <a:prstGeom prst="rect">
            <a:avLst/>
          </a:prstGeom>
        </p:spPr>
      </p:pic>
      <p:sp>
        <p:nvSpPr>
          <p:cNvPr id="23" name="TextBox 22">
            <a:extLst>
              <a:ext uri="{FF2B5EF4-FFF2-40B4-BE49-F238E27FC236}">
                <a16:creationId xmlns:a16="http://schemas.microsoft.com/office/drawing/2014/main" id="{F44BBA1C-64EF-488A-80A5-6B063D477D15}"/>
              </a:ext>
            </a:extLst>
          </p:cNvPr>
          <p:cNvSpPr txBox="1"/>
          <p:nvPr userDrawn="1"/>
        </p:nvSpPr>
        <p:spPr>
          <a:xfrm>
            <a:off x="1" y="6957236"/>
            <a:ext cx="4064000" cy="1015663"/>
          </a:xfrm>
          <a:prstGeom prst="rect">
            <a:avLst/>
          </a:prstGeom>
          <a:noFill/>
        </p:spPr>
        <p:txBody>
          <a:bodyPr wrap="square" rtlCol="0">
            <a:spAutoFit/>
          </a:bodyPr>
          <a:lstStyle/>
          <a:p>
            <a:r>
              <a:rPr lang="en-GB" sz="1000" b="1" dirty="0">
                <a:solidFill>
                  <a:schemeClr val="bg1">
                    <a:lumMod val="65000"/>
                  </a:schemeClr>
                </a:solidFill>
                <a:latin typeface="Calibri" panose="020F0502020204030204" pitchFamily="34" charset="0"/>
                <a:cs typeface="Calibri" panose="020F0502020204030204" pitchFamily="34" charset="0"/>
              </a:rPr>
              <a:t>Adding an image to the rectangular frame (recommended):</a:t>
            </a:r>
          </a:p>
          <a:p>
            <a:r>
              <a:rPr lang="en-GB" sz="1000" dirty="0">
                <a:solidFill>
                  <a:schemeClr val="bg1">
                    <a:lumMod val="65000"/>
                  </a:schemeClr>
                </a:solidFill>
                <a:latin typeface="Calibri" panose="020F0502020204030204" pitchFamily="34" charset="0"/>
                <a:cs typeface="Calibri" panose="020F0502020204030204" pitchFamily="34" charset="0"/>
              </a:rPr>
              <a:t>Prior to starting, please browse our DAM </a:t>
            </a:r>
            <a:r>
              <a:rPr lang="en-GB" sz="1000" b="0" dirty="0">
                <a:solidFill>
                  <a:schemeClr val="bg1">
                    <a:lumMod val="65000"/>
                  </a:schemeClr>
                </a:solidFill>
                <a:latin typeface="Calibri" panose="020F0502020204030204" pitchFamily="34" charset="0"/>
                <a:cs typeface="Calibri" panose="020F0502020204030204" pitchFamily="34" charset="0"/>
              </a:rPr>
              <a:t>https://</a:t>
            </a:r>
            <a:r>
              <a:rPr lang="en-GB" sz="1000" b="0" dirty="0" err="1">
                <a:solidFill>
                  <a:schemeClr val="bg1">
                    <a:lumMod val="65000"/>
                  </a:schemeClr>
                </a:solidFill>
                <a:latin typeface="Calibri" panose="020F0502020204030204" pitchFamily="34" charset="0"/>
                <a:cs typeface="Calibri" panose="020F0502020204030204" pitchFamily="34" charset="0"/>
              </a:rPr>
              <a:t>content.aveva.com</a:t>
            </a:r>
            <a:r>
              <a:rPr lang="en-GB" sz="1000" b="0" dirty="0">
                <a:solidFill>
                  <a:schemeClr val="bg1">
                    <a:lumMod val="65000"/>
                  </a:schemeClr>
                </a:solidFill>
                <a:latin typeface="Calibri" panose="020F0502020204030204" pitchFamily="34" charset="0"/>
                <a:cs typeface="Calibri" panose="020F0502020204030204" pitchFamily="34" charset="0"/>
              </a:rPr>
              <a:t>/ </a:t>
            </a:r>
            <a:r>
              <a:rPr lang="en-GB" sz="1000" dirty="0">
                <a:solidFill>
                  <a:schemeClr val="bg1">
                    <a:lumMod val="65000"/>
                  </a:schemeClr>
                </a:solidFill>
                <a:latin typeface="Calibri" panose="020F0502020204030204" pitchFamily="34" charset="0"/>
                <a:cs typeface="Calibri" panose="020F0502020204030204" pitchFamily="34" charset="0"/>
              </a:rPr>
              <a:t>and download some image options. </a:t>
            </a:r>
            <a:r>
              <a:rPr lang="en-GB" sz="1000" b="0" dirty="0">
                <a:solidFill>
                  <a:schemeClr val="bg1">
                    <a:lumMod val="65000"/>
                  </a:schemeClr>
                </a:solidFill>
                <a:latin typeface="Calibri" panose="020F0502020204030204" pitchFamily="34" charset="0"/>
                <a:cs typeface="Calibri" panose="020F0502020204030204" pitchFamily="34" charset="0"/>
              </a:rPr>
              <a:t>Click the image icon to insert image, then Send to Back. Please ensure that the AVEVA logo is displayed prominently against the image and remains fixed in its position. The logo should not shift or jump from slide to slide.</a:t>
            </a:r>
            <a:endParaRPr lang="en-GB" sz="1000" dirty="0">
              <a:solidFill>
                <a:schemeClr val="bg1">
                  <a:lumMod val="65000"/>
                </a:schemeClr>
              </a:solidFill>
              <a:latin typeface="Calibri" panose="020F0502020204030204" pitchFamily="34" charset="0"/>
              <a:cs typeface="Calibri" panose="020F0502020204030204" pitchFamily="34" charset="0"/>
            </a:endParaRPr>
          </a:p>
        </p:txBody>
      </p:sp>
      <p:sp>
        <p:nvSpPr>
          <p:cNvPr id="4" name="Title 3">
            <a:extLst>
              <a:ext uri="{FF2B5EF4-FFF2-40B4-BE49-F238E27FC236}">
                <a16:creationId xmlns:a16="http://schemas.microsoft.com/office/drawing/2014/main" id="{ABFC0230-4F3A-0A49-90F7-7793BAFF4812}"/>
              </a:ext>
            </a:extLst>
          </p:cNvPr>
          <p:cNvSpPr>
            <a:spLocks noGrp="1"/>
          </p:cNvSpPr>
          <p:nvPr>
            <p:ph type="title"/>
          </p:nvPr>
        </p:nvSpPr>
        <p:spPr>
          <a:xfrm>
            <a:off x="4389118" y="267164"/>
            <a:ext cx="7196330" cy="804672"/>
          </a:xfrm>
        </p:spPr>
        <p:txBody>
          <a:bodyPr/>
          <a:lstStyle/>
          <a:p>
            <a:r>
              <a:rPr lang="en-GB"/>
              <a:t>Click to edit Master title style</a:t>
            </a:r>
            <a:endParaRPr lang="en-US" dirty="0"/>
          </a:p>
        </p:txBody>
      </p:sp>
      <p:sp>
        <p:nvSpPr>
          <p:cNvPr id="6" name="Content Placeholder 5">
            <a:extLst>
              <a:ext uri="{FF2B5EF4-FFF2-40B4-BE49-F238E27FC236}">
                <a16:creationId xmlns:a16="http://schemas.microsoft.com/office/drawing/2014/main" id="{A3672EDD-84B5-4B37-8945-594B07631AA3}"/>
              </a:ext>
            </a:extLst>
          </p:cNvPr>
          <p:cNvSpPr>
            <a:spLocks noGrp="1"/>
          </p:cNvSpPr>
          <p:nvPr>
            <p:ph sz="quarter" idx="22"/>
          </p:nvPr>
        </p:nvSpPr>
        <p:spPr>
          <a:xfrm>
            <a:off x="4389437" y="1628775"/>
            <a:ext cx="7196328" cy="4040505"/>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7" name="Footer Placeholder 6">
            <a:extLst>
              <a:ext uri="{FF2B5EF4-FFF2-40B4-BE49-F238E27FC236}">
                <a16:creationId xmlns:a16="http://schemas.microsoft.com/office/drawing/2014/main" id="{4CF1127D-5A5B-BE44-AF70-B03D9874146E}"/>
              </a:ext>
            </a:extLst>
          </p:cNvPr>
          <p:cNvSpPr>
            <a:spLocks noGrp="1"/>
          </p:cNvSpPr>
          <p:nvPr>
            <p:ph type="ftr" sz="quarter" idx="24"/>
          </p:nvPr>
        </p:nvSpPr>
        <p:spPr/>
        <p:txBody>
          <a:bodyPr/>
          <a:lstStyle>
            <a:lvl1pPr>
              <a:defRPr>
                <a:solidFill>
                  <a:schemeClr val="bg1">
                    <a:lumMod val="75000"/>
                  </a:schemeClr>
                </a:solidFill>
              </a:defRPr>
            </a:lvl1pPr>
          </a:lstStyle>
          <a:p>
            <a:r>
              <a:rPr lang="en-US" dirty="0"/>
              <a:t>For Internal Use Only. © 2026 AVEVA Group Limited or its subsidiaries. All rights reserved.</a:t>
            </a:r>
            <a:endParaRPr lang="en-GB" dirty="0"/>
          </a:p>
        </p:txBody>
      </p:sp>
      <p:sp>
        <p:nvSpPr>
          <p:cNvPr id="9" name="Slide Number Placeholder 8">
            <a:extLst>
              <a:ext uri="{FF2B5EF4-FFF2-40B4-BE49-F238E27FC236}">
                <a16:creationId xmlns:a16="http://schemas.microsoft.com/office/drawing/2014/main" id="{BBB8591D-EA2A-B945-9BC6-5B0694FA9821}"/>
              </a:ext>
            </a:extLst>
          </p:cNvPr>
          <p:cNvSpPr>
            <a:spLocks noGrp="1"/>
          </p:cNvSpPr>
          <p:nvPr>
            <p:ph type="sldNum" sz="quarter" idx="25"/>
          </p:nvPr>
        </p:nvSpPr>
        <p:spPr/>
        <p:txBody>
          <a:bodyPr/>
          <a:lstStyle>
            <a:lvl1pPr>
              <a:defRPr>
                <a:solidFill>
                  <a:schemeClr val="bg1">
                    <a:lumMod val="75000"/>
                  </a:schemeClr>
                </a:solidFill>
              </a:defRPr>
            </a:lvl1pPr>
          </a:lstStyle>
          <a:p>
            <a:fld id="{267CDB12-45E5-4FD7-AE50-9CB5AFC72BA1}" type="slidenum">
              <a:rPr lang="en-GB" smtClean="0"/>
              <a:pPr/>
              <a:t>‹#›</a:t>
            </a:fld>
            <a:endParaRPr lang="en-GB" dirty="0"/>
          </a:p>
        </p:txBody>
      </p:sp>
      <p:sp>
        <p:nvSpPr>
          <p:cNvPr id="47" name="TextBox 46">
            <a:extLst>
              <a:ext uri="{FF2B5EF4-FFF2-40B4-BE49-F238E27FC236}">
                <a16:creationId xmlns:a16="http://schemas.microsoft.com/office/drawing/2014/main" id="{3BD86FB8-BDE2-408D-9C9A-0307EAA33E57}"/>
              </a:ext>
            </a:extLst>
          </p:cNvPr>
          <p:cNvSpPr txBox="1"/>
          <p:nvPr userDrawn="1"/>
        </p:nvSpPr>
        <p:spPr>
          <a:xfrm>
            <a:off x="0" y="-345748"/>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grpSp>
        <p:nvGrpSpPr>
          <p:cNvPr id="2" name="Group 1">
            <a:extLst>
              <a:ext uri="{FF2B5EF4-FFF2-40B4-BE49-F238E27FC236}">
                <a16:creationId xmlns:a16="http://schemas.microsoft.com/office/drawing/2014/main" id="{882EB957-D0C2-B107-3E59-AFFD904D8540}"/>
              </a:ext>
            </a:extLst>
          </p:cNvPr>
          <p:cNvGrpSpPr/>
          <p:nvPr userDrawn="1"/>
        </p:nvGrpSpPr>
        <p:grpSpPr>
          <a:xfrm>
            <a:off x="12485568" y="112729"/>
            <a:ext cx="2936672" cy="5883149"/>
            <a:chOff x="12485568" y="112729"/>
            <a:chExt cx="2936672" cy="5883149"/>
          </a:xfrm>
        </p:grpSpPr>
        <p:sp>
          <p:nvSpPr>
            <p:cNvPr id="3" name="Oval 2">
              <a:extLst>
                <a:ext uri="{FF2B5EF4-FFF2-40B4-BE49-F238E27FC236}">
                  <a16:creationId xmlns:a16="http://schemas.microsoft.com/office/drawing/2014/main" id="{2F3E13DD-2DA7-1921-26DA-C150140DFE8E}"/>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5" name="Oval 4">
              <a:extLst>
                <a:ext uri="{FF2B5EF4-FFF2-40B4-BE49-F238E27FC236}">
                  <a16:creationId xmlns:a16="http://schemas.microsoft.com/office/drawing/2014/main" id="{F6807046-11D6-D7B1-6B3C-769A7C746500}"/>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8" name="Oval 7">
              <a:extLst>
                <a:ext uri="{FF2B5EF4-FFF2-40B4-BE49-F238E27FC236}">
                  <a16:creationId xmlns:a16="http://schemas.microsoft.com/office/drawing/2014/main" id="{AA34D6EA-248E-A686-AFB4-6116A81C7376}"/>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0" name="Rectangle 9">
              <a:extLst>
                <a:ext uri="{FF2B5EF4-FFF2-40B4-BE49-F238E27FC236}">
                  <a16:creationId xmlns:a16="http://schemas.microsoft.com/office/drawing/2014/main" id="{5E63C3F8-CD2A-EEA9-436D-C346B2798886}"/>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11" name="Oval 10">
              <a:extLst>
                <a:ext uri="{FF2B5EF4-FFF2-40B4-BE49-F238E27FC236}">
                  <a16:creationId xmlns:a16="http://schemas.microsoft.com/office/drawing/2014/main" id="{D8B7905C-472A-8E27-FEB2-41DAA8C7A903}"/>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2" name="Oval 11">
              <a:extLst>
                <a:ext uri="{FF2B5EF4-FFF2-40B4-BE49-F238E27FC236}">
                  <a16:creationId xmlns:a16="http://schemas.microsoft.com/office/drawing/2014/main" id="{A9E945B1-7829-279D-B81E-CDDDEF0A14E2}"/>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31" name="Oval 30">
              <a:extLst>
                <a:ext uri="{FF2B5EF4-FFF2-40B4-BE49-F238E27FC236}">
                  <a16:creationId xmlns:a16="http://schemas.microsoft.com/office/drawing/2014/main" id="{E883F092-C9D5-A823-1944-2E03B1DAD803}"/>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48" name="Oval 47">
              <a:extLst>
                <a:ext uri="{FF2B5EF4-FFF2-40B4-BE49-F238E27FC236}">
                  <a16:creationId xmlns:a16="http://schemas.microsoft.com/office/drawing/2014/main" id="{677DFF3E-8519-77E8-95B6-D5838A18EE02}"/>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49" name="Group 48">
              <a:extLst>
                <a:ext uri="{FF2B5EF4-FFF2-40B4-BE49-F238E27FC236}">
                  <a16:creationId xmlns:a16="http://schemas.microsoft.com/office/drawing/2014/main" id="{37072FD4-7FAF-D49B-7F8E-B2F80D31262D}"/>
                </a:ext>
              </a:extLst>
            </p:cNvPr>
            <p:cNvGrpSpPr/>
            <p:nvPr userDrawn="1"/>
          </p:nvGrpSpPr>
          <p:grpSpPr>
            <a:xfrm>
              <a:off x="12500773" y="3802778"/>
              <a:ext cx="971741" cy="1940780"/>
              <a:chOff x="12431200" y="2678506"/>
              <a:chExt cx="971741" cy="1940780"/>
            </a:xfrm>
          </p:grpSpPr>
          <p:sp>
            <p:nvSpPr>
              <p:cNvPr id="53" name="Rectangle 52">
                <a:extLst>
                  <a:ext uri="{FF2B5EF4-FFF2-40B4-BE49-F238E27FC236}">
                    <a16:creationId xmlns:a16="http://schemas.microsoft.com/office/drawing/2014/main" id="{5E896C1D-3EBC-8482-CC02-36B14B5E4D67}"/>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54" name="Oval 53">
                <a:extLst>
                  <a:ext uri="{FF2B5EF4-FFF2-40B4-BE49-F238E27FC236}">
                    <a16:creationId xmlns:a16="http://schemas.microsoft.com/office/drawing/2014/main" id="{3F40E5F4-49B9-1FBC-E941-1C158BDC720B}"/>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55" name="Oval 54">
                <a:extLst>
                  <a:ext uri="{FF2B5EF4-FFF2-40B4-BE49-F238E27FC236}">
                    <a16:creationId xmlns:a16="http://schemas.microsoft.com/office/drawing/2014/main" id="{F20A40E6-76B3-5F28-9200-57D8A32C3262}"/>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56" name="Oval 55">
                <a:extLst>
                  <a:ext uri="{FF2B5EF4-FFF2-40B4-BE49-F238E27FC236}">
                    <a16:creationId xmlns:a16="http://schemas.microsoft.com/office/drawing/2014/main" id="{D30B1F4F-E88C-6564-E643-DFD23DF1524A}"/>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57" name="Oval 56">
                <a:extLst>
                  <a:ext uri="{FF2B5EF4-FFF2-40B4-BE49-F238E27FC236}">
                    <a16:creationId xmlns:a16="http://schemas.microsoft.com/office/drawing/2014/main" id="{7101AF53-1399-29D4-27A9-B2EC1F6CE5B7}"/>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58" name="Oval 57">
                <a:extLst>
                  <a:ext uri="{FF2B5EF4-FFF2-40B4-BE49-F238E27FC236}">
                    <a16:creationId xmlns:a16="http://schemas.microsoft.com/office/drawing/2014/main" id="{45349D17-CEC2-3F83-42AA-41A57B0722F3}"/>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59" name="Oval 58">
                <a:extLst>
                  <a:ext uri="{FF2B5EF4-FFF2-40B4-BE49-F238E27FC236}">
                    <a16:creationId xmlns:a16="http://schemas.microsoft.com/office/drawing/2014/main" id="{C5E399E2-3D01-51F3-09B2-65896FD207C3}"/>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50" name="TextBox 49">
              <a:extLst>
                <a:ext uri="{FF2B5EF4-FFF2-40B4-BE49-F238E27FC236}">
                  <a16:creationId xmlns:a16="http://schemas.microsoft.com/office/drawing/2014/main" id="{26403158-825A-866A-A06B-ACE7887D9C37}"/>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51" name="Picture 50">
              <a:extLst>
                <a:ext uri="{FF2B5EF4-FFF2-40B4-BE49-F238E27FC236}">
                  <a16:creationId xmlns:a16="http://schemas.microsoft.com/office/drawing/2014/main" id="{9004B64C-CC0E-4EB1-042B-96096FECD94F}"/>
                </a:ext>
              </a:extLst>
            </p:cNvPr>
            <p:cNvPicPr>
              <a:picLocks noChangeAspect="1"/>
            </p:cNvPicPr>
            <p:nvPr userDrawn="1"/>
          </p:nvPicPr>
          <p:blipFill>
            <a:blip r:embed="rId3"/>
            <a:stretch>
              <a:fillRect/>
            </a:stretch>
          </p:blipFill>
          <p:spPr>
            <a:xfrm>
              <a:off x="14012244" y="4384548"/>
              <a:ext cx="1088171" cy="1611330"/>
            </a:xfrm>
            <a:prstGeom prst="rect">
              <a:avLst/>
            </a:prstGeom>
          </p:spPr>
        </p:pic>
        <p:sp>
          <p:nvSpPr>
            <p:cNvPr id="52" name="Rectangle 51">
              <a:extLst>
                <a:ext uri="{FF2B5EF4-FFF2-40B4-BE49-F238E27FC236}">
                  <a16:creationId xmlns:a16="http://schemas.microsoft.com/office/drawing/2014/main" id="{8DC2F8FD-5D26-2DBE-9BFB-B862C7FA3267}"/>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16818853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Large Photo">
    <p:bg>
      <p:bgPr>
        <a:solidFill>
          <a:schemeClr val="tx2"/>
        </a:solidFill>
        <a:effectLst/>
      </p:bgPr>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BAA8A37-C902-D64B-A0D2-C155BACAA75D}"/>
              </a:ext>
              <a:ext uri="{C183D7F6-B498-43B3-948B-1728B52AA6E4}">
                <adec:decorative xmlns:adec="http://schemas.microsoft.com/office/drawing/2017/decorative" val="1"/>
              </a:ext>
            </a:extLst>
          </p:cNvPr>
          <p:cNvSpPr>
            <a:spLocks noGrp="1"/>
          </p:cNvSpPr>
          <p:nvPr>
            <p:ph type="pic" sz="quarter" idx="15" hasCustomPrompt="1"/>
          </p:nvPr>
        </p:nvSpPr>
        <p:spPr>
          <a:xfrm>
            <a:off x="-9144" y="-9144"/>
            <a:ext cx="12207240" cy="6879600"/>
          </a:xfrm>
          <a:prstGeom prst="rect">
            <a:avLst/>
          </a:prstGeom>
          <a:gradFill>
            <a:gsLst>
              <a:gs pos="25000">
                <a:schemeClr val="tx2"/>
              </a:gs>
              <a:gs pos="100000">
                <a:schemeClr val="accent1"/>
              </a:gs>
            </a:gsLst>
            <a:lin ang="2700000" scaled="0"/>
          </a:gradFill>
          <a:ln>
            <a:noFill/>
          </a:ln>
        </p:spPr>
        <p:txBody>
          <a:bodyPr anchor="ctr"/>
          <a:lstStyle>
            <a:lvl1pPr marL="0" indent="0" algn="ctr">
              <a:buNone/>
              <a:defRPr sz="2000">
                <a:solidFill>
                  <a:schemeClr val="bg1"/>
                </a:solidFill>
                <a:latin typeface="+mn-lt"/>
                <a:cs typeface="Calibri" panose="020F0502020204030204" pitchFamily="34" charset="0"/>
              </a:defRPr>
            </a:lvl1pPr>
          </a:lstStyle>
          <a:p>
            <a:r>
              <a:rPr lang="en-GB"/>
              <a:t>Click icon to Insert Image</a:t>
            </a:r>
          </a:p>
        </p:txBody>
      </p:sp>
      <p:sp>
        <p:nvSpPr>
          <p:cNvPr id="7" name="Online Image Placeholder 7">
            <a:extLst>
              <a:ext uri="{FF2B5EF4-FFF2-40B4-BE49-F238E27FC236}">
                <a16:creationId xmlns:a16="http://schemas.microsoft.com/office/drawing/2014/main" id="{BC64D873-B6D7-4E41-8389-BFCC22FB4C5A}"/>
              </a:ext>
            </a:extLst>
          </p:cNvPr>
          <p:cNvSpPr>
            <a:spLocks noGrp="1"/>
          </p:cNvSpPr>
          <p:nvPr>
            <p:ph type="clipArt" sz="quarter" idx="20" hasCustomPrompt="1"/>
          </p:nvPr>
        </p:nvSpPr>
        <p:spPr>
          <a:xfrm>
            <a:off x="10422144" y="6310008"/>
            <a:ext cx="1157208" cy="262560"/>
          </a:xfrm>
          <a:blipFill>
            <a:blip r:embed="rId2"/>
            <a:stretch>
              <a:fillRect/>
            </a:stretch>
          </a:blipFill>
        </p:spPr>
        <p:txBody>
          <a:bodyPr/>
          <a:lstStyle>
            <a:lvl1pPr marL="14414" indent="0">
              <a:buFontTx/>
              <a:buNone/>
              <a:defRPr/>
            </a:lvl1pPr>
          </a:lstStyle>
          <a:p>
            <a:r>
              <a:rPr lang="en-GB"/>
              <a:t> </a:t>
            </a:r>
          </a:p>
        </p:txBody>
      </p:sp>
      <p:sp>
        <p:nvSpPr>
          <p:cNvPr id="35" name="Footer Placeholder 34">
            <a:extLst>
              <a:ext uri="{FF2B5EF4-FFF2-40B4-BE49-F238E27FC236}">
                <a16:creationId xmlns:a16="http://schemas.microsoft.com/office/drawing/2014/main" id="{937FDBC0-9928-2941-A57C-F584CC6240C9}"/>
              </a:ext>
            </a:extLst>
          </p:cNvPr>
          <p:cNvSpPr>
            <a:spLocks noGrp="1"/>
          </p:cNvSpPr>
          <p:nvPr>
            <p:ph type="ftr" sz="quarter" idx="22"/>
          </p:nvPr>
        </p:nvSpPr>
        <p:spPr/>
        <p:txBody>
          <a:bodyPr/>
          <a:lstStyle>
            <a:lvl1pPr>
              <a:defRPr>
                <a:solidFill>
                  <a:schemeClr val="bg1">
                    <a:lumMod val="75000"/>
                  </a:schemeClr>
                </a:solidFill>
              </a:defRPr>
            </a:lvl1pPr>
          </a:lstStyle>
          <a:p>
            <a:r>
              <a:rPr lang="en-US" dirty="0"/>
              <a:t>For Internal Use Only. © 2026 AVEVA Group Limited or its subsidiaries. All rights reserved.</a:t>
            </a:r>
            <a:endParaRPr lang="en-GB" dirty="0"/>
          </a:p>
        </p:txBody>
      </p:sp>
      <p:sp>
        <p:nvSpPr>
          <p:cNvPr id="36" name="Slide Number Placeholder 35">
            <a:extLst>
              <a:ext uri="{FF2B5EF4-FFF2-40B4-BE49-F238E27FC236}">
                <a16:creationId xmlns:a16="http://schemas.microsoft.com/office/drawing/2014/main" id="{EF8C9E19-6C1E-A843-913C-4518C8C89B7C}"/>
              </a:ext>
            </a:extLst>
          </p:cNvPr>
          <p:cNvSpPr>
            <a:spLocks noGrp="1"/>
          </p:cNvSpPr>
          <p:nvPr>
            <p:ph type="sldNum" sz="quarter" idx="23"/>
          </p:nvPr>
        </p:nvSpPr>
        <p:spPr/>
        <p:txBody>
          <a:bodyPr/>
          <a:lstStyle>
            <a:lvl1pPr>
              <a:defRPr>
                <a:solidFill>
                  <a:schemeClr val="bg1">
                    <a:lumMod val="75000"/>
                  </a:schemeClr>
                </a:solidFill>
              </a:defRPr>
            </a:lvl1pPr>
          </a:lstStyle>
          <a:p>
            <a:fld id="{267CDB12-45E5-4FD7-AE50-9CB5AFC72BA1}" type="slidenum">
              <a:rPr lang="en-GB" smtClean="0"/>
              <a:pPr/>
              <a:t>‹#›</a:t>
            </a:fld>
            <a:endParaRPr lang="en-GB" dirty="0"/>
          </a:p>
        </p:txBody>
      </p:sp>
      <p:sp>
        <p:nvSpPr>
          <p:cNvPr id="64" name="TextBox 63">
            <a:extLst>
              <a:ext uri="{FF2B5EF4-FFF2-40B4-BE49-F238E27FC236}">
                <a16:creationId xmlns:a16="http://schemas.microsoft.com/office/drawing/2014/main" id="{97B5313E-12DB-4137-96D6-BED0CAEF0161}"/>
              </a:ext>
            </a:extLst>
          </p:cNvPr>
          <p:cNvSpPr txBox="1"/>
          <p:nvPr userDrawn="1"/>
        </p:nvSpPr>
        <p:spPr>
          <a:xfrm>
            <a:off x="0" y="-345748"/>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grpSp>
        <p:nvGrpSpPr>
          <p:cNvPr id="2" name="Group 1">
            <a:extLst>
              <a:ext uri="{FF2B5EF4-FFF2-40B4-BE49-F238E27FC236}">
                <a16:creationId xmlns:a16="http://schemas.microsoft.com/office/drawing/2014/main" id="{E23D696A-8A66-6375-3C2C-20201F696E91}"/>
              </a:ext>
            </a:extLst>
          </p:cNvPr>
          <p:cNvGrpSpPr/>
          <p:nvPr userDrawn="1"/>
        </p:nvGrpSpPr>
        <p:grpSpPr>
          <a:xfrm>
            <a:off x="12485568" y="112729"/>
            <a:ext cx="2936672" cy="5883149"/>
            <a:chOff x="12485568" y="112729"/>
            <a:chExt cx="2936672" cy="5883149"/>
          </a:xfrm>
        </p:grpSpPr>
        <p:sp>
          <p:nvSpPr>
            <p:cNvPr id="3" name="Oval 2">
              <a:extLst>
                <a:ext uri="{FF2B5EF4-FFF2-40B4-BE49-F238E27FC236}">
                  <a16:creationId xmlns:a16="http://schemas.microsoft.com/office/drawing/2014/main" id="{1F2D5AE3-A05F-26DB-1F97-2C1CC1939D26}"/>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5" name="Oval 4">
              <a:extLst>
                <a:ext uri="{FF2B5EF4-FFF2-40B4-BE49-F238E27FC236}">
                  <a16:creationId xmlns:a16="http://schemas.microsoft.com/office/drawing/2014/main" id="{B96963C6-7C1B-3080-4FB0-60F8E0C94547}"/>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6" name="Oval 5">
              <a:extLst>
                <a:ext uri="{FF2B5EF4-FFF2-40B4-BE49-F238E27FC236}">
                  <a16:creationId xmlns:a16="http://schemas.microsoft.com/office/drawing/2014/main" id="{3C8F6170-0A21-B21D-6406-280CB32FD3E7}"/>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8" name="Rectangle 7">
              <a:extLst>
                <a:ext uri="{FF2B5EF4-FFF2-40B4-BE49-F238E27FC236}">
                  <a16:creationId xmlns:a16="http://schemas.microsoft.com/office/drawing/2014/main" id="{3EFB5CCC-313F-D26C-7BF5-D6C42C080E0C}"/>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9" name="Oval 8">
              <a:extLst>
                <a:ext uri="{FF2B5EF4-FFF2-40B4-BE49-F238E27FC236}">
                  <a16:creationId xmlns:a16="http://schemas.microsoft.com/office/drawing/2014/main" id="{C64BD031-53F7-6CB2-5FFF-37D9B60D0A01}"/>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0" name="Oval 9">
              <a:extLst>
                <a:ext uri="{FF2B5EF4-FFF2-40B4-BE49-F238E27FC236}">
                  <a16:creationId xmlns:a16="http://schemas.microsoft.com/office/drawing/2014/main" id="{F9C7B803-CD1D-3E5C-F830-4B470456A934}"/>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1" name="Oval 10">
              <a:extLst>
                <a:ext uri="{FF2B5EF4-FFF2-40B4-BE49-F238E27FC236}">
                  <a16:creationId xmlns:a16="http://schemas.microsoft.com/office/drawing/2014/main" id="{3BA1914F-AC70-04C2-7818-C3C641150219}"/>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2" name="Oval 11">
              <a:extLst>
                <a:ext uri="{FF2B5EF4-FFF2-40B4-BE49-F238E27FC236}">
                  <a16:creationId xmlns:a16="http://schemas.microsoft.com/office/drawing/2014/main" id="{39D3E1F0-3F07-6CB5-659C-8321C9A36B62}"/>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13" name="Group 12">
              <a:extLst>
                <a:ext uri="{FF2B5EF4-FFF2-40B4-BE49-F238E27FC236}">
                  <a16:creationId xmlns:a16="http://schemas.microsoft.com/office/drawing/2014/main" id="{4F9705AF-2E9F-09B8-E6AA-0B0D4BDD416D}"/>
                </a:ext>
              </a:extLst>
            </p:cNvPr>
            <p:cNvGrpSpPr/>
            <p:nvPr userDrawn="1"/>
          </p:nvGrpSpPr>
          <p:grpSpPr>
            <a:xfrm>
              <a:off x="12500773" y="3802778"/>
              <a:ext cx="971741" cy="1940780"/>
              <a:chOff x="12431200" y="2678506"/>
              <a:chExt cx="971741" cy="1940780"/>
            </a:xfrm>
          </p:grpSpPr>
          <p:sp>
            <p:nvSpPr>
              <p:cNvPr id="17" name="Rectangle 16">
                <a:extLst>
                  <a:ext uri="{FF2B5EF4-FFF2-40B4-BE49-F238E27FC236}">
                    <a16:creationId xmlns:a16="http://schemas.microsoft.com/office/drawing/2014/main" id="{4EE9D3F6-8611-3096-AD4E-E6BD2F54D762}"/>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18" name="Oval 17">
                <a:extLst>
                  <a:ext uri="{FF2B5EF4-FFF2-40B4-BE49-F238E27FC236}">
                    <a16:creationId xmlns:a16="http://schemas.microsoft.com/office/drawing/2014/main" id="{3FC97EA9-B657-FDA7-7084-A714F2221171}"/>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19" name="Oval 18">
                <a:extLst>
                  <a:ext uri="{FF2B5EF4-FFF2-40B4-BE49-F238E27FC236}">
                    <a16:creationId xmlns:a16="http://schemas.microsoft.com/office/drawing/2014/main" id="{5ED788DD-BD3C-82F8-3C06-07D23B050CD8}"/>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0" name="Oval 19">
                <a:extLst>
                  <a:ext uri="{FF2B5EF4-FFF2-40B4-BE49-F238E27FC236}">
                    <a16:creationId xmlns:a16="http://schemas.microsoft.com/office/drawing/2014/main" id="{9BC8EDF3-7332-C1EE-7E27-753F79A7D33E}"/>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1" name="Oval 20">
                <a:extLst>
                  <a:ext uri="{FF2B5EF4-FFF2-40B4-BE49-F238E27FC236}">
                    <a16:creationId xmlns:a16="http://schemas.microsoft.com/office/drawing/2014/main" id="{F044E596-9405-33BE-04C0-4A3554EEB1C1}"/>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2" name="Oval 21">
                <a:extLst>
                  <a:ext uri="{FF2B5EF4-FFF2-40B4-BE49-F238E27FC236}">
                    <a16:creationId xmlns:a16="http://schemas.microsoft.com/office/drawing/2014/main" id="{56E94C23-9F74-AA35-4EE4-264018BF46DC}"/>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3" name="Oval 22">
                <a:extLst>
                  <a:ext uri="{FF2B5EF4-FFF2-40B4-BE49-F238E27FC236}">
                    <a16:creationId xmlns:a16="http://schemas.microsoft.com/office/drawing/2014/main" id="{AF690B1A-AFDD-6E21-1A0A-4B528B4DE7C6}"/>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14" name="TextBox 13">
              <a:extLst>
                <a:ext uri="{FF2B5EF4-FFF2-40B4-BE49-F238E27FC236}">
                  <a16:creationId xmlns:a16="http://schemas.microsoft.com/office/drawing/2014/main" id="{83A7DB82-77F7-09B0-E325-1693A026806F}"/>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15" name="Picture 14">
              <a:extLst>
                <a:ext uri="{FF2B5EF4-FFF2-40B4-BE49-F238E27FC236}">
                  <a16:creationId xmlns:a16="http://schemas.microsoft.com/office/drawing/2014/main" id="{C5E035D5-47BC-6427-5264-986CF2240882}"/>
                </a:ext>
              </a:extLst>
            </p:cNvPr>
            <p:cNvPicPr>
              <a:picLocks noChangeAspect="1"/>
            </p:cNvPicPr>
            <p:nvPr userDrawn="1"/>
          </p:nvPicPr>
          <p:blipFill>
            <a:blip r:embed="rId3"/>
            <a:stretch>
              <a:fillRect/>
            </a:stretch>
          </p:blipFill>
          <p:spPr>
            <a:xfrm>
              <a:off x="14012244" y="4384548"/>
              <a:ext cx="1088171" cy="1611330"/>
            </a:xfrm>
            <a:prstGeom prst="rect">
              <a:avLst/>
            </a:prstGeom>
          </p:spPr>
        </p:pic>
        <p:sp>
          <p:nvSpPr>
            <p:cNvPr id="16" name="Rectangle 15">
              <a:extLst>
                <a:ext uri="{FF2B5EF4-FFF2-40B4-BE49-F238E27FC236}">
                  <a16:creationId xmlns:a16="http://schemas.microsoft.com/office/drawing/2014/main" id="{5DE5996E-08E0-5A89-B13A-DACD7ED4685A}"/>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30898812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Quotation - Dark">
    <p:bg>
      <p:bgPr>
        <a:gradFill>
          <a:gsLst>
            <a:gs pos="25000">
              <a:schemeClr val="tx2"/>
            </a:gs>
            <a:gs pos="100000">
              <a:schemeClr val="accent1"/>
            </a:gs>
          </a:gsLst>
          <a:lin ang="2700000" scaled="0"/>
        </a:gra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186E52A5-4EFD-4CDC-84A0-69CD15B152A9}"/>
              </a:ext>
            </a:extLst>
          </p:cNvPr>
          <p:cNvSpPr>
            <a:spLocks noGrp="1"/>
          </p:cNvSpPr>
          <p:nvPr>
            <p:ph type="body" sz="quarter" idx="13"/>
          </p:nvPr>
        </p:nvSpPr>
        <p:spPr>
          <a:xfrm>
            <a:off x="1572767" y="1783080"/>
            <a:ext cx="9043416" cy="2713037"/>
          </a:xfrm>
        </p:spPr>
        <p:txBody>
          <a:bodyPr anchor="ctr"/>
          <a:lstStyle>
            <a:lvl1pPr marL="0" indent="0" algn="ctr">
              <a:lnSpc>
                <a:spcPct val="90000"/>
              </a:lnSpc>
              <a:buFontTx/>
              <a:buNone/>
              <a:defRPr sz="3600" b="0" i="0">
                <a:solidFill>
                  <a:schemeClr val="bg1"/>
                </a:solidFill>
                <a:latin typeface="+mj-lt"/>
              </a:defRPr>
            </a:lvl1pPr>
            <a:lvl2pPr marL="0" indent="0" algn="ctr">
              <a:lnSpc>
                <a:spcPct val="90000"/>
              </a:lnSpc>
              <a:spcBef>
                <a:spcPts val="3500"/>
              </a:spcBef>
              <a:spcAft>
                <a:spcPts val="0"/>
              </a:spcAft>
              <a:buFontTx/>
              <a:buNone/>
              <a:defRPr sz="1800">
                <a:solidFill>
                  <a:schemeClr val="bg1"/>
                </a:solidFill>
                <a:latin typeface="+mn-lt"/>
              </a:defRPr>
            </a:lvl2pPr>
            <a:lvl3pPr marL="576662" indent="0">
              <a:buFontTx/>
              <a:buNone/>
              <a:defRPr>
                <a:solidFill>
                  <a:schemeClr val="bg1"/>
                </a:solidFill>
              </a:defRPr>
            </a:lvl3pPr>
            <a:lvl4pPr marL="863600" indent="0">
              <a:buFontTx/>
              <a:buNone/>
              <a:defRPr>
                <a:solidFill>
                  <a:schemeClr val="bg1"/>
                </a:solidFill>
              </a:defRPr>
            </a:lvl4pPr>
            <a:lvl5pPr marL="1152525" indent="0">
              <a:buFontTx/>
              <a:buNone/>
              <a:defRPr>
                <a:solidFill>
                  <a:schemeClr val="bg1"/>
                </a:solidFill>
              </a:defRPr>
            </a:lvl5pPr>
          </a:lstStyle>
          <a:p>
            <a:pPr lvl="0"/>
            <a:r>
              <a:rPr lang="en-GB"/>
              <a:t>Click to edit Master text styles</a:t>
            </a:r>
          </a:p>
          <a:p>
            <a:pPr lvl="1"/>
            <a:r>
              <a:rPr lang="en-GB"/>
              <a:t>Second level</a:t>
            </a:r>
          </a:p>
        </p:txBody>
      </p:sp>
      <p:grpSp>
        <p:nvGrpSpPr>
          <p:cNvPr id="11" name="Group 4">
            <a:extLst>
              <a:ext uri="{FF2B5EF4-FFF2-40B4-BE49-F238E27FC236}">
                <a16:creationId xmlns:a16="http://schemas.microsoft.com/office/drawing/2014/main" id="{7F7D4FFE-D0F0-447C-B732-E83D8A2B88CC}"/>
              </a:ext>
            </a:extLst>
          </p:cNvPr>
          <p:cNvGrpSpPr>
            <a:grpSpLocks noChangeAspect="1"/>
          </p:cNvGrpSpPr>
          <p:nvPr userDrawn="1"/>
        </p:nvGrpSpPr>
        <p:grpSpPr bwMode="auto">
          <a:xfrm>
            <a:off x="10421934" y="6308714"/>
            <a:ext cx="1162049" cy="266699"/>
            <a:chOff x="6565" y="3974"/>
            <a:chExt cx="732" cy="168"/>
          </a:xfrm>
          <a:solidFill>
            <a:schemeClr val="bg1"/>
          </a:solidFill>
        </p:grpSpPr>
        <p:sp>
          <p:nvSpPr>
            <p:cNvPr id="12" name="Freeform 5">
              <a:extLst>
                <a:ext uri="{FF2B5EF4-FFF2-40B4-BE49-F238E27FC236}">
                  <a16:creationId xmlns:a16="http://schemas.microsoft.com/office/drawing/2014/main" id="{A9D6C45B-AB0A-42F2-A8B1-EF173835B96A}"/>
                </a:ext>
              </a:extLst>
            </p:cNvPr>
            <p:cNvSpPr>
              <a:spLocks/>
            </p:cNvSpPr>
            <p:nvPr userDrawn="1"/>
          </p:nvSpPr>
          <p:spPr bwMode="auto">
            <a:xfrm>
              <a:off x="6718" y="3974"/>
              <a:ext cx="146" cy="168"/>
            </a:xfrm>
            <a:custGeom>
              <a:avLst/>
              <a:gdLst>
                <a:gd name="T0" fmla="*/ 626 w 634"/>
                <a:gd name="T1" fmla="*/ 0 h 725"/>
                <a:gd name="T2" fmla="*/ 626 w 634"/>
                <a:gd name="T3" fmla="*/ 0 h 725"/>
                <a:gd name="T4" fmla="*/ 527 w 634"/>
                <a:gd name="T5" fmla="*/ 0 h 725"/>
                <a:gd name="T6" fmla="*/ 519 w 634"/>
                <a:gd name="T7" fmla="*/ 6 h 725"/>
                <a:gd name="T8" fmla="*/ 326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1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4" y="0"/>
                    <a:pt x="520" y="2"/>
                    <a:pt x="519" y="6"/>
                  </a:cubicBezTo>
                  <a:lnTo>
                    <a:pt x="326" y="456"/>
                  </a:lnTo>
                  <a:cubicBezTo>
                    <a:pt x="323" y="462"/>
                    <a:pt x="313" y="462"/>
                    <a:pt x="310" y="456"/>
                  </a:cubicBezTo>
                  <a:lnTo>
                    <a:pt x="117" y="6"/>
                  </a:lnTo>
                  <a:cubicBezTo>
                    <a:pt x="116" y="2"/>
                    <a:pt x="112" y="0"/>
                    <a:pt x="108" y="0"/>
                  </a:cubicBezTo>
                  <a:lnTo>
                    <a:pt x="9" y="0"/>
                  </a:lnTo>
                  <a:cubicBezTo>
                    <a:pt x="4" y="0"/>
                    <a:pt x="0" y="5"/>
                    <a:pt x="2" y="9"/>
                  </a:cubicBezTo>
                  <a:lnTo>
                    <a:pt x="311"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6">
              <a:extLst>
                <a:ext uri="{FF2B5EF4-FFF2-40B4-BE49-F238E27FC236}">
                  <a16:creationId xmlns:a16="http://schemas.microsoft.com/office/drawing/2014/main" id="{3C1046CE-F8D6-46C6-BCC0-593C7932C847}"/>
                </a:ext>
              </a:extLst>
            </p:cNvPr>
            <p:cNvSpPr>
              <a:spLocks noEditPoints="1"/>
            </p:cNvSpPr>
            <p:nvPr userDrawn="1"/>
          </p:nvSpPr>
          <p:spPr bwMode="auto">
            <a:xfrm>
              <a:off x="6565" y="3974"/>
              <a:ext cx="170" cy="168"/>
            </a:xfrm>
            <a:custGeom>
              <a:avLst/>
              <a:gdLst>
                <a:gd name="T0" fmla="*/ 326 w 736"/>
                <a:gd name="T1" fmla="*/ 466 h 724"/>
                <a:gd name="T2" fmla="*/ 326 w 736"/>
                <a:gd name="T3" fmla="*/ 466 h 724"/>
                <a:gd name="T4" fmla="*/ 411 w 736"/>
                <a:gd name="T5" fmla="*/ 268 h 724"/>
                <a:gd name="T6" fmla="*/ 426 w 736"/>
                <a:gd name="T7" fmla="*/ 268 h 724"/>
                <a:gd name="T8" fmla="*/ 511 w 736"/>
                <a:gd name="T9" fmla="*/ 466 h 724"/>
                <a:gd name="T10" fmla="*/ 326 w 736"/>
                <a:gd name="T11" fmla="*/ 466 h 724"/>
                <a:gd name="T12" fmla="*/ 426 w 736"/>
                <a:gd name="T13" fmla="*/ 6 h 724"/>
                <a:gd name="T14" fmla="*/ 426 w 736"/>
                <a:gd name="T15" fmla="*/ 6 h 724"/>
                <a:gd name="T16" fmla="*/ 409 w 736"/>
                <a:gd name="T17" fmla="*/ 6 h 724"/>
                <a:gd name="T18" fmla="*/ 211 w 736"/>
                <a:gd name="T19" fmla="*/ 466 h 724"/>
                <a:gd name="T20" fmla="*/ 7 w 736"/>
                <a:gd name="T21" fmla="*/ 466 h 724"/>
                <a:gd name="T22" fmla="*/ 1 w 736"/>
                <a:gd name="T23" fmla="*/ 475 h 724"/>
                <a:gd name="T24" fmla="*/ 40 w 736"/>
                <a:gd name="T25" fmla="*/ 560 h 724"/>
                <a:gd name="T26" fmla="*/ 53 w 736"/>
                <a:gd name="T27" fmla="*/ 569 h 724"/>
                <a:gd name="T28" fmla="*/ 167 w 736"/>
                <a:gd name="T29" fmla="*/ 569 h 724"/>
                <a:gd name="T30" fmla="*/ 104 w 736"/>
                <a:gd name="T31" fmla="*/ 715 h 724"/>
                <a:gd name="T32" fmla="*/ 111 w 736"/>
                <a:gd name="T33" fmla="*/ 724 h 724"/>
                <a:gd name="T34" fmla="*/ 209 w 736"/>
                <a:gd name="T35" fmla="*/ 724 h 724"/>
                <a:gd name="T36" fmla="*/ 218 w 736"/>
                <a:gd name="T37" fmla="*/ 719 h 724"/>
                <a:gd name="T38" fmla="*/ 282 w 736"/>
                <a:gd name="T39" fmla="*/ 569 h 724"/>
                <a:gd name="T40" fmla="*/ 555 w 736"/>
                <a:gd name="T41" fmla="*/ 569 h 724"/>
                <a:gd name="T42" fmla="*/ 619 w 736"/>
                <a:gd name="T43" fmla="*/ 719 h 724"/>
                <a:gd name="T44" fmla="*/ 628 w 736"/>
                <a:gd name="T45" fmla="*/ 724 h 724"/>
                <a:gd name="T46" fmla="*/ 727 w 736"/>
                <a:gd name="T47" fmla="*/ 724 h 724"/>
                <a:gd name="T48" fmla="*/ 734 w 736"/>
                <a:gd name="T49" fmla="*/ 715 h 724"/>
                <a:gd name="T50" fmla="*/ 426 w 736"/>
                <a:gd name="T51"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36" h="724">
                  <a:moveTo>
                    <a:pt x="326" y="466"/>
                  </a:moveTo>
                  <a:lnTo>
                    <a:pt x="326" y="466"/>
                  </a:lnTo>
                  <a:lnTo>
                    <a:pt x="411" y="268"/>
                  </a:lnTo>
                  <a:cubicBezTo>
                    <a:pt x="414" y="261"/>
                    <a:pt x="423" y="261"/>
                    <a:pt x="426" y="268"/>
                  </a:cubicBezTo>
                  <a:lnTo>
                    <a:pt x="511" y="466"/>
                  </a:lnTo>
                  <a:lnTo>
                    <a:pt x="326" y="466"/>
                  </a:lnTo>
                  <a:close/>
                  <a:moveTo>
                    <a:pt x="426" y="6"/>
                  </a:moveTo>
                  <a:lnTo>
                    <a:pt x="426" y="6"/>
                  </a:lnTo>
                  <a:cubicBezTo>
                    <a:pt x="423" y="0"/>
                    <a:pt x="412" y="0"/>
                    <a:pt x="409" y="6"/>
                  </a:cubicBezTo>
                  <a:lnTo>
                    <a:pt x="211" y="466"/>
                  </a:lnTo>
                  <a:lnTo>
                    <a:pt x="7" y="466"/>
                  </a:lnTo>
                  <a:cubicBezTo>
                    <a:pt x="2" y="466"/>
                    <a:pt x="0" y="471"/>
                    <a:pt x="1" y="475"/>
                  </a:cubicBezTo>
                  <a:lnTo>
                    <a:pt x="40" y="560"/>
                  </a:lnTo>
                  <a:cubicBezTo>
                    <a:pt x="42" y="566"/>
                    <a:pt x="47" y="569"/>
                    <a:pt x="53" y="569"/>
                  </a:cubicBezTo>
                  <a:lnTo>
                    <a:pt x="167" y="569"/>
                  </a:lnTo>
                  <a:lnTo>
                    <a:pt x="104" y="715"/>
                  </a:lnTo>
                  <a:cubicBezTo>
                    <a:pt x="102" y="719"/>
                    <a:pt x="106" y="724"/>
                    <a:pt x="111" y="724"/>
                  </a:cubicBezTo>
                  <a:lnTo>
                    <a:pt x="209" y="724"/>
                  </a:lnTo>
                  <a:cubicBezTo>
                    <a:pt x="213" y="724"/>
                    <a:pt x="216" y="722"/>
                    <a:pt x="218" y="719"/>
                  </a:cubicBezTo>
                  <a:lnTo>
                    <a:pt x="282" y="569"/>
                  </a:lnTo>
                  <a:lnTo>
                    <a:pt x="555" y="569"/>
                  </a:lnTo>
                  <a:lnTo>
                    <a:pt x="619" y="719"/>
                  </a:lnTo>
                  <a:cubicBezTo>
                    <a:pt x="621" y="722"/>
                    <a:pt x="624" y="724"/>
                    <a:pt x="628" y="724"/>
                  </a:cubicBezTo>
                  <a:lnTo>
                    <a:pt x="727" y="724"/>
                  </a:lnTo>
                  <a:cubicBezTo>
                    <a:pt x="732" y="724"/>
                    <a:pt x="736" y="719"/>
                    <a:pt x="734" y="715"/>
                  </a:cubicBezTo>
                  <a:lnTo>
                    <a:pt x="426"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7">
              <a:extLst>
                <a:ext uri="{FF2B5EF4-FFF2-40B4-BE49-F238E27FC236}">
                  <a16:creationId xmlns:a16="http://schemas.microsoft.com/office/drawing/2014/main" id="{2E28D404-3216-46E4-9244-0094820F756E}"/>
                </a:ext>
              </a:extLst>
            </p:cNvPr>
            <p:cNvSpPr>
              <a:spLocks/>
            </p:cNvSpPr>
            <p:nvPr userDrawn="1"/>
          </p:nvSpPr>
          <p:spPr bwMode="auto">
            <a:xfrm>
              <a:off x="7022" y="3974"/>
              <a:ext cx="146" cy="168"/>
            </a:xfrm>
            <a:custGeom>
              <a:avLst/>
              <a:gdLst>
                <a:gd name="T0" fmla="*/ 626 w 634"/>
                <a:gd name="T1" fmla="*/ 0 h 725"/>
                <a:gd name="T2" fmla="*/ 626 w 634"/>
                <a:gd name="T3" fmla="*/ 0 h 725"/>
                <a:gd name="T4" fmla="*/ 527 w 634"/>
                <a:gd name="T5" fmla="*/ 0 h 725"/>
                <a:gd name="T6" fmla="*/ 519 w 634"/>
                <a:gd name="T7" fmla="*/ 6 h 725"/>
                <a:gd name="T8" fmla="*/ 325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0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3" y="0"/>
                    <a:pt x="520" y="2"/>
                    <a:pt x="519" y="6"/>
                  </a:cubicBezTo>
                  <a:lnTo>
                    <a:pt x="325" y="456"/>
                  </a:lnTo>
                  <a:cubicBezTo>
                    <a:pt x="323" y="462"/>
                    <a:pt x="313" y="462"/>
                    <a:pt x="310" y="456"/>
                  </a:cubicBezTo>
                  <a:lnTo>
                    <a:pt x="117" y="6"/>
                  </a:lnTo>
                  <a:cubicBezTo>
                    <a:pt x="115" y="2"/>
                    <a:pt x="112" y="0"/>
                    <a:pt x="108" y="0"/>
                  </a:cubicBezTo>
                  <a:lnTo>
                    <a:pt x="9" y="0"/>
                  </a:lnTo>
                  <a:cubicBezTo>
                    <a:pt x="4" y="0"/>
                    <a:pt x="0" y="5"/>
                    <a:pt x="2" y="9"/>
                  </a:cubicBezTo>
                  <a:lnTo>
                    <a:pt x="310"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8">
              <a:extLst>
                <a:ext uri="{FF2B5EF4-FFF2-40B4-BE49-F238E27FC236}">
                  <a16:creationId xmlns:a16="http://schemas.microsoft.com/office/drawing/2014/main" id="{5C45158B-20BA-48A4-82DA-563BA44CBFBB}"/>
                </a:ext>
              </a:extLst>
            </p:cNvPr>
            <p:cNvSpPr>
              <a:spLocks noEditPoints="1"/>
            </p:cNvSpPr>
            <p:nvPr userDrawn="1"/>
          </p:nvSpPr>
          <p:spPr bwMode="auto">
            <a:xfrm>
              <a:off x="7151" y="3974"/>
              <a:ext cx="146" cy="168"/>
            </a:xfrm>
            <a:custGeom>
              <a:avLst/>
              <a:gdLst>
                <a:gd name="T0" fmla="*/ 223 w 633"/>
                <a:gd name="T1" fmla="*/ 466 h 724"/>
                <a:gd name="T2" fmla="*/ 223 w 633"/>
                <a:gd name="T3" fmla="*/ 466 h 724"/>
                <a:gd name="T4" fmla="*/ 308 w 633"/>
                <a:gd name="T5" fmla="*/ 268 h 724"/>
                <a:gd name="T6" fmla="*/ 324 w 633"/>
                <a:gd name="T7" fmla="*/ 268 h 724"/>
                <a:gd name="T8" fmla="*/ 409 w 633"/>
                <a:gd name="T9" fmla="*/ 466 h 724"/>
                <a:gd name="T10" fmla="*/ 223 w 633"/>
                <a:gd name="T11" fmla="*/ 466 h 724"/>
                <a:gd name="T12" fmla="*/ 323 w 633"/>
                <a:gd name="T13" fmla="*/ 6 h 724"/>
                <a:gd name="T14" fmla="*/ 323 w 633"/>
                <a:gd name="T15" fmla="*/ 6 h 724"/>
                <a:gd name="T16" fmla="*/ 307 w 633"/>
                <a:gd name="T17" fmla="*/ 6 h 724"/>
                <a:gd name="T18" fmla="*/ 2 w 633"/>
                <a:gd name="T19" fmla="*/ 715 h 724"/>
                <a:gd name="T20" fmla="*/ 8 w 633"/>
                <a:gd name="T21" fmla="*/ 724 h 724"/>
                <a:gd name="T22" fmla="*/ 107 w 633"/>
                <a:gd name="T23" fmla="*/ 724 h 724"/>
                <a:gd name="T24" fmla="*/ 115 w 633"/>
                <a:gd name="T25" fmla="*/ 719 h 724"/>
                <a:gd name="T26" fmla="*/ 179 w 633"/>
                <a:gd name="T27" fmla="*/ 569 h 724"/>
                <a:gd name="T28" fmla="*/ 453 w 633"/>
                <a:gd name="T29" fmla="*/ 569 h 724"/>
                <a:gd name="T30" fmla="*/ 517 w 633"/>
                <a:gd name="T31" fmla="*/ 719 h 724"/>
                <a:gd name="T32" fmla="*/ 525 w 633"/>
                <a:gd name="T33" fmla="*/ 724 h 724"/>
                <a:gd name="T34" fmla="*/ 625 w 633"/>
                <a:gd name="T35" fmla="*/ 724 h 724"/>
                <a:gd name="T36" fmla="*/ 631 w 633"/>
                <a:gd name="T37" fmla="*/ 715 h 724"/>
                <a:gd name="T38" fmla="*/ 323 w 633"/>
                <a:gd name="T39"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3" h="724">
                  <a:moveTo>
                    <a:pt x="223" y="466"/>
                  </a:moveTo>
                  <a:lnTo>
                    <a:pt x="223" y="466"/>
                  </a:lnTo>
                  <a:lnTo>
                    <a:pt x="308" y="268"/>
                  </a:lnTo>
                  <a:cubicBezTo>
                    <a:pt x="311" y="261"/>
                    <a:pt x="321" y="261"/>
                    <a:pt x="324" y="268"/>
                  </a:cubicBezTo>
                  <a:lnTo>
                    <a:pt x="409" y="466"/>
                  </a:lnTo>
                  <a:lnTo>
                    <a:pt x="223" y="466"/>
                  </a:lnTo>
                  <a:close/>
                  <a:moveTo>
                    <a:pt x="323" y="6"/>
                  </a:moveTo>
                  <a:lnTo>
                    <a:pt x="323" y="6"/>
                  </a:lnTo>
                  <a:cubicBezTo>
                    <a:pt x="320" y="0"/>
                    <a:pt x="310" y="0"/>
                    <a:pt x="307" y="6"/>
                  </a:cubicBezTo>
                  <a:lnTo>
                    <a:pt x="2" y="715"/>
                  </a:lnTo>
                  <a:cubicBezTo>
                    <a:pt x="0" y="719"/>
                    <a:pt x="3" y="724"/>
                    <a:pt x="8" y="724"/>
                  </a:cubicBezTo>
                  <a:lnTo>
                    <a:pt x="107" y="724"/>
                  </a:lnTo>
                  <a:cubicBezTo>
                    <a:pt x="110" y="724"/>
                    <a:pt x="114" y="722"/>
                    <a:pt x="115" y="719"/>
                  </a:cubicBezTo>
                  <a:lnTo>
                    <a:pt x="179" y="569"/>
                  </a:lnTo>
                  <a:lnTo>
                    <a:pt x="453" y="569"/>
                  </a:lnTo>
                  <a:lnTo>
                    <a:pt x="517" y="719"/>
                  </a:lnTo>
                  <a:cubicBezTo>
                    <a:pt x="518" y="722"/>
                    <a:pt x="522" y="724"/>
                    <a:pt x="525" y="724"/>
                  </a:cubicBezTo>
                  <a:lnTo>
                    <a:pt x="625" y="724"/>
                  </a:lnTo>
                  <a:cubicBezTo>
                    <a:pt x="630" y="724"/>
                    <a:pt x="633" y="719"/>
                    <a:pt x="631" y="715"/>
                  </a:cubicBezTo>
                  <a:lnTo>
                    <a:pt x="323"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9">
              <a:extLst>
                <a:ext uri="{FF2B5EF4-FFF2-40B4-BE49-F238E27FC236}">
                  <a16:creationId xmlns:a16="http://schemas.microsoft.com/office/drawing/2014/main" id="{2FAAEA42-D27B-458D-B3FB-6D5FF8C8C8CF}"/>
                </a:ext>
              </a:extLst>
            </p:cNvPr>
            <p:cNvSpPr>
              <a:spLocks/>
            </p:cNvSpPr>
            <p:nvPr userDrawn="1"/>
          </p:nvSpPr>
          <p:spPr bwMode="auto">
            <a:xfrm>
              <a:off x="6888" y="3974"/>
              <a:ext cx="111" cy="24"/>
            </a:xfrm>
            <a:custGeom>
              <a:avLst/>
              <a:gdLst>
                <a:gd name="T0" fmla="*/ 473 w 480"/>
                <a:gd name="T1" fmla="*/ 0 h 105"/>
                <a:gd name="T2" fmla="*/ 473 w 480"/>
                <a:gd name="T3" fmla="*/ 0 h 105"/>
                <a:gd name="T4" fmla="*/ 7 w 480"/>
                <a:gd name="T5" fmla="*/ 0 h 105"/>
                <a:gd name="T6" fmla="*/ 0 w 480"/>
                <a:gd name="T7" fmla="*/ 6 h 105"/>
                <a:gd name="T8" fmla="*/ 0 w 480"/>
                <a:gd name="T9" fmla="*/ 98 h 105"/>
                <a:gd name="T10" fmla="*/ 7 w 480"/>
                <a:gd name="T11" fmla="*/ 105 h 105"/>
                <a:gd name="T12" fmla="*/ 473 w 480"/>
                <a:gd name="T13" fmla="*/ 105 h 105"/>
                <a:gd name="T14" fmla="*/ 480 w 480"/>
                <a:gd name="T15" fmla="*/ 98 h 105"/>
                <a:gd name="T16" fmla="*/ 480 w 480"/>
                <a:gd name="T17" fmla="*/ 6 h 105"/>
                <a:gd name="T18" fmla="*/ 473 w 480"/>
                <a:gd name="T19" fmla="*/ 0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5">
                  <a:moveTo>
                    <a:pt x="473" y="0"/>
                  </a:moveTo>
                  <a:lnTo>
                    <a:pt x="473" y="0"/>
                  </a:lnTo>
                  <a:lnTo>
                    <a:pt x="7" y="0"/>
                  </a:lnTo>
                  <a:cubicBezTo>
                    <a:pt x="3" y="0"/>
                    <a:pt x="0" y="3"/>
                    <a:pt x="0" y="6"/>
                  </a:cubicBezTo>
                  <a:lnTo>
                    <a:pt x="0" y="98"/>
                  </a:lnTo>
                  <a:cubicBezTo>
                    <a:pt x="0" y="102"/>
                    <a:pt x="3" y="105"/>
                    <a:pt x="7" y="105"/>
                  </a:cubicBezTo>
                  <a:lnTo>
                    <a:pt x="473" y="105"/>
                  </a:lnTo>
                  <a:cubicBezTo>
                    <a:pt x="477" y="105"/>
                    <a:pt x="480" y="102"/>
                    <a:pt x="480" y="98"/>
                  </a:cubicBezTo>
                  <a:lnTo>
                    <a:pt x="480" y="6"/>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10">
              <a:extLst>
                <a:ext uri="{FF2B5EF4-FFF2-40B4-BE49-F238E27FC236}">
                  <a16:creationId xmlns:a16="http://schemas.microsoft.com/office/drawing/2014/main" id="{0A0E7B91-E440-4B18-8D03-966A228F0F95}"/>
                </a:ext>
              </a:extLst>
            </p:cNvPr>
            <p:cNvSpPr>
              <a:spLocks/>
            </p:cNvSpPr>
            <p:nvPr userDrawn="1"/>
          </p:nvSpPr>
          <p:spPr bwMode="auto">
            <a:xfrm>
              <a:off x="6888" y="4045"/>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99 h 106"/>
                <a:gd name="T10" fmla="*/ 7 w 480"/>
                <a:gd name="T11" fmla="*/ 106 h 106"/>
                <a:gd name="T12" fmla="*/ 473 w 480"/>
                <a:gd name="T13" fmla="*/ 106 h 106"/>
                <a:gd name="T14" fmla="*/ 480 w 480"/>
                <a:gd name="T15" fmla="*/ 99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99"/>
                  </a:lnTo>
                  <a:cubicBezTo>
                    <a:pt x="0" y="103"/>
                    <a:pt x="3" y="106"/>
                    <a:pt x="7" y="106"/>
                  </a:cubicBezTo>
                  <a:lnTo>
                    <a:pt x="473" y="106"/>
                  </a:lnTo>
                  <a:cubicBezTo>
                    <a:pt x="477" y="106"/>
                    <a:pt x="480" y="103"/>
                    <a:pt x="480" y="99"/>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Freeform 11">
              <a:extLst>
                <a:ext uri="{FF2B5EF4-FFF2-40B4-BE49-F238E27FC236}">
                  <a16:creationId xmlns:a16="http://schemas.microsoft.com/office/drawing/2014/main" id="{D2D49480-1518-4ED0-8163-10BFEE43748E}"/>
                </a:ext>
              </a:extLst>
            </p:cNvPr>
            <p:cNvSpPr>
              <a:spLocks/>
            </p:cNvSpPr>
            <p:nvPr userDrawn="1"/>
          </p:nvSpPr>
          <p:spPr bwMode="auto">
            <a:xfrm>
              <a:off x="6888" y="4116"/>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100 h 106"/>
                <a:gd name="T10" fmla="*/ 7 w 480"/>
                <a:gd name="T11" fmla="*/ 106 h 106"/>
                <a:gd name="T12" fmla="*/ 473 w 480"/>
                <a:gd name="T13" fmla="*/ 106 h 106"/>
                <a:gd name="T14" fmla="*/ 480 w 480"/>
                <a:gd name="T15" fmla="*/ 100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100"/>
                  </a:lnTo>
                  <a:cubicBezTo>
                    <a:pt x="0" y="103"/>
                    <a:pt x="3" y="106"/>
                    <a:pt x="7" y="106"/>
                  </a:cubicBezTo>
                  <a:lnTo>
                    <a:pt x="473" y="106"/>
                  </a:lnTo>
                  <a:cubicBezTo>
                    <a:pt x="477" y="106"/>
                    <a:pt x="480" y="103"/>
                    <a:pt x="480" y="100"/>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3" name="Footer Placeholder 2">
            <a:extLst>
              <a:ext uri="{FF2B5EF4-FFF2-40B4-BE49-F238E27FC236}">
                <a16:creationId xmlns:a16="http://schemas.microsoft.com/office/drawing/2014/main" id="{B8EBE62E-B597-204A-8006-7CA5870BD8B6}"/>
              </a:ext>
            </a:extLst>
          </p:cNvPr>
          <p:cNvSpPr>
            <a:spLocks noGrp="1"/>
          </p:cNvSpPr>
          <p:nvPr>
            <p:ph type="ftr" sz="quarter" idx="15"/>
          </p:nvPr>
        </p:nvSpPr>
        <p:spPr/>
        <p:txBody>
          <a:bodyPr/>
          <a:lstStyle>
            <a:lvl1pPr>
              <a:defRPr>
                <a:solidFill>
                  <a:schemeClr val="bg1">
                    <a:lumMod val="75000"/>
                  </a:schemeClr>
                </a:solidFill>
              </a:defRPr>
            </a:lvl1pPr>
          </a:lstStyle>
          <a:p>
            <a:r>
              <a:rPr lang="en-US" dirty="0"/>
              <a:t>For Internal Use Only. © 2026 AVEVA Group Limited or its subsidiaries. All rights reserved.</a:t>
            </a:r>
            <a:endParaRPr lang="en-GB" dirty="0"/>
          </a:p>
        </p:txBody>
      </p:sp>
      <p:sp>
        <p:nvSpPr>
          <p:cNvPr id="4" name="Slide Number Placeholder 3">
            <a:extLst>
              <a:ext uri="{FF2B5EF4-FFF2-40B4-BE49-F238E27FC236}">
                <a16:creationId xmlns:a16="http://schemas.microsoft.com/office/drawing/2014/main" id="{8EA9D2F9-C526-8043-AE25-01D74215FFAB}"/>
              </a:ext>
            </a:extLst>
          </p:cNvPr>
          <p:cNvSpPr>
            <a:spLocks noGrp="1"/>
          </p:cNvSpPr>
          <p:nvPr>
            <p:ph type="sldNum" sz="quarter" idx="16"/>
          </p:nvPr>
        </p:nvSpPr>
        <p:spPr/>
        <p:txBody>
          <a:bodyPr/>
          <a:lstStyle>
            <a:lvl1pPr>
              <a:defRPr>
                <a:solidFill>
                  <a:schemeClr val="bg1">
                    <a:lumMod val="75000"/>
                  </a:schemeClr>
                </a:solidFill>
              </a:defRPr>
            </a:lvl1pPr>
          </a:lstStyle>
          <a:p>
            <a:fld id="{267CDB12-45E5-4FD7-AE50-9CB5AFC72BA1}" type="slidenum">
              <a:rPr lang="en-GB" smtClean="0"/>
              <a:pPr/>
              <a:t>‹#›</a:t>
            </a:fld>
            <a:endParaRPr lang="en-GB" dirty="0"/>
          </a:p>
        </p:txBody>
      </p:sp>
      <p:sp>
        <p:nvSpPr>
          <p:cNvPr id="70" name="TextBox 69">
            <a:extLst>
              <a:ext uri="{FF2B5EF4-FFF2-40B4-BE49-F238E27FC236}">
                <a16:creationId xmlns:a16="http://schemas.microsoft.com/office/drawing/2014/main" id="{15B1906B-81AB-41E4-B957-141F333C8AC5}"/>
              </a:ext>
            </a:extLst>
          </p:cNvPr>
          <p:cNvSpPr txBox="1"/>
          <p:nvPr userDrawn="1"/>
        </p:nvSpPr>
        <p:spPr>
          <a:xfrm>
            <a:off x="0" y="-345748"/>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grpSp>
        <p:nvGrpSpPr>
          <p:cNvPr id="2" name="Group 1">
            <a:extLst>
              <a:ext uri="{FF2B5EF4-FFF2-40B4-BE49-F238E27FC236}">
                <a16:creationId xmlns:a16="http://schemas.microsoft.com/office/drawing/2014/main" id="{B1A52201-C4E5-F6D0-AEEC-556391FA036C}"/>
              </a:ext>
            </a:extLst>
          </p:cNvPr>
          <p:cNvGrpSpPr/>
          <p:nvPr userDrawn="1"/>
        </p:nvGrpSpPr>
        <p:grpSpPr>
          <a:xfrm>
            <a:off x="12485568" y="112729"/>
            <a:ext cx="2936672" cy="5883149"/>
            <a:chOff x="12485568" y="112729"/>
            <a:chExt cx="2936672" cy="5883149"/>
          </a:xfrm>
        </p:grpSpPr>
        <p:sp>
          <p:nvSpPr>
            <p:cNvPr id="5" name="Oval 4">
              <a:extLst>
                <a:ext uri="{FF2B5EF4-FFF2-40B4-BE49-F238E27FC236}">
                  <a16:creationId xmlns:a16="http://schemas.microsoft.com/office/drawing/2014/main" id="{1B9F7A15-9A83-3C74-745D-08CF0B3948B3}"/>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6" name="Oval 5">
              <a:extLst>
                <a:ext uri="{FF2B5EF4-FFF2-40B4-BE49-F238E27FC236}">
                  <a16:creationId xmlns:a16="http://schemas.microsoft.com/office/drawing/2014/main" id="{7D21937F-2E69-AC8D-BDCA-8952334247E7}"/>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7" name="Oval 6">
              <a:extLst>
                <a:ext uri="{FF2B5EF4-FFF2-40B4-BE49-F238E27FC236}">
                  <a16:creationId xmlns:a16="http://schemas.microsoft.com/office/drawing/2014/main" id="{262BE45F-C295-E23C-1A9A-16A2A0E6A1C1}"/>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9" name="Rectangle 8">
              <a:extLst>
                <a:ext uri="{FF2B5EF4-FFF2-40B4-BE49-F238E27FC236}">
                  <a16:creationId xmlns:a16="http://schemas.microsoft.com/office/drawing/2014/main" id="{52CCC806-2DBA-4609-A6FA-AB5FF5D03F1E}"/>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10" name="Oval 9">
              <a:extLst>
                <a:ext uri="{FF2B5EF4-FFF2-40B4-BE49-F238E27FC236}">
                  <a16:creationId xmlns:a16="http://schemas.microsoft.com/office/drawing/2014/main" id="{59CAB116-B5ED-1D80-8B2F-25E4797E9456}"/>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9" name="Oval 18">
              <a:extLst>
                <a:ext uri="{FF2B5EF4-FFF2-40B4-BE49-F238E27FC236}">
                  <a16:creationId xmlns:a16="http://schemas.microsoft.com/office/drawing/2014/main" id="{B7867309-F270-45BF-BF68-73B0B86C1670}"/>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0" name="Oval 19">
              <a:extLst>
                <a:ext uri="{FF2B5EF4-FFF2-40B4-BE49-F238E27FC236}">
                  <a16:creationId xmlns:a16="http://schemas.microsoft.com/office/drawing/2014/main" id="{1A240449-6BE4-CAE3-5168-4482E288D429}"/>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1" name="Oval 20">
              <a:extLst>
                <a:ext uri="{FF2B5EF4-FFF2-40B4-BE49-F238E27FC236}">
                  <a16:creationId xmlns:a16="http://schemas.microsoft.com/office/drawing/2014/main" id="{280BE9F6-D942-3880-3994-D03F32460A0A}"/>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22" name="Group 21">
              <a:extLst>
                <a:ext uri="{FF2B5EF4-FFF2-40B4-BE49-F238E27FC236}">
                  <a16:creationId xmlns:a16="http://schemas.microsoft.com/office/drawing/2014/main" id="{AF0E3596-2134-9616-4EA1-ECD07B263095}"/>
                </a:ext>
              </a:extLst>
            </p:cNvPr>
            <p:cNvGrpSpPr/>
            <p:nvPr userDrawn="1"/>
          </p:nvGrpSpPr>
          <p:grpSpPr>
            <a:xfrm>
              <a:off x="12500773" y="3802778"/>
              <a:ext cx="971741" cy="1940780"/>
              <a:chOff x="12431200" y="2678506"/>
              <a:chExt cx="971741" cy="1940780"/>
            </a:xfrm>
          </p:grpSpPr>
          <p:sp>
            <p:nvSpPr>
              <p:cNvPr id="26" name="Rectangle 25">
                <a:extLst>
                  <a:ext uri="{FF2B5EF4-FFF2-40B4-BE49-F238E27FC236}">
                    <a16:creationId xmlns:a16="http://schemas.microsoft.com/office/drawing/2014/main" id="{B642FDD1-AEF2-31BC-8BE0-EB38030CBE5D}"/>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27" name="Oval 26">
                <a:extLst>
                  <a:ext uri="{FF2B5EF4-FFF2-40B4-BE49-F238E27FC236}">
                    <a16:creationId xmlns:a16="http://schemas.microsoft.com/office/drawing/2014/main" id="{471C393E-DD29-A336-EC48-05588D65E4C0}"/>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8" name="Oval 27">
                <a:extLst>
                  <a:ext uri="{FF2B5EF4-FFF2-40B4-BE49-F238E27FC236}">
                    <a16:creationId xmlns:a16="http://schemas.microsoft.com/office/drawing/2014/main" id="{90A910A4-3AC3-6A8B-4FD3-35D51ABE62E0}"/>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9" name="Oval 28">
                <a:extLst>
                  <a:ext uri="{FF2B5EF4-FFF2-40B4-BE49-F238E27FC236}">
                    <a16:creationId xmlns:a16="http://schemas.microsoft.com/office/drawing/2014/main" id="{261008E8-5ACC-08BF-7813-71316A2FD287}"/>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0" name="Oval 29">
                <a:extLst>
                  <a:ext uri="{FF2B5EF4-FFF2-40B4-BE49-F238E27FC236}">
                    <a16:creationId xmlns:a16="http://schemas.microsoft.com/office/drawing/2014/main" id="{5FE26C4F-8451-0F5F-584A-727F6BED6495}"/>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1" name="Oval 30">
                <a:extLst>
                  <a:ext uri="{FF2B5EF4-FFF2-40B4-BE49-F238E27FC236}">
                    <a16:creationId xmlns:a16="http://schemas.microsoft.com/office/drawing/2014/main" id="{8F0D02CC-1F25-D1D1-2849-480A8837388E}"/>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2" name="Oval 31">
                <a:extLst>
                  <a:ext uri="{FF2B5EF4-FFF2-40B4-BE49-F238E27FC236}">
                    <a16:creationId xmlns:a16="http://schemas.microsoft.com/office/drawing/2014/main" id="{43901AA9-21FB-D614-E408-B6607A0C77FB}"/>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23" name="TextBox 22">
              <a:extLst>
                <a:ext uri="{FF2B5EF4-FFF2-40B4-BE49-F238E27FC236}">
                  <a16:creationId xmlns:a16="http://schemas.microsoft.com/office/drawing/2014/main" id="{DA70FB2F-D751-C8F4-BB63-994656429BB6}"/>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24" name="Picture 23">
              <a:extLst>
                <a:ext uri="{FF2B5EF4-FFF2-40B4-BE49-F238E27FC236}">
                  <a16:creationId xmlns:a16="http://schemas.microsoft.com/office/drawing/2014/main" id="{3727492B-91A7-9420-93ED-47A60656E4A1}"/>
                </a:ext>
              </a:extLst>
            </p:cNvPr>
            <p:cNvPicPr>
              <a:picLocks noChangeAspect="1"/>
            </p:cNvPicPr>
            <p:nvPr userDrawn="1"/>
          </p:nvPicPr>
          <p:blipFill>
            <a:blip r:embed="rId2"/>
            <a:stretch>
              <a:fillRect/>
            </a:stretch>
          </p:blipFill>
          <p:spPr>
            <a:xfrm>
              <a:off x="14012244" y="4384548"/>
              <a:ext cx="1088171" cy="1611330"/>
            </a:xfrm>
            <a:prstGeom prst="rect">
              <a:avLst/>
            </a:prstGeom>
          </p:spPr>
        </p:pic>
        <p:sp>
          <p:nvSpPr>
            <p:cNvPr id="25" name="Rectangle 24">
              <a:extLst>
                <a:ext uri="{FF2B5EF4-FFF2-40B4-BE49-F238E27FC236}">
                  <a16:creationId xmlns:a16="http://schemas.microsoft.com/office/drawing/2014/main" id="{0BF5B87E-5393-7080-E528-42CDF65FF13A}"/>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4344455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5" name="Text Placeholder 7">
            <a:extLst>
              <a:ext uri="{FF2B5EF4-FFF2-40B4-BE49-F238E27FC236}">
                <a16:creationId xmlns:a16="http://schemas.microsoft.com/office/drawing/2014/main" id="{07CF30F0-D477-5341-B92C-2C107A8F94B1}"/>
              </a:ext>
            </a:extLst>
          </p:cNvPr>
          <p:cNvSpPr>
            <a:spLocks noGrp="1"/>
          </p:cNvSpPr>
          <p:nvPr>
            <p:ph type="body" sz="quarter" idx="13" hasCustomPrompt="1"/>
          </p:nvPr>
        </p:nvSpPr>
        <p:spPr>
          <a:xfrm>
            <a:off x="609600" y="1130706"/>
            <a:ext cx="10972800" cy="321627"/>
          </a:xfrm>
        </p:spPr>
        <p:txBody>
          <a:bodyPr lIns="0">
            <a:noAutofit/>
          </a:bodyPr>
          <a:lstStyle>
            <a:lvl1pPr marL="18288" indent="0">
              <a:lnSpc>
                <a:spcPct val="95000"/>
              </a:lnSpc>
              <a:spcBef>
                <a:spcPts val="800"/>
              </a:spcBef>
              <a:spcAft>
                <a:spcPts val="0"/>
              </a:spcAft>
              <a:buNone/>
              <a:defRPr sz="2100" b="0" cap="none" spc="0" baseline="0">
                <a:solidFill>
                  <a:schemeClr val="accent1"/>
                </a:solidFill>
              </a:defRPr>
            </a:lvl1pPr>
          </a:lstStyle>
          <a:p>
            <a:pPr lvl="0"/>
            <a:r>
              <a:rPr lang="en-GB" dirty="0"/>
              <a:t>Optional Subtitle</a:t>
            </a:r>
          </a:p>
        </p:txBody>
      </p:sp>
      <p:sp>
        <p:nvSpPr>
          <p:cNvPr id="3" name="Title 2">
            <a:extLst>
              <a:ext uri="{FF2B5EF4-FFF2-40B4-BE49-F238E27FC236}">
                <a16:creationId xmlns:a16="http://schemas.microsoft.com/office/drawing/2014/main" id="{4B09B95D-1CBD-6F48-94CF-40A74FC99178}"/>
              </a:ext>
            </a:extLst>
          </p:cNvPr>
          <p:cNvSpPr>
            <a:spLocks noGrp="1"/>
          </p:cNvSpPr>
          <p:nvPr>
            <p:ph type="title"/>
          </p:nvPr>
        </p:nvSpPr>
        <p:spPr/>
        <p:txBody>
          <a:bodyPr/>
          <a:lstStyle/>
          <a:p>
            <a:r>
              <a:rPr lang="en-GB"/>
              <a:t>Click to edit Master title style</a:t>
            </a:r>
            <a:endParaRPr lang="en-US"/>
          </a:p>
        </p:txBody>
      </p:sp>
      <p:sp>
        <p:nvSpPr>
          <p:cNvPr id="4" name="Footer Placeholder 3">
            <a:extLst>
              <a:ext uri="{FF2B5EF4-FFF2-40B4-BE49-F238E27FC236}">
                <a16:creationId xmlns:a16="http://schemas.microsoft.com/office/drawing/2014/main" id="{9EC481AD-9FF0-5449-975D-C622F0ACF19F}"/>
              </a:ext>
            </a:extLst>
          </p:cNvPr>
          <p:cNvSpPr>
            <a:spLocks noGrp="1"/>
          </p:cNvSpPr>
          <p:nvPr>
            <p:ph type="ftr" sz="quarter" idx="15"/>
          </p:nvPr>
        </p:nvSpPr>
        <p:spPr/>
        <p:txBody>
          <a:bodyPr/>
          <a:lstStyle/>
          <a:p>
            <a:r>
              <a:rPr lang="en-US" dirty="0"/>
              <a:t>For Internal Use Only. © 2026 AVEVA Group Limited or its subsidiaries. All rights reserved.</a:t>
            </a:r>
            <a:endParaRPr lang="en-GB" dirty="0"/>
          </a:p>
        </p:txBody>
      </p:sp>
      <p:sp>
        <p:nvSpPr>
          <p:cNvPr id="6" name="Slide Number Placeholder 5">
            <a:extLst>
              <a:ext uri="{FF2B5EF4-FFF2-40B4-BE49-F238E27FC236}">
                <a16:creationId xmlns:a16="http://schemas.microsoft.com/office/drawing/2014/main" id="{6D1562B2-AD6B-E34C-ACCC-70A6B537DD30}"/>
              </a:ext>
            </a:extLst>
          </p:cNvPr>
          <p:cNvSpPr>
            <a:spLocks noGrp="1"/>
          </p:cNvSpPr>
          <p:nvPr>
            <p:ph type="sldNum" sz="quarter" idx="16"/>
          </p:nvPr>
        </p:nvSpPr>
        <p:spPr/>
        <p:txBody>
          <a:bodyPr/>
          <a:lstStyle/>
          <a:p>
            <a:fld id="{267CDB12-45E5-4FD7-AE50-9CB5AFC72BA1}" type="slidenum">
              <a:rPr lang="en-GB" smtClean="0"/>
              <a:pPr/>
              <a:t>‹#›</a:t>
            </a:fld>
            <a:endParaRPr lang="en-GB"/>
          </a:p>
        </p:txBody>
      </p:sp>
    </p:spTree>
    <p:extLst>
      <p:ext uri="{BB962C8B-B14F-4D97-AF65-F5344CB8AC3E}">
        <p14:creationId xmlns:p14="http://schemas.microsoft.com/office/powerpoint/2010/main" val="8718515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E9BF2-C511-CA46-BDD2-C36BEE350D48}"/>
              </a:ext>
            </a:extLst>
          </p:cNvPr>
          <p:cNvSpPr>
            <a:spLocks noGrp="1"/>
          </p:cNvSpPr>
          <p:nvPr>
            <p:ph type="title"/>
          </p:nvPr>
        </p:nvSpPr>
        <p:spPr/>
        <p:txBody>
          <a:bodyPr/>
          <a:lstStyle/>
          <a:p>
            <a:r>
              <a:rPr lang="en-GB"/>
              <a:t>Click to edit Master title style</a:t>
            </a:r>
            <a:endParaRPr lang="en-US"/>
          </a:p>
        </p:txBody>
      </p:sp>
      <p:sp>
        <p:nvSpPr>
          <p:cNvPr id="4" name="Footer Placeholder 3">
            <a:extLst>
              <a:ext uri="{FF2B5EF4-FFF2-40B4-BE49-F238E27FC236}">
                <a16:creationId xmlns:a16="http://schemas.microsoft.com/office/drawing/2014/main" id="{4C19AC21-1CD0-2542-848F-A9D2CBADC0B4}"/>
              </a:ext>
            </a:extLst>
          </p:cNvPr>
          <p:cNvSpPr>
            <a:spLocks noGrp="1"/>
          </p:cNvSpPr>
          <p:nvPr>
            <p:ph type="ftr" sz="quarter" idx="11"/>
          </p:nvPr>
        </p:nvSpPr>
        <p:spPr/>
        <p:txBody>
          <a:bodyPr/>
          <a:lstStyle/>
          <a:p>
            <a:r>
              <a:rPr lang="en-US" dirty="0"/>
              <a:t>For Internal Use Only. © 2026 AVEVA Group Limited or its subsidiaries. All rights reserved.</a:t>
            </a:r>
            <a:endParaRPr lang="en-GB" dirty="0"/>
          </a:p>
        </p:txBody>
      </p:sp>
      <p:sp>
        <p:nvSpPr>
          <p:cNvPr id="6" name="Slide Number Placeholder 5">
            <a:extLst>
              <a:ext uri="{FF2B5EF4-FFF2-40B4-BE49-F238E27FC236}">
                <a16:creationId xmlns:a16="http://schemas.microsoft.com/office/drawing/2014/main" id="{F25690AC-7E6A-0C4D-BA31-49C380A7F649}"/>
              </a:ext>
            </a:extLst>
          </p:cNvPr>
          <p:cNvSpPr>
            <a:spLocks noGrp="1"/>
          </p:cNvSpPr>
          <p:nvPr>
            <p:ph type="sldNum" sz="quarter" idx="12"/>
          </p:nvPr>
        </p:nvSpPr>
        <p:spPr/>
        <p:txBody>
          <a:bodyPr/>
          <a:lstStyle/>
          <a:p>
            <a:fld id="{267CDB12-45E5-4FD7-AE50-9CB5AFC72BA1}" type="slidenum">
              <a:rPr lang="en-GB" smtClean="0"/>
              <a:pPr/>
              <a:t>‹#›</a:t>
            </a:fld>
            <a:endParaRPr lang="en-GB"/>
          </a:p>
        </p:txBody>
      </p:sp>
    </p:spTree>
    <p:extLst>
      <p:ext uri="{BB962C8B-B14F-4D97-AF65-F5344CB8AC3E}">
        <p14:creationId xmlns:p14="http://schemas.microsoft.com/office/powerpoint/2010/main" val="2600656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7" name="Footer Placeholder 6">
            <a:extLst>
              <a:ext uri="{FF2B5EF4-FFF2-40B4-BE49-F238E27FC236}">
                <a16:creationId xmlns:a16="http://schemas.microsoft.com/office/drawing/2014/main" id="{0F91E29F-0029-8941-A2E4-13B078A90B87}"/>
              </a:ext>
            </a:extLst>
          </p:cNvPr>
          <p:cNvSpPr>
            <a:spLocks noGrp="1"/>
          </p:cNvSpPr>
          <p:nvPr>
            <p:ph type="ftr" sz="quarter" idx="11"/>
          </p:nvPr>
        </p:nvSpPr>
        <p:spPr/>
        <p:txBody>
          <a:bodyPr/>
          <a:lstStyle/>
          <a:p>
            <a:r>
              <a:rPr lang="en-US" dirty="0"/>
              <a:t>For Internal Use Only. © 2026 AVEVA Group Limited or its subsidiaries. All rights reserved.</a:t>
            </a:r>
            <a:endParaRPr lang="en-GB" dirty="0"/>
          </a:p>
        </p:txBody>
      </p:sp>
      <p:sp>
        <p:nvSpPr>
          <p:cNvPr id="8" name="Slide Number Placeholder 7">
            <a:extLst>
              <a:ext uri="{FF2B5EF4-FFF2-40B4-BE49-F238E27FC236}">
                <a16:creationId xmlns:a16="http://schemas.microsoft.com/office/drawing/2014/main" id="{D81BEA3A-0FEC-6941-95DC-E2C7AA751595}"/>
              </a:ext>
            </a:extLst>
          </p:cNvPr>
          <p:cNvSpPr>
            <a:spLocks noGrp="1"/>
          </p:cNvSpPr>
          <p:nvPr>
            <p:ph type="sldNum" sz="quarter" idx="12"/>
          </p:nvPr>
        </p:nvSpPr>
        <p:spPr/>
        <p:txBody>
          <a:bodyPr/>
          <a:lstStyle/>
          <a:p>
            <a:fld id="{267CDB12-45E5-4FD7-AE50-9CB5AFC72BA1}" type="slidenum">
              <a:rPr lang="en-GB" smtClean="0"/>
              <a:pPr/>
              <a:t>‹#›</a:t>
            </a:fld>
            <a:endParaRPr lang="en-GB"/>
          </a:p>
        </p:txBody>
      </p:sp>
      <p:grpSp>
        <p:nvGrpSpPr>
          <p:cNvPr id="10" name="Group 4">
            <a:extLst>
              <a:ext uri="{FF2B5EF4-FFF2-40B4-BE49-F238E27FC236}">
                <a16:creationId xmlns:a16="http://schemas.microsoft.com/office/drawing/2014/main" id="{0AE8FD8C-4215-460A-999B-552FB066D5EC}"/>
              </a:ext>
            </a:extLst>
          </p:cNvPr>
          <p:cNvGrpSpPr>
            <a:grpSpLocks noChangeAspect="1"/>
          </p:cNvGrpSpPr>
          <p:nvPr userDrawn="1"/>
        </p:nvGrpSpPr>
        <p:grpSpPr bwMode="auto">
          <a:xfrm>
            <a:off x="10421934" y="6308714"/>
            <a:ext cx="1162049" cy="266699"/>
            <a:chOff x="6565" y="3974"/>
            <a:chExt cx="732" cy="168"/>
          </a:xfrm>
          <a:solidFill>
            <a:schemeClr val="tx2"/>
          </a:solidFill>
        </p:grpSpPr>
        <p:sp>
          <p:nvSpPr>
            <p:cNvPr id="11" name="Freeform 5">
              <a:extLst>
                <a:ext uri="{FF2B5EF4-FFF2-40B4-BE49-F238E27FC236}">
                  <a16:creationId xmlns:a16="http://schemas.microsoft.com/office/drawing/2014/main" id="{EFB39AD8-C733-4EF2-942B-818BF5E7C796}"/>
                </a:ext>
              </a:extLst>
            </p:cNvPr>
            <p:cNvSpPr>
              <a:spLocks/>
            </p:cNvSpPr>
            <p:nvPr userDrawn="1"/>
          </p:nvSpPr>
          <p:spPr bwMode="auto">
            <a:xfrm>
              <a:off x="6718" y="3974"/>
              <a:ext cx="146" cy="168"/>
            </a:xfrm>
            <a:custGeom>
              <a:avLst/>
              <a:gdLst>
                <a:gd name="T0" fmla="*/ 626 w 634"/>
                <a:gd name="T1" fmla="*/ 0 h 725"/>
                <a:gd name="T2" fmla="*/ 626 w 634"/>
                <a:gd name="T3" fmla="*/ 0 h 725"/>
                <a:gd name="T4" fmla="*/ 527 w 634"/>
                <a:gd name="T5" fmla="*/ 0 h 725"/>
                <a:gd name="T6" fmla="*/ 519 w 634"/>
                <a:gd name="T7" fmla="*/ 6 h 725"/>
                <a:gd name="T8" fmla="*/ 326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1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4" y="0"/>
                    <a:pt x="520" y="2"/>
                    <a:pt x="519" y="6"/>
                  </a:cubicBezTo>
                  <a:lnTo>
                    <a:pt x="326" y="456"/>
                  </a:lnTo>
                  <a:cubicBezTo>
                    <a:pt x="323" y="462"/>
                    <a:pt x="313" y="462"/>
                    <a:pt x="310" y="456"/>
                  </a:cubicBezTo>
                  <a:lnTo>
                    <a:pt x="117" y="6"/>
                  </a:lnTo>
                  <a:cubicBezTo>
                    <a:pt x="116" y="2"/>
                    <a:pt x="112" y="0"/>
                    <a:pt x="108" y="0"/>
                  </a:cubicBezTo>
                  <a:lnTo>
                    <a:pt x="9" y="0"/>
                  </a:lnTo>
                  <a:cubicBezTo>
                    <a:pt x="4" y="0"/>
                    <a:pt x="0" y="5"/>
                    <a:pt x="2" y="9"/>
                  </a:cubicBezTo>
                  <a:lnTo>
                    <a:pt x="311"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2" name="Freeform 6">
              <a:extLst>
                <a:ext uri="{FF2B5EF4-FFF2-40B4-BE49-F238E27FC236}">
                  <a16:creationId xmlns:a16="http://schemas.microsoft.com/office/drawing/2014/main" id="{396C73B0-9345-4EDB-94B1-6AA1026B27CE}"/>
                </a:ext>
              </a:extLst>
            </p:cNvPr>
            <p:cNvSpPr>
              <a:spLocks noEditPoints="1"/>
            </p:cNvSpPr>
            <p:nvPr userDrawn="1"/>
          </p:nvSpPr>
          <p:spPr bwMode="auto">
            <a:xfrm>
              <a:off x="6565" y="3974"/>
              <a:ext cx="170" cy="168"/>
            </a:xfrm>
            <a:custGeom>
              <a:avLst/>
              <a:gdLst>
                <a:gd name="T0" fmla="*/ 326 w 736"/>
                <a:gd name="T1" fmla="*/ 466 h 724"/>
                <a:gd name="T2" fmla="*/ 326 w 736"/>
                <a:gd name="T3" fmla="*/ 466 h 724"/>
                <a:gd name="T4" fmla="*/ 411 w 736"/>
                <a:gd name="T5" fmla="*/ 268 h 724"/>
                <a:gd name="T6" fmla="*/ 426 w 736"/>
                <a:gd name="T7" fmla="*/ 268 h 724"/>
                <a:gd name="T8" fmla="*/ 511 w 736"/>
                <a:gd name="T9" fmla="*/ 466 h 724"/>
                <a:gd name="T10" fmla="*/ 326 w 736"/>
                <a:gd name="T11" fmla="*/ 466 h 724"/>
                <a:gd name="T12" fmla="*/ 426 w 736"/>
                <a:gd name="T13" fmla="*/ 6 h 724"/>
                <a:gd name="T14" fmla="*/ 426 w 736"/>
                <a:gd name="T15" fmla="*/ 6 h 724"/>
                <a:gd name="T16" fmla="*/ 409 w 736"/>
                <a:gd name="T17" fmla="*/ 6 h 724"/>
                <a:gd name="T18" fmla="*/ 211 w 736"/>
                <a:gd name="T19" fmla="*/ 466 h 724"/>
                <a:gd name="T20" fmla="*/ 7 w 736"/>
                <a:gd name="T21" fmla="*/ 466 h 724"/>
                <a:gd name="T22" fmla="*/ 1 w 736"/>
                <a:gd name="T23" fmla="*/ 475 h 724"/>
                <a:gd name="T24" fmla="*/ 40 w 736"/>
                <a:gd name="T25" fmla="*/ 560 h 724"/>
                <a:gd name="T26" fmla="*/ 53 w 736"/>
                <a:gd name="T27" fmla="*/ 569 h 724"/>
                <a:gd name="T28" fmla="*/ 167 w 736"/>
                <a:gd name="T29" fmla="*/ 569 h 724"/>
                <a:gd name="T30" fmla="*/ 104 w 736"/>
                <a:gd name="T31" fmla="*/ 715 h 724"/>
                <a:gd name="T32" fmla="*/ 111 w 736"/>
                <a:gd name="T33" fmla="*/ 724 h 724"/>
                <a:gd name="T34" fmla="*/ 209 w 736"/>
                <a:gd name="T35" fmla="*/ 724 h 724"/>
                <a:gd name="T36" fmla="*/ 218 w 736"/>
                <a:gd name="T37" fmla="*/ 719 h 724"/>
                <a:gd name="T38" fmla="*/ 282 w 736"/>
                <a:gd name="T39" fmla="*/ 569 h 724"/>
                <a:gd name="T40" fmla="*/ 555 w 736"/>
                <a:gd name="T41" fmla="*/ 569 h 724"/>
                <a:gd name="T42" fmla="*/ 619 w 736"/>
                <a:gd name="T43" fmla="*/ 719 h 724"/>
                <a:gd name="T44" fmla="*/ 628 w 736"/>
                <a:gd name="T45" fmla="*/ 724 h 724"/>
                <a:gd name="T46" fmla="*/ 727 w 736"/>
                <a:gd name="T47" fmla="*/ 724 h 724"/>
                <a:gd name="T48" fmla="*/ 734 w 736"/>
                <a:gd name="T49" fmla="*/ 715 h 724"/>
                <a:gd name="T50" fmla="*/ 426 w 736"/>
                <a:gd name="T51"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36" h="724">
                  <a:moveTo>
                    <a:pt x="326" y="466"/>
                  </a:moveTo>
                  <a:lnTo>
                    <a:pt x="326" y="466"/>
                  </a:lnTo>
                  <a:lnTo>
                    <a:pt x="411" y="268"/>
                  </a:lnTo>
                  <a:cubicBezTo>
                    <a:pt x="414" y="261"/>
                    <a:pt x="423" y="261"/>
                    <a:pt x="426" y="268"/>
                  </a:cubicBezTo>
                  <a:lnTo>
                    <a:pt x="511" y="466"/>
                  </a:lnTo>
                  <a:lnTo>
                    <a:pt x="326" y="466"/>
                  </a:lnTo>
                  <a:close/>
                  <a:moveTo>
                    <a:pt x="426" y="6"/>
                  </a:moveTo>
                  <a:lnTo>
                    <a:pt x="426" y="6"/>
                  </a:lnTo>
                  <a:cubicBezTo>
                    <a:pt x="423" y="0"/>
                    <a:pt x="412" y="0"/>
                    <a:pt x="409" y="6"/>
                  </a:cubicBezTo>
                  <a:lnTo>
                    <a:pt x="211" y="466"/>
                  </a:lnTo>
                  <a:lnTo>
                    <a:pt x="7" y="466"/>
                  </a:lnTo>
                  <a:cubicBezTo>
                    <a:pt x="2" y="466"/>
                    <a:pt x="0" y="471"/>
                    <a:pt x="1" y="475"/>
                  </a:cubicBezTo>
                  <a:lnTo>
                    <a:pt x="40" y="560"/>
                  </a:lnTo>
                  <a:cubicBezTo>
                    <a:pt x="42" y="566"/>
                    <a:pt x="47" y="569"/>
                    <a:pt x="53" y="569"/>
                  </a:cubicBezTo>
                  <a:lnTo>
                    <a:pt x="167" y="569"/>
                  </a:lnTo>
                  <a:lnTo>
                    <a:pt x="104" y="715"/>
                  </a:lnTo>
                  <a:cubicBezTo>
                    <a:pt x="102" y="719"/>
                    <a:pt x="106" y="724"/>
                    <a:pt x="111" y="724"/>
                  </a:cubicBezTo>
                  <a:lnTo>
                    <a:pt x="209" y="724"/>
                  </a:lnTo>
                  <a:cubicBezTo>
                    <a:pt x="213" y="724"/>
                    <a:pt x="216" y="722"/>
                    <a:pt x="218" y="719"/>
                  </a:cubicBezTo>
                  <a:lnTo>
                    <a:pt x="282" y="569"/>
                  </a:lnTo>
                  <a:lnTo>
                    <a:pt x="555" y="569"/>
                  </a:lnTo>
                  <a:lnTo>
                    <a:pt x="619" y="719"/>
                  </a:lnTo>
                  <a:cubicBezTo>
                    <a:pt x="621" y="722"/>
                    <a:pt x="624" y="724"/>
                    <a:pt x="628" y="724"/>
                  </a:cubicBezTo>
                  <a:lnTo>
                    <a:pt x="727" y="724"/>
                  </a:lnTo>
                  <a:cubicBezTo>
                    <a:pt x="732" y="724"/>
                    <a:pt x="736" y="719"/>
                    <a:pt x="734" y="715"/>
                  </a:cubicBezTo>
                  <a:lnTo>
                    <a:pt x="426"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7">
              <a:extLst>
                <a:ext uri="{FF2B5EF4-FFF2-40B4-BE49-F238E27FC236}">
                  <a16:creationId xmlns:a16="http://schemas.microsoft.com/office/drawing/2014/main" id="{4FA550DC-B86E-432B-A291-49D83FE55056}"/>
                </a:ext>
              </a:extLst>
            </p:cNvPr>
            <p:cNvSpPr>
              <a:spLocks/>
            </p:cNvSpPr>
            <p:nvPr userDrawn="1"/>
          </p:nvSpPr>
          <p:spPr bwMode="auto">
            <a:xfrm>
              <a:off x="7022" y="3974"/>
              <a:ext cx="146" cy="168"/>
            </a:xfrm>
            <a:custGeom>
              <a:avLst/>
              <a:gdLst>
                <a:gd name="T0" fmla="*/ 626 w 634"/>
                <a:gd name="T1" fmla="*/ 0 h 725"/>
                <a:gd name="T2" fmla="*/ 626 w 634"/>
                <a:gd name="T3" fmla="*/ 0 h 725"/>
                <a:gd name="T4" fmla="*/ 527 w 634"/>
                <a:gd name="T5" fmla="*/ 0 h 725"/>
                <a:gd name="T6" fmla="*/ 519 w 634"/>
                <a:gd name="T7" fmla="*/ 6 h 725"/>
                <a:gd name="T8" fmla="*/ 325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0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3" y="0"/>
                    <a:pt x="520" y="2"/>
                    <a:pt x="519" y="6"/>
                  </a:cubicBezTo>
                  <a:lnTo>
                    <a:pt x="325" y="456"/>
                  </a:lnTo>
                  <a:cubicBezTo>
                    <a:pt x="323" y="462"/>
                    <a:pt x="313" y="462"/>
                    <a:pt x="310" y="456"/>
                  </a:cubicBezTo>
                  <a:lnTo>
                    <a:pt x="117" y="6"/>
                  </a:lnTo>
                  <a:cubicBezTo>
                    <a:pt x="115" y="2"/>
                    <a:pt x="112" y="0"/>
                    <a:pt x="108" y="0"/>
                  </a:cubicBezTo>
                  <a:lnTo>
                    <a:pt x="9" y="0"/>
                  </a:lnTo>
                  <a:cubicBezTo>
                    <a:pt x="4" y="0"/>
                    <a:pt x="0" y="5"/>
                    <a:pt x="2" y="9"/>
                  </a:cubicBezTo>
                  <a:lnTo>
                    <a:pt x="310"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8">
              <a:extLst>
                <a:ext uri="{FF2B5EF4-FFF2-40B4-BE49-F238E27FC236}">
                  <a16:creationId xmlns:a16="http://schemas.microsoft.com/office/drawing/2014/main" id="{460BF4E1-7DCF-4D69-9472-FB81EC6A8887}"/>
                </a:ext>
              </a:extLst>
            </p:cNvPr>
            <p:cNvSpPr>
              <a:spLocks noEditPoints="1"/>
            </p:cNvSpPr>
            <p:nvPr userDrawn="1"/>
          </p:nvSpPr>
          <p:spPr bwMode="auto">
            <a:xfrm>
              <a:off x="7151" y="3974"/>
              <a:ext cx="146" cy="168"/>
            </a:xfrm>
            <a:custGeom>
              <a:avLst/>
              <a:gdLst>
                <a:gd name="T0" fmla="*/ 223 w 633"/>
                <a:gd name="T1" fmla="*/ 466 h 724"/>
                <a:gd name="T2" fmla="*/ 223 w 633"/>
                <a:gd name="T3" fmla="*/ 466 h 724"/>
                <a:gd name="T4" fmla="*/ 308 w 633"/>
                <a:gd name="T5" fmla="*/ 268 h 724"/>
                <a:gd name="T6" fmla="*/ 324 w 633"/>
                <a:gd name="T7" fmla="*/ 268 h 724"/>
                <a:gd name="T8" fmla="*/ 409 w 633"/>
                <a:gd name="T9" fmla="*/ 466 h 724"/>
                <a:gd name="T10" fmla="*/ 223 w 633"/>
                <a:gd name="T11" fmla="*/ 466 h 724"/>
                <a:gd name="T12" fmla="*/ 323 w 633"/>
                <a:gd name="T13" fmla="*/ 6 h 724"/>
                <a:gd name="T14" fmla="*/ 323 w 633"/>
                <a:gd name="T15" fmla="*/ 6 h 724"/>
                <a:gd name="T16" fmla="*/ 307 w 633"/>
                <a:gd name="T17" fmla="*/ 6 h 724"/>
                <a:gd name="T18" fmla="*/ 2 w 633"/>
                <a:gd name="T19" fmla="*/ 715 h 724"/>
                <a:gd name="T20" fmla="*/ 8 w 633"/>
                <a:gd name="T21" fmla="*/ 724 h 724"/>
                <a:gd name="T22" fmla="*/ 107 w 633"/>
                <a:gd name="T23" fmla="*/ 724 h 724"/>
                <a:gd name="T24" fmla="*/ 115 w 633"/>
                <a:gd name="T25" fmla="*/ 719 h 724"/>
                <a:gd name="T26" fmla="*/ 179 w 633"/>
                <a:gd name="T27" fmla="*/ 569 h 724"/>
                <a:gd name="T28" fmla="*/ 453 w 633"/>
                <a:gd name="T29" fmla="*/ 569 h 724"/>
                <a:gd name="T30" fmla="*/ 517 w 633"/>
                <a:gd name="T31" fmla="*/ 719 h 724"/>
                <a:gd name="T32" fmla="*/ 525 w 633"/>
                <a:gd name="T33" fmla="*/ 724 h 724"/>
                <a:gd name="T34" fmla="*/ 625 w 633"/>
                <a:gd name="T35" fmla="*/ 724 h 724"/>
                <a:gd name="T36" fmla="*/ 631 w 633"/>
                <a:gd name="T37" fmla="*/ 715 h 724"/>
                <a:gd name="T38" fmla="*/ 323 w 633"/>
                <a:gd name="T39"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3" h="724">
                  <a:moveTo>
                    <a:pt x="223" y="466"/>
                  </a:moveTo>
                  <a:lnTo>
                    <a:pt x="223" y="466"/>
                  </a:lnTo>
                  <a:lnTo>
                    <a:pt x="308" y="268"/>
                  </a:lnTo>
                  <a:cubicBezTo>
                    <a:pt x="311" y="261"/>
                    <a:pt x="321" y="261"/>
                    <a:pt x="324" y="268"/>
                  </a:cubicBezTo>
                  <a:lnTo>
                    <a:pt x="409" y="466"/>
                  </a:lnTo>
                  <a:lnTo>
                    <a:pt x="223" y="466"/>
                  </a:lnTo>
                  <a:close/>
                  <a:moveTo>
                    <a:pt x="323" y="6"/>
                  </a:moveTo>
                  <a:lnTo>
                    <a:pt x="323" y="6"/>
                  </a:lnTo>
                  <a:cubicBezTo>
                    <a:pt x="320" y="0"/>
                    <a:pt x="310" y="0"/>
                    <a:pt x="307" y="6"/>
                  </a:cubicBezTo>
                  <a:lnTo>
                    <a:pt x="2" y="715"/>
                  </a:lnTo>
                  <a:cubicBezTo>
                    <a:pt x="0" y="719"/>
                    <a:pt x="3" y="724"/>
                    <a:pt x="8" y="724"/>
                  </a:cubicBezTo>
                  <a:lnTo>
                    <a:pt x="107" y="724"/>
                  </a:lnTo>
                  <a:cubicBezTo>
                    <a:pt x="110" y="724"/>
                    <a:pt x="114" y="722"/>
                    <a:pt x="115" y="719"/>
                  </a:cubicBezTo>
                  <a:lnTo>
                    <a:pt x="179" y="569"/>
                  </a:lnTo>
                  <a:lnTo>
                    <a:pt x="453" y="569"/>
                  </a:lnTo>
                  <a:lnTo>
                    <a:pt x="517" y="719"/>
                  </a:lnTo>
                  <a:cubicBezTo>
                    <a:pt x="518" y="722"/>
                    <a:pt x="522" y="724"/>
                    <a:pt x="525" y="724"/>
                  </a:cubicBezTo>
                  <a:lnTo>
                    <a:pt x="625" y="724"/>
                  </a:lnTo>
                  <a:cubicBezTo>
                    <a:pt x="630" y="724"/>
                    <a:pt x="633" y="719"/>
                    <a:pt x="631" y="715"/>
                  </a:cubicBezTo>
                  <a:lnTo>
                    <a:pt x="323"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9">
              <a:extLst>
                <a:ext uri="{FF2B5EF4-FFF2-40B4-BE49-F238E27FC236}">
                  <a16:creationId xmlns:a16="http://schemas.microsoft.com/office/drawing/2014/main" id="{7338B91A-7618-4161-A6DE-658CFD035279}"/>
                </a:ext>
              </a:extLst>
            </p:cNvPr>
            <p:cNvSpPr>
              <a:spLocks/>
            </p:cNvSpPr>
            <p:nvPr userDrawn="1"/>
          </p:nvSpPr>
          <p:spPr bwMode="auto">
            <a:xfrm>
              <a:off x="6888" y="3974"/>
              <a:ext cx="111" cy="24"/>
            </a:xfrm>
            <a:custGeom>
              <a:avLst/>
              <a:gdLst>
                <a:gd name="T0" fmla="*/ 473 w 480"/>
                <a:gd name="T1" fmla="*/ 0 h 105"/>
                <a:gd name="T2" fmla="*/ 473 w 480"/>
                <a:gd name="T3" fmla="*/ 0 h 105"/>
                <a:gd name="T4" fmla="*/ 7 w 480"/>
                <a:gd name="T5" fmla="*/ 0 h 105"/>
                <a:gd name="T6" fmla="*/ 0 w 480"/>
                <a:gd name="T7" fmla="*/ 6 h 105"/>
                <a:gd name="T8" fmla="*/ 0 w 480"/>
                <a:gd name="T9" fmla="*/ 98 h 105"/>
                <a:gd name="T10" fmla="*/ 7 w 480"/>
                <a:gd name="T11" fmla="*/ 105 h 105"/>
                <a:gd name="T12" fmla="*/ 473 w 480"/>
                <a:gd name="T13" fmla="*/ 105 h 105"/>
                <a:gd name="T14" fmla="*/ 480 w 480"/>
                <a:gd name="T15" fmla="*/ 98 h 105"/>
                <a:gd name="T16" fmla="*/ 480 w 480"/>
                <a:gd name="T17" fmla="*/ 6 h 105"/>
                <a:gd name="T18" fmla="*/ 473 w 480"/>
                <a:gd name="T19" fmla="*/ 0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5">
                  <a:moveTo>
                    <a:pt x="473" y="0"/>
                  </a:moveTo>
                  <a:lnTo>
                    <a:pt x="473" y="0"/>
                  </a:lnTo>
                  <a:lnTo>
                    <a:pt x="7" y="0"/>
                  </a:lnTo>
                  <a:cubicBezTo>
                    <a:pt x="3" y="0"/>
                    <a:pt x="0" y="3"/>
                    <a:pt x="0" y="6"/>
                  </a:cubicBezTo>
                  <a:lnTo>
                    <a:pt x="0" y="98"/>
                  </a:lnTo>
                  <a:cubicBezTo>
                    <a:pt x="0" y="102"/>
                    <a:pt x="3" y="105"/>
                    <a:pt x="7" y="105"/>
                  </a:cubicBezTo>
                  <a:lnTo>
                    <a:pt x="473" y="105"/>
                  </a:lnTo>
                  <a:cubicBezTo>
                    <a:pt x="477" y="105"/>
                    <a:pt x="480" y="102"/>
                    <a:pt x="480" y="98"/>
                  </a:cubicBezTo>
                  <a:lnTo>
                    <a:pt x="480" y="6"/>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10">
              <a:extLst>
                <a:ext uri="{FF2B5EF4-FFF2-40B4-BE49-F238E27FC236}">
                  <a16:creationId xmlns:a16="http://schemas.microsoft.com/office/drawing/2014/main" id="{D1486F2D-D4AA-4C1C-BBD2-8B3FF08BD309}"/>
                </a:ext>
              </a:extLst>
            </p:cNvPr>
            <p:cNvSpPr>
              <a:spLocks/>
            </p:cNvSpPr>
            <p:nvPr userDrawn="1"/>
          </p:nvSpPr>
          <p:spPr bwMode="auto">
            <a:xfrm>
              <a:off x="6888" y="4045"/>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99 h 106"/>
                <a:gd name="T10" fmla="*/ 7 w 480"/>
                <a:gd name="T11" fmla="*/ 106 h 106"/>
                <a:gd name="T12" fmla="*/ 473 w 480"/>
                <a:gd name="T13" fmla="*/ 106 h 106"/>
                <a:gd name="T14" fmla="*/ 480 w 480"/>
                <a:gd name="T15" fmla="*/ 99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99"/>
                  </a:lnTo>
                  <a:cubicBezTo>
                    <a:pt x="0" y="103"/>
                    <a:pt x="3" y="106"/>
                    <a:pt x="7" y="106"/>
                  </a:cubicBezTo>
                  <a:lnTo>
                    <a:pt x="473" y="106"/>
                  </a:lnTo>
                  <a:cubicBezTo>
                    <a:pt x="477" y="106"/>
                    <a:pt x="480" y="103"/>
                    <a:pt x="480" y="99"/>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11">
              <a:extLst>
                <a:ext uri="{FF2B5EF4-FFF2-40B4-BE49-F238E27FC236}">
                  <a16:creationId xmlns:a16="http://schemas.microsoft.com/office/drawing/2014/main" id="{D7B798E7-5BDE-4817-81D3-CA68475DB2E4}"/>
                </a:ext>
              </a:extLst>
            </p:cNvPr>
            <p:cNvSpPr>
              <a:spLocks/>
            </p:cNvSpPr>
            <p:nvPr userDrawn="1"/>
          </p:nvSpPr>
          <p:spPr bwMode="auto">
            <a:xfrm>
              <a:off x="6888" y="4116"/>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100 h 106"/>
                <a:gd name="T10" fmla="*/ 7 w 480"/>
                <a:gd name="T11" fmla="*/ 106 h 106"/>
                <a:gd name="T12" fmla="*/ 473 w 480"/>
                <a:gd name="T13" fmla="*/ 106 h 106"/>
                <a:gd name="T14" fmla="*/ 480 w 480"/>
                <a:gd name="T15" fmla="*/ 100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100"/>
                  </a:lnTo>
                  <a:cubicBezTo>
                    <a:pt x="0" y="103"/>
                    <a:pt x="3" y="106"/>
                    <a:pt x="7" y="106"/>
                  </a:cubicBezTo>
                  <a:lnTo>
                    <a:pt x="473" y="106"/>
                  </a:lnTo>
                  <a:cubicBezTo>
                    <a:pt x="477" y="106"/>
                    <a:pt x="480" y="103"/>
                    <a:pt x="480" y="100"/>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69" name="TextBox 68">
            <a:extLst>
              <a:ext uri="{FF2B5EF4-FFF2-40B4-BE49-F238E27FC236}">
                <a16:creationId xmlns:a16="http://schemas.microsoft.com/office/drawing/2014/main" id="{61FEB41C-17FA-4EBB-91E9-E816E4D14A11}"/>
              </a:ext>
            </a:extLst>
          </p:cNvPr>
          <p:cNvSpPr txBox="1"/>
          <p:nvPr userDrawn="1"/>
        </p:nvSpPr>
        <p:spPr>
          <a:xfrm>
            <a:off x="0" y="-345748"/>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grpSp>
        <p:nvGrpSpPr>
          <p:cNvPr id="2" name="Group 1">
            <a:extLst>
              <a:ext uri="{FF2B5EF4-FFF2-40B4-BE49-F238E27FC236}">
                <a16:creationId xmlns:a16="http://schemas.microsoft.com/office/drawing/2014/main" id="{6DAFF116-17FD-EF3B-9913-ECA59236A4BA}"/>
              </a:ext>
            </a:extLst>
          </p:cNvPr>
          <p:cNvGrpSpPr/>
          <p:nvPr userDrawn="1"/>
        </p:nvGrpSpPr>
        <p:grpSpPr>
          <a:xfrm>
            <a:off x="12485568" y="112729"/>
            <a:ext cx="2936672" cy="5883149"/>
            <a:chOff x="12485568" y="112729"/>
            <a:chExt cx="2936672" cy="5883149"/>
          </a:xfrm>
        </p:grpSpPr>
        <p:sp>
          <p:nvSpPr>
            <p:cNvPr id="3" name="Oval 2">
              <a:extLst>
                <a:ext uri="{FF2B5EF4-FFF2-40B4-BE49-F238E27FC236}">
                  <a16:creationId xmlns:a16="http://schemas.microsoft.com/office/drawing/2014/main" id="{F94DFB41-DA50-1A8F-62DC-4B85420B2070}"/>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4" name="Oval 3">
              <a:extLst>
                <a:ext uri="{FF2B5EF4-FFF2-40B4-BE49-F238E27FC236}">
                  <a16:creationId xmlns:a16="http://schemas.microsoft.com/office/drawing/2014/main" id="{4AC4CB66-0FA5-829B-09D8-FF86679FBDBD}"/>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5" name="Oval 4">
              <a:extLst>
                <a:ext uri="{FF2B5EF4-FFF2-40B4-BE49-F238E27FC236}">
                  <a16:creationId xmlns:a16="http://schemas.microsoft.com/office/drawing/2014/main" id="{DA67748C-43B4-28A9-EA18-F31F13E12252}"/>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6" name="Rectangle 5">
              <a:extLst>
                <a:ext uri="{FF2B5EF4-FFF2-40B4-BE49-F238E27FC236}">
                  <a16:creationId xmlns:a16="http://schemas.microsoft.com/office/drawing/2014/main" id="{9F3D7DE1-5AA4-4A7C-5FFE-744AD1D680EE}"/>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9" name="Oval 8">
              <a:extLst>
                <a:ext uri="{FF2B5EF4-FFF2-40B4-BE49-F238E27FC236}">
                  <a16:creationId xmlns:a16="http://schemas.microsoft.com/office/drawing/2014/main" id="{812EE21B-7189-CA55-97E0-85B2B0A06AB4}"/>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8" name="Oval 17">
              <a:extLst>
                <a:ext uri="{FF2B5EF4-FFF2-40B4-BE49-F238E27FC236}">
                  <a16:creationId xmlns:a16="http://schemas.microsoft.com/office/drawing/2014/main" id="{220D9882-5F25-7924-E331-60741774EF88}"/>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9" name="Oval 18">
              <a:extLst>
                <a:ext uri="{FF2B5EF4-FFF2-40B4-BE49-F238E27FC236}">
                  <a16:creationId xmlns:a16="http://schemas.microsoft.com/office/drawing/2014/main" id="{E6740206-A92D-B56C-1FAD-1A00752EDBC8}"/>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0" name="Oval 19">
              <a:extLst>
                <a:ext uri="{FF2B5EF4-FFF2-40B4-BE49-F238E27FC236}">
                  <a16:creationId xmlns:a16="http://schemas.microsoft.com/office/drawing/2014/main" id="{C3B67673-EC50-4D35-FE30-F345355488F5}"/>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21" name="Group 20">
              <a:extLst>
                <a:ext uri="{FF2B5EF4-FFF2-40B4-BE49-F238E27FC236}">
                  <a16:creationId xmlns:a16="http://schemas.microsoft.com/office/drawing/2014/main" id="{8EF7A5C8-B046-D430-CD7D-8BB3D1551609}"/>
                </a:ext>
              </a:extLst>
            </p:cNvPr>
            <p:cNvGrpSpPr/>
            <p:nvPr userDrawn="1"/>
          </p:nvGrpSpPr>
          <p:grpSpPr>
            <a:xfrm>
              <a:off x="12500773" y="3802778"/>
              <a:ext cx="971741" cy="1940780"/>
              <a:chOff x="12431200" y="2678506"/>
              <a:chExt cx="971741" cy="1940780"/>
            </a:xfrm>
          </p:grpSpPr>
          <p:sp>
            <p:nvSpPr>
              <p:cNvPr id="25" name="Rectangle 24">
                <a:extLst>
                  <a:ext uri="{FF2B5EF4-FFF2-40B4-BE49-F238E27FC236}">
                    <a16:creationId xmlns:a16="http://schemas.microsoft.com/office/drawing/2014/main" id="{90491830-8158-BDB3-D220-FE3172F39FAF}"/>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26" name="Oval 25">
                <a:extLst>
                  <a:ext uri="{FF2B5EF4-FFF2-40B4-BE49-F238E27FC236}">
                    <a16:creationId xmlns:a16="http://schemas.microsoft.com/office/drawing/2014/main" id="{08A2B57D-71DB-DAA3-6270-96A5E913EFB7}"/>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7" name="Oval 26">
                <a:extLst>
                  <a:ext uri="{FF2B5EF4-FFF2-40B4-BE49-F238E27FC236}">
                    <a16:creationId xmlns:a16="http://schemas.microsoft.com/office/drawing/2014/main" id="{F9B2E4FB-2193-4F7C-6474-26D11844FD78}"/>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8" name="Oval 27">
                <a:extLst>
                  <a:ext uri="{FF2B5EF4-FFF2-40B4-BE49-F238E27FC236}">
                    <a16:creationId xmlns:a16="http://schemas.microsoft.com/office/drawing/2014/main" id="{17AFBF16-8916-D930-F9EB-1EC3D643D08E}"/>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9" name="Oval 28">
                <a:extLst>
                  <a:ext uri="{FF2B5EF4-FFF2-40B4-BE49-F238E27FC236}">
                    <a16:creationId xmlns:a16="http://schemas.microsoft.com/office/drawing/2014/main" id="{01F66FE5-BB39-EFEF-59B0-210830A064AE}"/>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0" name="Oval 29">
                <a:extLst>
                  <a:ext uri="{FF2B5EF4-FFF2-40B4-BE49-F238E27FC236}">
                    <a16:creationId xmlns:a16="http://schemas.microsoft.com/office/drawing/2014/main" id="{7C00A0B3-70EB-74FF-150F-494415B5C4D0}"/>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1" name="Oval 30">
                <a:extLst>
                  <a:ext uri="{FF2B5EF4-FFF2-40B4-BE49-F238E27FC236}">
                    <a16:creationId xmlns:a16="http://schemas.microsoft.com/office/drawing/2014/main" id="{DBD943BC-DE7B-CF84-B671-5B8801EAF05A}"/>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22" name="TextBox 21">
              <a:extLst>
                <a:ext uri="{FF2B5EF4-FFF2-40B4-BE49-F238E27FC236}">
                  <a16:creationId xmlns:a16="http://schemas.microsoft.com/office/drawing/2014/main" id="{7984DAEC-BBC4-9467-26B3-AB73999F692B}"/>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23" name="Picture 22">
              <a:extLst>
                <a:ext uri="{FF2B5EF4-FFF2-40B4-BE49-F238E27FC236}">
                  <a16:creationId xmlns:a16="http://schemas.microsoft.com/office/drawing/2014/main" id="{8485B77F-EBD4-45C3-4B92-36CA3E9A327F}"/>
                </a:ext>
              </a:extLst>
            </p:cNvPr>
            <p:cNvPicPr>
              <a:picLocks noChangeAspect="1"/>
            </p:cNvPicPr>
            <p:nvPr userDrawn="1"/>
          </p:nvPicPr>
          <p:blipFill>
            <a:blip r:embed="rId2"/>
            <a:stretch>
              <a:fillRect/>
            </a:stretch>
          </p:blipFill>
          <p:spPr>
            <a:xfrm>
              <a:off x="14012244" y="4384548"/>
              <a:ext cx="1088171" cy="1611330"/>
            </a:xfrm>
            <a:prstGeom prst="rect">
              <a:avLst/>
            </a:prstGeom>
          </p:spPr>
        </p:pic>
        <p:sp>
          <p:nvSpPr>
            <p:cNvPr id="24" name="Rectangle 23">
              <a:extLst>
                <a:ext uri="{FF2B5EF4-FFF2-40B4-BE49-F238E27FC236}">
                  <a16:creationId xmlns:a16="http://schemas.microsoft.com/office/drawing/2014/main" id="{022A79D0-025B-9F92-E20D-45C77117F2BE}"/>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28511603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1_Blank">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35241462-AE1A-17A0-0398-E1B6D259E8EE}"/>
              </a:ext>
            </a:extLst>
          </p:cNvPr>
          <p:cNvGrpSpPr/>
          <p:nvPr userDrawn="1"/>
        </p:nvGrpSpPr>
        <p:grpSpPr>
          <a:xfrm>
            <a:off x="12485568" y="112729"/>
            <a:ext cx="2936672" cy="5883149"/>
            <a:chOff x="12485568" y="112729"/>
            <a:chExt cx="2936672" cy="5883149"/>
          </a:xfrm>
        </p:grpSpPr>
        <p:sp>
          <p:nvSpPr>
            <p:cNvPr id="3" name="Oval 2">
              <a:extLst>
                <a:ext uri="{FF2B5EF4-FFF2-40B4-BE49-F238E27FC236}">
                  <a16:creationId xmlns:a16="http://schemas.microsoft.com/office/drawing/2014/main" id="{E400EDB2-2080-8783-5737-F5218DEE54D6}"/>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4" name="Oval 3">
              <a:extLst>
                <a:ext uri="{FF2B5EF4-FFF2-40B4-BE49-F238E27FC236}">
                  <a16:creationId xmlns:a16="http://schemas.microsoft.com/office/drawing/2014/main" id="{E8FF206E-7D9B-BBDE-6C58-EB02331717EF}"/>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5" name="Oval 4">
              <a:extLst>
                <a:ext uri="{FF2B5EF4-FFF2-40B4-BE49-F238E27FC236}">
                  <a16:creationId xmlns:a16="http://schemas.microsoft.com/office/drawing/2014/main" id="{F3A5E247-2DEA-EC25-E9AE-C8777C575AC2}"/>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6" name="Rectangle 5">
              <a:extLst>
                <a:ext uri="{FF2B5EF4-FFF2-40B4-BE49-F238E27FC236}">
                  <a16:creationId xmlns:a16="http://schemas.microsoft.com/office/drawing/2014/main" id="{30632BF2-32E2-CA80-FD2B-E0AA4E6991E5}"/>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7" name="Oval 6">
              <a:extLst>
                <a:ext uri="{FF2B5EF4-FFF2-40B4-BE49-F238E27FC236}">
                  <a16:creationId xmlns:a16="http://schemas.microsoft.com/office/drawing/2014/main" id="{155D74A4-A881-04EB-976E-56F906E0143A}"/>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8" name="Oval 7">
              <a:extLst>
                <a:ext uri="{FF2B5EF4-FFF2-40B4-BE49-F238E27FC236}">
                  <a16:creationId xmlns:a16="http://schemas.microsoft.com/office/drawing/2014/main" id="{4C3AF47F-9EF1-D6D3-AA07-3451854C569B}"/>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9" name="Oval 8">
              <a:extLst>
                <a:ext uri="{FF2B5EF4-FFF2-40B4-BE49-F238E27FC236}">
                  <a16:creationId xmlns:a16="http://schemas.microsoft.com/office/drawing/2014/main" id="{AFD1A875-B059-744A-1335-8CC9A85CD5B4}"/>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0" name="Oval 9">
              <a:extLst>
                <a:ext uri="{FF2B5EF4-FFF2-40B4-BE49-F238E27FC236}">
                  <a16:creationId xmlns:a16="http://schemas.microsoft.com/office/drawing/2014/main" id="{1AFE8DE0-B5A9-C2E9-C20C-3F4E609936AC}"/>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11" name="Group 10">
              <a:extLst>
                <a:ext uri="{FF2B5EF4-FFF2-40B4-BE49-F238E27FC236}">
                  <a16:creationId xmlns:a16="http://schemas.microsoft.com/office/drawing/2014/main" id="{C789BB8F-AF13-777C-1C46-7528D70916D7}"/>
                </a:ext>
              </a:extLst>
            </p:cNvPr>
            <p:cNvGrpSpPr/>
            <p:nvPr userDrawn="1"/>
          </p:nvGrpSpPr>
          <p:grpSpPr>
            <a:xfrm>
              <a:off x="12500773" y="3802778"/>
              <a:ext cx="971741" cy="1940780"/>
              <a:chOff x="12431200" y="2678506"/>
              <a:chExt cx="971741" cy="1940780"/>
            </a:xfrm>
          </p:grpSpPr>
          <p:sp>
            <p:nvSpPr>
              <p:cNvPr id="15" name="Rectangle 14">
                <a:extLst>
                  <a:ext uri="{FF2B5EF4-FFF2-40B4-BE49-F238E27FC236}">
                    <a16:creationId xmlns:a16="http://schemas.microsoft.com/office/drawing/2014/main" id="{935350D9-431C-495C-241C-7196A05D05BD}"/>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16" name="Oval 15">
                <a:extLst>
                  <a:ext uri="{FF2B5EF4-FFF2-40B4-BE49-F238E27FC236}">
                    <a16:creationId xmlns:a16="http://schemas.microsoft.com/office/drawing/2014/main" id="{EF65AE4B-4F89-9CB5-AD39-C855D015B2A0}"/>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17" name="Oval 16">
                <a:extLst>
                  <a:ext uri="{FF2B5EF4-FFF2-40B4-BE49-F238E27FC236}">
                    <a16:creationId xmlns:a16="http://schemas.microsoft.com/office/drawing/2014/main" id="{37AD62BC-BE4C-E9BC-685D-E881E3612821}"/>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18" name="Oval 17">
                <a:extLst>
                  <a:ext uri="{FF2B5EF4-FFF2-40B4-BE49-F238E27FC236}">
                    <a16:creationId xmlns:a16="http://schemas.microsoft.com/office/drawing/2014/main" id="{2A002401-ECAB-13B5-76A8-59682A03C439}"/>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19" name="Oval 18">
                <a:extLst>
                  <a:ext uri="{FF2B5EF4-FFF2-40B4-BE49-F238E27FC236}">
                    <a16:creationId xmlns:a16="http://schemas.microsoft.com/office/drawing/2014/main" id="{C6D7B5BB-2FC2-EC47-8A3F-1F67D5036F77}"/>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0" name="Oval 19">
                <a:extLst>
                  <a:ext uri="{FF2B5EF4-FFF2-40B4-BE49-F238E27FC236}">
                    <a16:creationId xmlns:a16="http://schemas.microsoft.com/office/drawing/2014/main" id="{DFBE82E0-1A37-DC3F-5EFF-AA5E4ED32C8C}"/>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1" name="Oval 20">
                <a:extLst>
                  <a:ext uri="{FF2B5EF4-FFF2-40B4-BE49-F238E27FC236}">
                    <a16:creationId xmlns:a16="http://schemas.microsoft.com/office/drawing/2014/main" id="{F3D4CC84-8D79-D6B9-1A26-DC272C1F0D31}"/>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12" name="TextBox 11">
              <a:extLst>
                <a:ext uri="{FF2B5EF4-FFF2-40B4-BE49-F238E27FC236}">
                  <a16:creationId xmlns:a16="http://schemas.microsoft.com/office/drawing/2014/main" id="{401A4952-D78C-3B0D-4398-69737BA783E5}"/>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13" name="Picture 12">
              <a:extLst>
                <a:ext uri="{FF2B5EF4-FFF2-40B4-BE49-F238E27FC236}">
                  <a16:creationId xmlns:a16="http://schemas.microsoft.com/office/drawing/2014/main" id="{A30B46CD-7AA9-7ADB-D78F-55D9B065EDA2}"/>
                </a:ext>
              </a:extLst>
            </p:cNvPr>
            <p:cNvPicPr>
              <a:picLocks noChangeAspect="1"/>
            </p:cNvPicPr>
            <p:nvPr userDrawn="1"/>
          </p:nvPicPr>
          <p:blipFill>
            <a:blip r:embed="rId2"/>
            <a:stretch>
              <a:fillRect/>
            </a:stretch>
          </p:blipFill>
          <p:spPr>
            <a:xfrm>
              <a:off x="14012244" y="4384548"/>
              <a:ext cx="1088171" cy="1611330"/>
            </a:xfrm>
            <a:prstGeom prst="rect">
              <a:avLst/>
            </a:prstGeom>
          </p:spPr>
        </p:pic>
        <p:sp>
          <p:nvSpPr>
            <p:cNvPr id="14" name="Rectangle 13">
              <a:extLst>
                <a:ext uri="{FF2B5EF4-FFF2-40B4-BE49-F238E27FC236}">
                  <a16:creationId xmlns:a16="http://schemas.microsoft.com/office/drawing/2014/main" id="{6B0E3046-4736-035A-1D9B-7AEAC87C4F73}"/>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39235421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Disclaimer -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DC5340D-9095-4617-92BD-21105993139C}"/>
              </a:ext>
            </a:extLst>
          </p:cNvPr>
          <p:cNvSpPr txBox="1"/>
          <p:nvPr userDrawn="1"/>
        </p:nvSpPr>
        <p:spPr>
          <a:xfrm>
            <a:off x="609600" y="3961654"/>
            <a:ext cx="5486400" cy="2096245"/>
          </a:xfrm>
          <a:prstGeom prst="rect">
            <a:avLst/>
          </a:prstGeom>
          <a:noFill/>
        </p:spPr>
        <p:txBody>
          <a:bodyPr wrap="square" lIns="0" tIns="0" rIns="0" bIns="0" rtlCol="0" anchor="b">
            <a:noAutofit/>
          </a:bodyPr>
          <a:lstStyle/>
          <a:p>
            <a:pPr>
              <a:lnSpc>
                <a:spcPts val="1200"/>
              </a:lnSpc>
              <a:spcBef>
                <a:spcPts val="0"/>
              </a:spcBef>
              <a:spcAft>
                <a:spcPts val="600"/>
              </a:spcAft>
            </a:pPr>
            <a:r>
              <a:rPr lang="en-GB" sz="1000" b="0" spc="20" baseline="0">
                <a:solidFill>
                  <a:schemeClr val="bg1"/>
                </a:solidFill>
                <a:latin typeface="+mn-lt"/>
                <a:cs typeface="Calibri" panose="020F0502020204030204" pitchFamily="34" charset="0"/>
              </a:rPr>
              <a:t>This presentation may include predictions, estimates, intentions, beliefs and other statements that are or may be construed as being forward-looking. While these forward-looking statements represent our current judgment on what the future holds, they are subject to risks and uncertainties that could result in actual outcomes differing materially from those projected in these statements. No statement contained herein constitutes a commitment by AVEVA to perform any particular action or to deliver any particular product or product features. Readers are cautioned not to place undue reliance on these forward-looking statements, which reflect our opinions only as of the date of this presentation.  </a:t>
            </a:r>
          </a:p>
          <a:p>
            <a:pPr>
              <a:lnSpc>
                <a:spcPts val="1200"/>
              </a:lnSpc>
              <a:spcBef>
                <a:spcPts val="0"/>
              </a:spcBef>
              <a:spcAft>
                <a:spcPts val="600"/>
              </a:spcAft>
            </a:pPr>
            <a:r>
              <a:rPr lang="en-GB" sz="1000" b="0" spc="20" baseline="0">
                <a:solidFill>
                  <a:schemeClr val="bg1"/>
                </a:solidFill>
                <a:latin typeface="+mn-lt"/>
                <a:cs typeface="Calibri" panose="020F0502020204030204" pitchFamily="34" charset="0"/>
              </a:rPr>
              <a:t>The Company shall not be obliged to disclose any revision to these forward-looking statements to reflect events or circumstances occurring after the date on which they are made or to reflect the occurrence of future events.</a:t>
            </a:r>
          </a:p>
        </p:txBody>
      </p:sp>
      <p:grpSp>
        <p:nvGrpSpPr>
          <p:cNvPr id="9" name="Group 4">
            <a:extLst>
              <a:ext uri="{FF2B5EF4-FFF2-40B4-BE49-F238E27FC236}">
                <a16:creationId xmlns:a16="http://schemas.microsoft.com/office/drawing/2014/main" id="{4E430D5E-CCB7-441B-A9C8-D0BBF49F95EA}"/>
              </a:ext>
            </a:extLst>
          </p:cNvPr>
          <p:cNvGrpSpPr>
            <a:grpSpLocks noChangeAspect="1"/>
          </p:cNvGrpSpPr>
          <p:nvPr userDrawn="1"/>
        </p:nvGrpSpPr>
        <p:grpSpPr bwMode="auto">
          <a:xfrm>
            <a:off x="10421934" y="6308714"/>
            <a:ext cx="1162049" cy="266699"/>
            <a:chOff x="6565" y="3974"/>
            <a:chExt cx="732" cy="168"/>
          </a:xfrm>
          <a:solidFill>
            <a:schemeClr val="bg1"/>
          </a:solidFill>
        </p:grpSpPr>
        <p:sp>
          <p:nvSpPr>
            <p:cNvPr id="10" name="Freeform 5">
              <a:extLst>
                <a:ext uri="{FF2B5EF4-FFF2-40B4-BE49-F238E27FC236}">
                  <a16:creationId xmlns:a16="http://schemas.microsoft.com/office/drawing/2014/main" id="{059B3F35-46A5-4575-8F16-117325A6EA7C}"/>
                </a:ext>
              </a:extLst>
            </p:cNvPr>
            <p:cNvSpPr>
              <a:spLocks/>
            </p:cNvSpPr>
            <p:nvPr userDrawn="1"/>
          </p:nvSpPr>
          <p:spPr bwMode="auto">
            <a:xfrm>
              <a:off x="6718" y="3974"/>
              <a:ext cx="146" cy="168"/>
            </a:xfrm>
            <a:custGeom>
              <a:avLst/>
              <a:gdLst>
                <a:gd name="T0" fmla="*/ 626 w 634"/>
                <a:gd name="T1" fmla="*/ 0 h 725"/>
                <a:gd name="T2" fmla="*/ 626 w 634"/>
                <a:gd name="T3" fmla="*/ 0 h 725"/>
                <a:gd name="T4" fmla="*/ 527 w 634"/>
                <a:gd name="T5" fmla="*/ 0 h 725"/>
                <a:gd name="T6" fmla="*/ 519 w 634"/>
                <a:gd name="T7" fmla="*/ 6 h 725"/>
                <a:gd name="T8" fmla="*/ 326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1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4" y="0"/>
                    <a:pt x="520" y="2"/>
                    <a:pt x="519" y="6"/>
                  </a:cubicBezTo>
                  <a:lnTo>
                    <a:pt x="326" y="456"/>
                  </a:lnTo>
                  <a:cubicBezTo>
                    <a:pt x="323" y="462"/>
                    <a:pt x="313" y="462"/>
                    <a:pt x="310" y="456"/>
                  </a:cubicBezTo>
                  <a:lnTo>
                    <a:pt x="117" y="6"/>
                  </a:lnTo>
                  <a:cubicBezTo>
                    <a:pt x="116" y="2"/>
                    <a:pt x="112" y="0"/>
                    <a:pt x="108" y="0"/>
                  </a:cubicBezTo>
                  <a:lnTo>
                    <a:pt x="9" y="0"/>
                  </a:lnTo>
                  <a:cubicBezTo>
                    <a:pt x="4" y="0"/>
                    <a:pt x="0" y="5"/>
                    <a:pt x="2" y="9"/>
                  </a:cubicBezTo>
                  <a:lnTo>
                    <a:pt x="311"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 name="Freeform 6">
              <a:extLst>
                <a:ext uri="{FF2B5EF4-FFF2-40B4-BE49-F238E27FC236}">
                  <a16:creationId xmlns:a16="http://schemas.microsoft.com/office/drawing/2014/main" id="{22A7D44C-C726-4110-B828-429688FC650D}"/>
                </a:ext>
              </a:extLst>
            </p:cNvPr>
            <p:cNvSpPr>
              <a:spLocks noEditPoints="1"/>
            </p:cNvSpPr>
            <p:nvPr userDrawn="1"/>
          </p:nvSpPr>
          <p:spPr bwMode="auto">
            <a:xfrm>
              <a:off x="6565" y="3974"/>
              <a:ext cx="170" cy="168"/>
            </a:xfrm>
            <a:custGeom>
              <a:avLst/>
              <a:gdLst>
                <a:gd name="T0" fmla="*/ 326 w 736"/>
                <a:gd name="T1" fmla="*/ 466 h 724"/>
                <a:gd name="T2" fmla="*/ 326 w 736"/>
                <a:gd name="T3" fmla="*/ 466 h 724"/>
                <a:gd name="T4" fmla="*/ 411 w 736"/>
                <a:gd name="T5" fmla="*/ 268 h 724"/>
                <a:gd name="T6" fmla="*/ 426 w 736"/>
                <a:gd name="T7" fmla="*/ 268 h 724"/>
                <a:gd name="T8" fmla="*/ 511 w 736"/>
                <a:gd name="T9" fmla="*/ 466 h 724"/>
                <a:gd name="T10" fmla="*/ 326 w 736"/>
                <a:gd name="T11" fmla="*/ 466 h 724"/>
                <a:gd name="T12" fmla="*/ 426 w 736"/>
                <a:gd name="T13" fmla="*/ 6 h 724"/>
                <a:gd name="T14" fmla="*/ 426 w 736"/>
                <a:gd name="T15" fmla="*/ 6 h 724"/>
                <a:gd name="T16" fmla="*/ 409 w 736"/>
                <a:gd name="T17" fmla="*/ 6 h 724"/>
                <a:gd name="T18" fmla="*/ 211 w 736"/>
                <a:gd name="T19" fmla="*/ 466 h 724"/>
                <a:gd name="T20" fmla="*/ 7 w 736"/>
                <a:gd name="T21" fmla="*/ 466 h 724"/>
                <a:gd name="T22" fmla="*/ 1 w 736"/>
                <a:gd name="T23" fmla="*/ 475 h 724"/>
                <a:gd name="T24" fmla="*/ 40 w 736"/>
                <a:gd name="T25" fmla="*/ 560 h 724"/>
                <a:gd name="T26" fmla="*/ 53 w 736"/>
                <a:gd name="T27" fmla="*/ 569 h 724"/>
                <a:gd name="T28" fmla="*/ 167 w 736"/>
                <a:gd name="T29" fmla="*/ 569 h 724"/>
                <a:gd name="T30" fmla="*/ 104 w 736"/>
                <a:gd name="T31" fmla="*/ 715 h 724"/>
                <a:gd name="T32" fmla="*/ 111 w 736"/>
                <a:gd name="T33" fmla="*/ 724 h 724"/>
                <a:gd name="T34" fmla="*/ 209 w 736"/>
                <a:gd name="T35" fmla="*/ 724 h 724"/>
                <a:gd name="T36" fmla="*/ 218 w 736"/>
                <a:gd name="T37" fmla="*/ 719 h 724"/>
                <a:gd name="T38" fmla="*/ 282 w 736"/>
                <a:gd name="T39" fmla="*/ 569 h 724"/>
                <a:gd name="T40" fmla="*/ 555 w 736"/>
                <a:gd name="T41" fmla="*/ 569 h 724"/>
                <a:gd name="T42" fmla="*/ 619 w 736"/>
                <a:gd name="T43" fmla="*/ 719 h 724"/>
                <a:gd name="T44" fmla="*/ 628 w 736"/>
                <a:gd name="T45" fmla="*/ 724 h 724"/>
                <a:gd name="T46" fmla="*/ 727 w 736"/>
                <a:gd name="T47" fmla="*/ 724 h 724"/>
                <a:gd name="T48" fmla="*/ 734 w 736"/>
                <a:gd name="T49" fmla="*/ 715 h 724"/>
                <a:gd name="T50" fmla="*/ 426 w 736"/>
                <a:gd name="T51"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36" h="724">
                  <a:moveTo>
                    <a:pt x="326" y="466"/>
                  </a:moveTo>
                  <a:lnTo>
                    <a:pt x="326" y="466"/>
                  </a:lnTo>
                  <a:lnTo>
                    <a:pt x="411" y="268"/>
                  </a:lnTo>
                  <a:cubicBezTo>
                    <a:pt x="414" y="261"/>
                    <a:pt x="423" y="261"/>
                    <a:pt x="426" y="268"/>
                  </a:cubicBezTo>
                  <a:lnTo>
                    <a:pt x="511" y="466"/>
                  </a:lnTo>
                  <a:lnTo>
                    <a:pt x="326" y="466"/>
                  </a:lnTo>
                  <a:close/>
                  <a:moveTo>
                    <a:pt x="426" y="6"/>
                  </a:moveTo>
                  <a:lnTo>
                    <a:pt x="426" y="6"/>
                  </a:lnTo>
                  <a:cubicBezTo>
                    <a:pt x="423" y="0"/>
                    <a:pt x="412" y="0"/>
                    <a:pt x="409" y="6"/>
                  </a:cubicBezTo>
                  <a:lnTo>
                    <a:pt x="211" y="466"/>
                  </a:lnTo>
                  <a:lnTo>
                    <a:pt x="7" y="466"/>
                  </a:lnTo>
                  <a:cubicBezTo>
                    <a:pt x="2" y="466"/>
                    <a:pt x="0" y="471"/>
                    <a:pt x="1" y="475"/>
                  </a:cubicBezTo>
                  <a:lnTo>
                    <a:pt x="40" y="560"/>
                  </a:lnTo>
                  <a:cubicBezTo>
                    <a:pt x="42" y="566"/>
                    <a:pt x="47" y="569"/>
                    <a:pt x="53" y="569"/>
                  </a:cubicBezTo>
                  <a:lnTo>
                    <a:pt x="167" y="569"/>
                  </a:lnTo>
                  <a:lnTo>
                    <a:pt x="104" y="715"/>
                  </a:lnTo>
                  <a:cubicBezTo>
                    <a:pt x="102" y="719"/>
                    <a:pt x="106" y="724"/>
                    <a:pt x="111" y="724"/>
                  </a:cubicBezTo>
                  <a:lnTo>
                    <a:pt x="209" y="724"/>
                  </a:lnTo>
                  <a:cubicBezTo>
                    <a:pt x="213" y="724"/>
                    <a:pt x="216" y="722"/>
                    <a:pt x="218" y="719"/>
                  </a:cubicBezTo>
                  <a:lnTo>
                    <a:pt x="282" y="569"/>
                  </a:lnTo>
                  <a:lnTo>
                    <a:pt x="555" y="569"/>
                  </a:lnTo>
                  <a:lnTo>
                    <a:pt x="619" y="719"/>
                  </a:lnTo>
                  <a:cubicBezTo>
                    <a:pt x="621" y="722"/>
                    <a:pt x="624" y="724"/>
                    <a:pt x="628" y="724"/>
                  </a:cubicBezTo>
                  <a:lnTo>
                    <a:pt x="727" y="724"/>
                  </a:lnTo>
                  <a:cubicBezTo>
                    <a:pt x="732" y="724"/>
                    <a:pt x="736" y="719"/>
                    <a:pt x="734" y="715"/>
                  </a:cubicBezTo>
                  <a:lnTo>
                    <a:pt x="426"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7">
              <a:extLst>
                <a:ext uri="{FF2B5EF4-FFF2-40B4-BE49-F238E27FC236}">
                  <a16:creationId xmlns:a16="http://schemas.microsoft.com/office/drawing/2014/main" id="{C7C11F05-F5D7-4FED-8F6E-8B13EB21E401}"/>
                </a:ext>
              </a:extLst>
            </p:cNvPr>
            <p:cNvSpPr>
              <a:spLocks/>
            </p:cNvSpPr>
            <p:nvPr userDrawn="1"/>
          </p:nvSpPr>
          <p:spPr bwMode="auto">
            <a:xfrm>
              <a:off x="7022" y="3974"/>
              <a:ext cx="146" cy="168"/>
            </a:xfrm>
            <a:custGeom>
              <a:avLst/>
              <a:gdLst>
                <a:gd name="T0" fmla="*/ 626 w 634"/>
                <a:gd name="T1" fmla="*/ 0 h 725"/>
                <a:gd name="T2" fmla="*/ 626 w 634"/>
                <a:gd name="T3" fmla="*/ 0 h 725"/>
                <a:gd name="T4" fmla="*/ 527 w 634"/>
                <a:gd name="T5" fmla="*/ 0 h 725"/>
                <a:gd name="T6" fmla="*/ 519 w 634"/>
                <a:gd name="T7" fmla="*/ 6 h 725"/>
                <a:gd name="T8" fmla="*/ 325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0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3" y="0"/>
                    <a:pt x="520" y="2"/>
                    <a:pt x="519" y="6"/>
                  </a:cubicBezTo>
                  <a:lnTo>
                    <a:pt x="325" y="456"/>
                  </a:lnTo>
                  <a:cubicBezTo>
                    <a:pt x="323" y="462"/>
                    <a:pt x="313" y="462"/>
                    <a:pt x="310" y="456"/>
                  </a:cubicBezTo>
                  <a:lnTo>
                    <a:pt x="117" y="6"/>
                  </a:lnTo>
                  <a:cubicBezTo>
                    <a:pt x="115" y="2"/>
                    <a:pt x="112" y="0"/>
                    <a:pt x="108" y="0"/>
                  </a:cubicBezTo>
                  <a:lnTo>
                    <a:pt x="9" y="0"/>
                  </a:lnTo>
                  <a:cubicBezTo>
                    <a:pt x="4" y="0"/>
                    <a:pt x="0" y="5"/>
                    <a:pt x="2" y="9"/>
                  </a:cubicBezTo>
                  <a:lnTo>
                    <a:pt x="310"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8">
              <a:extLst>
                <a:ext uri="{FF2B5EF4-FFF2-40B4-BE49-F238E27FC236}">
                  <a16:creationId xmlns:a16="http://schemas.microsoft.com/office/drawing/2014/main" id="{4B55EE27-3860-4009-9822-4097D4DEB483}"/>
                </a:ext>
              </a:extLst>
            </p:cNvPr>
            <p:cNvSpPr>
              <a:spLocks noEditPoints="1"/>
            </p:cNvSpPr>
            <p:nvPr userDrawn="1"/>
          </p:nvSpPr>
          <p:spPr bwMode="auto">
            <a:xfrm>
              <a:off x="7151" y="3974"/>
              <a:ext cx="146" cy="168"/>
            </a:xfrm>
            <a:custGeom>
              <a:avLst/>
              <a:gdLst>
                <a:gd name="T0" fmla="*/ 223 w 633"/>
                <a:gd name="T1" fmla="*/ 466 h 724"/>
                <a:gd name="T2" fmla="*/ 223 w 633"/>
                <a:gd name="T3" fmla="*/ 466 h 724"/>
                <a:gd name="T4" fmla="*/ 308 w 633"/>
                <a:gd name="T5" fmla="*/ 268 h 724"/>
                <a:gd name="T6" fmla="*/ 324 w 633"/>
                <a:gd name="T7" fmla="*/ 268 h 724"/>
                <a:gd name="T8" fmla="*/ 409 w 633"/>
                <a:gd name="T9" fmla="*/ 466 h 724"/>
                <a:gd name="T10" fmla="*/ 223 w 633"/>
                <a:gd name="T11" fmla="*/ 466 h 724"/>
                <a:gd name="T12" fmla="*/ 323 w 633"/>
                <a:gd name="T13" fmla="*/ 6 h 724"/>
                <a:gd name="T14" fmla="*/ 323 w 633"/>
                <a:gd name="T15" fmla="*/ 6 h 724"/>
                <a:gd name="T16" fmla="*/ 307 w 633"/>
                <a:gd name="T17" fmla="*/ 6 h 724"/>
                <a:gd name="T18" fmla="*/ 2 w 633"/>
                <a:gd name="T19" fmla="*/ 715 h 724"/>
                <a:gd name="T20" fmla="*/ 8 w 633"/>
                <a:gd name="T21" fmla="*/ 724 h 724"/>
                <a:gd name="T22" fmla="*/ 107 w 633"/>
                <a:gd name="T23" fmla="*/ 724 h 724"/>
                <a:gd name="T24" fmla="*/ 115 w 633"/>
                <a:gd name="T25" fmla="*/ 719 h 724"/>
                <a:gd name="T26" fmla="*/ 179 w 633"/>
                <a:gd name="T27" fmla="*/ 569 h 724"/>
                <a:gd name="T28" fmla="*/ 453 w 633"/>
                <a:gd name="T29" fmla="*/ 569 h 724"/>
                <a:gd name="T30" fmla="*/ 517 w 633"/>
                <a:gd name="T31" fmla="*/ 719 h 724"/>
                <a:gd name="T32" fmla="*/ 525 w 633"/>
                <a:gd name="T33" fmla="*/ 724 h 724"/>
                <a:gd name="T34" fmla="*/ 625 w 633"/>
                <a:gd name="T35" fmla="*/ 724 h 724"/>
                <a:gd name="T36" fmla="*/ 631 w 633"/>
                <a:gd name="T37" fmla="*/ 715 h 724"/>
                <a:gd name="T38" fmla="*/ 323 w 633"/>
                <a:gd name="T39"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3" h="724">
                  <a:moveTo>
                    <a:pt x="223" y="466"/>
                  </a:moveTo>
                  <a:lnTo>
                    <a:pt x="223" y="466"/>
                  </a:lnTo>
                  <a:lnTo>
                    <a:pt x="308" y="268"/>
                  </a:lnTo>
                  <a:cubicBezTo>
                    <a:pt x="311" y="261"/>
                    <a:pt x="321" y="261"/>
                    <a:pt x="324" y="268"/>
                  </a:cubicBezTo>
                  <a:lnTo>
                    <a:pt x="409" y="466"/>
                  </a:lnTo>
                  <a:lnTo>
                    <a:pt x="223" y="466"/>
                  </a:lnTo>
                  <a:close/>
                  <a:moveTo>
                    <a:pt x="323" y="6"/>
                  </a:moveTo>
                  <a:lnTo>
                    <a:pt x="323" y="6"/>
                  </a:lnTo>
                  <a:cubicBezTo>
                    <a:pt x="320" y="0"/>
                    <a:pt x="310" y="0"/>
                    <a:pt x="307" y="6"/>
                  </a:cubicBezTo>
                  <a:lnTo>
                    <a:pt x="2" y="715"/>
                  </a:lnTo>
                  <a:cubicBezTo>
                    <a:pt x="0" y="719"/>
                    <a:pt x="3" y="724"/>
                    <a:pt x="8" y="724"/>
                  </a:cubicBezTo>
                  <a:lnTo>
                    <a:pt x="107" y="724"/>
                  </a:lnTo>
                  <a:cubicBezTo>
                    <a:pt x="110" y="724"/>
                    <a:pt x="114" y="722"/>
                    <a:pt x="115" y="719"/>
                  </a:cubicBezTo>
                  <a:lnTo>
                    <a:pt x="179" y="569"/>
                  </a:lnTo>
                  <a:lnTo>
                    <a:pt x="453" y="569"/>
                  </a:lnTo>
                  <a:lnTo>
                    <a:pt x="517" y="719"/>
                  </a:lnTo>
                  <a:cubicBezTo>
                    <a:pt x="518" y="722"/>
                    <a:pt x="522" y="724"/>
                    <a:pt x="525" y="724"/>
                  </a:cubicBezTo>
                  <a:lnTo>
                    <a:pt x="625" y="724"/>
                  </a:lnTo>
                  <a:cubicBezTo>
                    <a:pt x="630" y="724"/>
                    <a:pt x="633" y="719"/>
                    <a:pt x="631" y="715"/>
                  </a:cubicBezTo>
                  <a:lnTo>
                    <a:pt x="323"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9">
              <a:extLst>
                <a:ext uri="{FF2B5EF4-FFF2-40B4-BE49-F238E27FC236}">
                  <a16:creationId xmlns:a16="http://schemas.microsoft.com/office/drawing/2014/main" id="{9647647E-E072-42D0-8327-BA9998BDB61A}"/>
                </a:ext>
              </a:extLst>
            </p:cNvPr>
            <p:cNvSpPr>
              <a:spLocks/>
            </p:cNvSpPr>
            <p:nvPr userDrawn="1"/>
          </p:nvSpPr>
          <p:spPr bwMode="auto">
            <a:xfrm>
              <a:off x="6888" y="3974"/>
              <a:ext cx="111" cy="24"/>
            </a:xfrm>
            <a:custGeom>
              <a:avLst/>
              <a:gdLst>
                <a:gd name="T0" fmla="*/ 473 w 480"/>
                <a:gd name="T1" fmla="*/ 0 h 105"/>
                <a:gd name="T2" fmla="*/ 473 w 480"/>
                <a:gd name="T3" fmla="*/ 0 h 105"/>
                <a:gd name="T4" fmla="*/ 7 w 480"/>
                <a:gd name="T5" fmla="*/ 0 h 105"/>
                <a:gd name="T6" fmla="*/ 0 w 480"/>
                <a:gd name="T7" fmla="*/ 6 h 105"/>
                <a:gd name="T8" fmla="*/ 0 w 480"/>
                <a:gd name="T9" fmla="*/ 98 h 105"/>
                <a:gd name="T10" fmla="*/ 7 w 480"/>
                <a:gd name="T11" fmla="*/ 105 h 105"/>
                <a:gd name="T12" fmla="*/ 473 w 480"/>
                <a:gd name="T13" fmla="*/ 105 h 105"/>
                <a:gd name="T14" fmla="*/ 480 w 480"/>
                <a:gd name="T15" fmla="*/ 98 h 105"/>
                <a:gd name="T16" fmla="*/ 480 w 480"/>
                <a:gd name="T17" fmla="*/ 6 h 105"/>
                <a:gd name="T18" fmla="*/ 473 w 480"/>
                <a:gd name="T19" fmla="*/ 0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5">
                  <a:moveTo>
                    <a:pt x="473" y="0"/>
                  </a:moveTo>
                  <a:lnTo>
                    <a:pt x="473" y="0"/>
                  </a:lnTo>
                  <a:lnTo>
                    <a:pt x="7" y="0"/>
                  </a:lnTo>
                  <a:cubicBezTo>
                    <a:pt x="3" y="0"/>
                    <a:pt x="0" y="3"/>
                    <a:pt x="0" y="6"/>
                  </a:cubicBezTo>
                  <a:lnTo>
                    <a:pt x="0" y="98"/>
                  </a:lnTo>
                  <a:cubicBezTo>
                    <a:pt x="0" y="102"/>
                    <a:pt x="3" y="105"/>
                    <a:pt x="7" y="105"/>
                  </a:cubicBezTo>
                  <a:lnTo>
                    <a:pt x="473" y="105"/>
                  </a:lnTo>
                  <a:cubicBezTo>
                    <a:pt x="477" y="105"/>
                    <a:pt x="480" y="102"/>
                    <a:pt x="480" y="98"/>
                  </a:cubicBezTo>
                  <a:lnTo>
                    <a:pt x="480" y="6"/>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10">
              <a:extLst>
                <a:ext uri="{FF2B5EF4-FFF2-40B4-BE49-F238E27FC236}">
                  <a16:creationId xmlns:a16="http://schemas.microsoft.com/office/drawing/2014/main" id="{324B6403-B8A9-40BF-AB59-E2CE8ECBDC0E}"/>
                </a:ext>
              </a:extLst>
            </p:cNvPr>
            <p:cNvSpPr>
              <a:spLocks/>
            </p:cNvSpPr>
            <p:nvPr userDrawn="1"/>
          </p:nvSpPr>
          <p:spPr bwMode="auto">
            <a:xfrm>
              <a:off x="6888" y="4045"/>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99 h 106"/>
                <a:gd name="T10" fmla="*/ 7 w 480"/>
                <a:gd name="T11" fmla="*/ 106 h 106"/>
                <a:gd name="T12" fmla="*/ 473 w 480"/>
                <a:gd name="T13" fmla="*/ 106 h 106"/>
                <a:gd name="T14" fmla="*/ 480 w 480"/>
                <a:gd name="T15" fmla="*/ 99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99"/>
                  </a:lnTo>
                  <a:cubicBezTo>
                    <a:pt x="0" y="103"/>
                    <a:pt x="3" y="106"/>
                    <a:pt x="7" y="106"/>
                  </a:cubicBezTo>
                  <a:lnTo>
                    <a:pt x="473" y="106"/>
                  </a:lnTo>
                  <a:cubicBezTo>
                    <a:pt x="477" y="106"/>
                    <a:pt x="480" y="103"/>
                    <a:pt x="480" y="99"/>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11">
              <a:extLst>
                <a:ext uri="{FF2B5EF4-FFF2-40B4-BE49-F238E27FC236}">
                  <a16:creationId xmlns:a16="http://schemas.microsoft.com/office/drawing/2014/main" id="{2708DED0-A42D-4765-A9FE-EEA008415148}"/>
                </a:ext>
              </a:extLst>
            </p:cNvPr>
            <p:cNvSpPr>
              <a:spLocks/>
            </p:cNvSpPr>
            <p:nvPr userDrawn="1"/>
          </p:nvSpPr>
          <p:spPr bwMode="auto">
            <a:xfrm>
              <a:off x="6888" y="4116"/>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100 h 106"/>
                <a:gd name="T10" fmla="*/ 7 w 480"/>
                <a:gd name="T11" fmla="*/ 106 h 106"/>
                <a:gd name="T12" fmla="*/ 473 w 480"/>
                <a:gd name="T13" fmla="*/ 106 h 106"/>
                <a:gd name="T14" fmla="*/ 480 w 480"/>
                <a:gd name="T15" fmla="*/ 100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100"/>
                  </a:lnTo>
                  <a:cubicBezTo>
                    <a:pt x="0" y="103"/>
                    <a:pt x="3" y="106"/>
                    <a:pt x="7" y="106"/>
                  </a:cubicBezTo>
                  <a:lnTo>
                    <a:pt x="473" y="106"/>
                  </a:lnTo>
                  <a:cubicBezTo>
                    <a:pt x="477" y="106"/>
                    <a:pt x="480" y="103"/>
                    <a:pt x="480" y="100"/>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3" name="Footer Placeholder 2">
            <a:extLst>
              <a:ext uri="{FF2B5EF4-FFF2-40B4-BE49-F238E27FC236}">
                <a16:creationId xmlns:a16="http://schemas.microsoft.com/office/drawing/2014/main" id="{7190A832-1E4B-5647-8582-2692691A2B3C}"/>
              </a:ext>
            </a:extLst>
          </p:cNvPr>
          <p:cNvSpPr>
            <a:spLocks noGrp="1"/>
          </p:cNvSpPr>
          <p:nvPr>
            <p:ph type="ftr" sz="quarter" idx="11"/>
          </p:nvPr>
        </p:nvSpPr>
        <p:spPr/>
        <p:txBody>
          <a:bodyPr/>
          <a:lstStyle>
            <a:lvl1pPr>
              <a:defRPr>
                <a:solidFill>
                  <a:schemeClr val="bg1">
                    <a:lumMod val="75000"/>
                  </a:schemeClr>
                </a:solidFill>
              </a:defRPr>
            </a:lvl1pPr>
          </a:lstStyle>
          <a:p>
            <a:r>
              <a:rPr lang="en-US" dirty="0"/>
              <a:t>For Internal Use Only. © 2026 AVEVA Group Limited or its subsidiaries. All rights reserved.</a:t>
            </a:r>
            <a:endParaRPr lang="en-GB" dirty="0"/>
          </a:p>
        </p:txBody>
      </p:sp>
      <p:sp>
        <p:nvSpPr>
          <p:cNvPr id="4" name="Slide Number Placeholder 3">
            <a:extLst>
              <a:ext uri="{FF2B5EF4-FFF2-40B4-BE49-F238E27FC236}">
                <a16:creationId xmlns:a16="http://schemas.microsoft.com/office/drawing/2014/main" id="{C23D17E1-7D7C-3D4D-87E7-3B12925D3696}"/>
              </a:ext>
            </a:extLst>
          </p:cNvPr>
          <p:cNvSpPr>
            <a:spLocks noGrp="1"/>
          </p:cNvSpPr>
          <p:nvPr>
            <p:ph type="sldNum" sz="quarter" idx="12"/>
          </p:nvPr>
        </p:nvSpPr>
        <p:spPr/>
        <p:txBody>
          <a:bodyPr/>
          <a:lstStyle>
            <a:lvl1pPr>
              <a:defRPr>
                <a:solidFill>
                  <a:schemeClr val="bg1">
                    <a:lumMod val="75000"/>
                  </a:schemeClr>
                </a:solidFill>
              </a:defRPr>
            </a:lvl1pPr>
          </a:lstStyle>
          <a:p>
            <a:fld id="{267CDB12-45E5-4FD7-AE50-9CB5AFC72BA1}" type="slidenum">
              <a:rPr lang="en-GB" smtClean="0"/>
              <a:pPr/>
              <a:t>‹#›</a:t>
            </a:fld>
            <a:endParaRPr lang="en-GB" dirty="0"/>
          </a:p>
        </p:txBody>
      </p:sp>
      <p:sp>
        <p:nvSpPr>
          <p:cNvPr id="69" name="TextBox 68">
            <a:extLst>
              <a:ext uri="{FF2B5EF4-FFF2-40B4-BE49-F238E27FC236}">
                <a16:creationId xmlns:a16="http://schemas.microsoft.com/office/drawing/2014/main" id="{CB2066EB-B7B1-4A5B-9465-B2E5506DC8DA}"/>
              </a:ext>
            </a:extLst>
          </p:cNvPr>
          <p:cNvSpPr txBox="1"/>
          <p:nvPr userDrawn="1"/>
        </p:nvSpPr>
        <p:spPr>
          <a:xfrm>
            <a:off x="0" y="-338924"/>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grpSp>
        <p:nvGrpSpPr>
          <p:cNvPr id="2" name="Group 1">
            <a:extLst>
              <a:ext uri="{FF2B5EF4-FFF2-40B4-BE49-F238E27FC236}">
                <a16:creationId xmlns:a16="http://schemas.microsoft.com/office/drawing/2014/main" id="{0E18131A-310A-7B20-D50A-72D7928F0CA4}"/>
              </a:ext>
            </a:extLst>
          </p:cNvPr>
          <p:cNvGrpSpPr/>
          <p:nvPr userDrawn="1"/>
        </p:nvGrpSpPr>
        <p:grpSpPr>
          <a:xfrm>
            <a:off x="12485568" y="112729"/>
            <a:ext cx="2936672" cy="5883149"/>
            <a:chOff x="12485568" y="112729"/>
            <a:chExt cx="2936672" cy="5883149"/>
          </a:xfrm>
        </p:grpSpPr>
        <p:sp>
          <p:nvSpPr>
            <p:cNvPr id="5" name="Oval 4">
              <a:extLst>
                <a:ext uri="{FF2B5EF4-FFF2-40B4-BE49-F238E27FC236}">
                  <a16:creationId xmlns:a16="http://schemas.microsoft.com/office/drawing/2014/main" id="{8B24DE73-C89E-C242-3CD8-3F8E5E766F43}"/>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6" name="Oval 5">
              <a:extLst>
                <a:ext uri="{FF2B5EF4-FFF2-40B4-BE49-F238E27FC236}">
                  <a16:creationId xmlns:a16="http://schemas.microsoft.com/office/drawing/2014/main" id="{B1D20A81-B0CE-ADF2-E023-0325A3995550}"/>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7" name="Oval 6">
              <a:extLst>
                <a:ext uri="{FF2B5EF4-FFF2-40B4-BE49-F238E27FC236}">
                  <a16:creationId xmlns:a16="http://schemas.microsoft.com/office/drawing/2014/main" id="{E5852DA6-D9E2-90C7-FECF-987DA4D98DAC}"/>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8" name="Rectangle 7">
              <a:extLst>
                <a:ext uri="{FF2B5EF4-FFF2-40B4-BE49-F238E27FC236}">
                  <a16:creationId xmlns:a16="http://schemas.microsoft.com/office/drawing/2014/main" id="{FA5C8940-835E-C817-FA2D-B41600B47228}"/>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18" name="Oval 17">
              <a:extLst>
                <a:ext uri="{FF2B5EF4-FFF2-40B4-BE49-F238E27FC236}">
                  <a16:creationId xmlns:a16="http://schemas.microsoft.com/office/drawing/2014/main" id="{32C4EC7A-830B-D0FF-868F-CC21B44ECCF9}"/>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9" name="Oval 18">
              <a:extLst>
                <a:ext uri="{FF2B5EF4-FFF2-40B4-BE49-F238E27FC236}">
                  <a16:creationId xmlns:a16="http://schemas.microsoft.com/office/drawing/2014/main" id="{18428908-58B7-55DC-B108-2019C2C2F762}"/>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0" name="Oval 19">
              <a:extLst>
                <a:ext uri="{FF2B5EF4-FFF2-40B4-BE49-F238E27FC236}">
                  <a16:creationId xmlns:a16="http://schemas.microsoft.com/office/drawing/2014/main" id="{995C2A07-DA6D-3ECF-55C8-C327712D0E2D}"/>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1" name="Oval 20">
              <a:extLst>
                <a:ext uri="{FF2B5EF4-FFF2-40B4-BE49-F238E27FC236}">
                  <a16:creationId xmlns:a16="http://schemas.microsoft.com/office/drawing/2014/main" id="{CA96133F-6CE7-56D3-C850-9D541D7DCEE9}"/>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22" name="Group 21">
              <a:extLst>
                <a:ext uri="{FF2B5EF4-FFF2-40B4-BE49-F238E27FC236}">
                  <a16:creationId xmlns:a16="http://schemas.microsoft.com/office/drawing/2014/main" id="{32B93C90-ABCD-4894-9DFC-3982CD08FA9B}"/>
                </a:ext>
              </a:extLst>
            </p:cNvPr>
            <p:cNvGrpSpPr/>
            <p:nvPr userDrawn="1"/>
          </p:nvGrpSpPr>
          <p:grpSpPr>
            <a:xfrm>
              <a:off x="12500773" y="3802778"/>
              <a:ext cx="971741" cy="1940780"/>
              <a:chOff x="12431200" y="2678506"/>
              <a:chExt cx="971741" cy="1940780"/>
            </a:xfrm>
          </p:grpSpPr>
          <p:sp>
            <p:nvSpPr>
              <p:cNvPr id="26" name="Rectangle 25">
                <a:extLst>
                  <a:ext uri="{FF2B5EF4-FFF2-40B4-BE49-F238E27FC236}">
                    <a16:creationId xmlns:a16="http://schemas.microsoft.com/office/drawing/2014/main" id="{B45239A8-7B11-DEF0-5B89-04B1CE1A6DEC}"/>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27" name="Oval 26">
                <a:extLst>
                  <a:ext uri="{FF2B5EF4-FFF2-40B4-BE49-F238E27FC236}">
                    <a16:creationId xmlns:a16="http://schemas.microsoft.com/office/drawing/2014/main" id="{AAEB9246-465B-762D-5605-F8115E709F42}"/>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8" name="Oval 27">
                <a:extLst>
                  <a:ext uri="{FF2B5EF4-FFF2-40B4-BE49-F238E27FC236}">
                    <a16:creationId xmlns:a16="http://schemas.microsoft.com/office/drawing/2014/main" id="{84A44A8A-C253-8575-BE74-EC9C1CB371DD}"/>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9" name="Oval 28">
                <a:extLst>
                  <a:ext uri="{FF2B5EF4-FFF2-40B4-BE49-F238E27FC236}">
                    <a16:creationId xmlns:a16="http://schemas.microsoft.com/office/drawing/2014/main" id="{7A0DBF4E-074C-23A1-7D53-6EA3C2D5FDF1}"/>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0" name="Oval 29">
                <a:extLst>
                  <a:ext uri="{FF2B5EF4-FFF2-40B4-BE49-F238E27FC236}">
                    <a16:creationId xmlns:a16="http://schemas.microsoft.com/office/drawing/2014/main" id="{FA5814C8-8ABB-D789-281E-BC8BE2668355}"/>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1" name="Oval 30">
                <a:extLst>
                  <a:ext uri="{FF2B5EF4-FFF2-40B4-BE49-F238E27FC236}">
                    <a16:creationId xmlns:a16="http://schemas.microsoft.com/office/drawing/2014/main" id="{D48B9C7D-76FC-EBE9-C185-36CCC7A76770}"/>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2" name="Oval 31">
                <a:extLst>
                  <a:ext uri="{FF2B5EF4-FFF2-40B4-BE49-F238E27FC236}">
                    <a16:creationId xmlns:a16="http://schemas.microsoft.com/office/drawing/2014/main" id="{6BCE58AD-D8D8-DC12-CBAE-7D3858513538}"/>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23" name="TextBox 22">
              <a:extLst>
                <a:ext uri="{FF2B5EF4-FFF2-40B4-BE49-F238E27FC236}">
                  <a16:creationId xmlns:a16="http://schemas.microsoft.com/office/drawing/2014/main" id="{8D0C8F2D-93B0-89D9-7499-53808F2D290C}"/>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24" name="Picture 23">
              <a:extLst>
                <a:ext uri="{FF2B5EF4-FFF2-40B4-BE49-F238E27FC236}">
                  <a16:creationId xmlns:a16="http://schemas.microsoft.com/office/drawing/2014/main" id="{046689FB-55B4-D645-C0E6-6CE77248F4E9}"/>
                </a:ext>
              </a:extLst>
            </p:cNvPr>
            <p:cNvPicPr>
              <a:picLocks noChangeAspect="1"/>
            </p:cNvPicPr>
            <p:nvPr userDrawn="1"/>
          </p:nvPicPr>
          <p:blipFill>
            <a:blip r:embed="rId3"/>
            <a:stretch>
              <a:fillRect/>
            </a:stretch>
          </p:blipFill>
          <p:spPr>
            <a:xfrm>
              <a:off x="14012244" y="4384548"/>
              <a:ext cx="1088171" cy="1611330"/>
            </a:xfrm>
            <a:prstGeom prst="rect">
              <a:avLst/>
            </a:prstGeom>
          </p:spPr>
        </p:pic>
        <p:sp>
          <p:nvSpPr>
            <p:cNvPr id="25" name="Rectangle 24">
              <a:extLst>
                <a:ext uri="{FF2B5EF4-FFF2-40B4-BE49-F238E27FC236}">
                  <a16:creationId xmlns:a16="http://schemas.microsoft.com/office/drawing/2014/main" id="{82AB77CA-9FE6-95E0-A65F-33EE54D3B1C1}"/>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354175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1_Disclaimer -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DC5340D-9095-4617-92BD-21105993139C}"/>
              </a:ext>
            </a:extLst>
          </p:cNvPr>
          <p:cNvSpPr txBox="1"/>
          <p:nvPr userDrawn="1"/>
        </p:nvSpPr>
        <p:spPr>
          <a:xfrm>
            <a:off x="609600" y="3961654"/>
            <a:ext cx="5486400" cy="2096245"/>
          </a:xfrm>
          <a:prstGeom prst="rect">
            <a:avLst/>
          </a:prstGeom>
          <a:noFill/>
        </p:spPr>
        <p:txBody>
          <a:bodyPr wrap="square" lIns="0" tIns="0" rIns="0" bIns="0" rtlCol="0" anchor="b">
            <a:noAutofit/>
          </a:bodyPr>
          <a:lstStyle/>
          <a:p>
            <a:pPr>
              <a:lnSpc>
                <a:spcPts val="1200"/>
              </a:lnSpc>
              <a:spcBef>
                <a:spcPts val="0"/>
              </a:spcBef>
              <a:spcAft>
                <a:spcPts val="600"/>
              </a:spcAft>
            </a:pPr>
            <a:r>
              <a:rPr lang="en-GB" sz="1000" b="0" spc="20" baseline="0" dirty="0">
                <a:solidFill>
                  <a:schemeClr val="tx2"/>
                </a:solidFill>
                <a:latin typeface="+mn-lt"/>
                <a:cs typeface="Calibri" panose="020F0502020204030204" pitchFamily="34" charset="0"/>
              </a:rPr>
              <a:t>This presentation may include predictions, estimates, intentions, beliefs and other statements that are or may be construed as being forward-looking. While these forward-looking statements represent our current judgment on what the future holds, they are subject to risks and uncertainties that could result in actual outcomes differing materially from those projected in these statements. No statement contained herein constitutes a commitment by AVEVA to perform any particular action or to deliver any particular product or product features. Readers are cautioned not to place undue reliance on these forward-looking statements, which reflect our opinions only as of the date of this presentation.  </a:t>
            </a:r>
          </a:p>
          <a:p>
            <a:pPr>
              <a:lnSpc>
                <a:spcPts val="1200"/>
              </a:lnSpc>
              <a:spcBef>
                <a:spcPts val="0"/>
              </a:spcBef>
              <a:spcAft>
                <a:spcPts val="600"/>
              </a:spcAft>
            </a:pPr>
            <a:r>
              <a:rPr lang="en-GB" sz="1000" b="0" spc="20" baseline="0" dirty="0">
                <a:solidFill>
                  <a:schemeClr val="tx2"/>
                </a:solidFill>
                <a:latin typeface="+mn-lt"/>
                <a:cs typeface="Calibri" panose="020F0502020204030204" pitchFamily="34" charset="0"/>
              </a:rPr>
              <a:t>The Company shall not be obliged to disclose any revision to these forward-looking statements to reflect events or circumstances occurring after the date on which they are made or to reflect the occurrence of future events.</a:t>
            </a:r>
          </a:p>
        </p:txBody>
      </p:sp>
      <p:grpSp>
        <p:nvGrpSpPr>
          <p:cNvPr id="9" name="Group 4">
            <a:extLst>
              <a:ext uri="{FF2B5EF4-FFF2-40B4-BE49-F238E27FC236}">
                <a16:creationId xmlns:a16="http://schemas.microsoft.com/office/drawing/2014/main" id="{4E430D5E-CCB7-441B-A9C8-D0BBF49F95EA}"/>
              </a:ext>
            </a:extLst>
          </p:cNvPr>
          <p:cNvGrpSpPr>
            <a:grpSpLocks noChangeAspect="1"/>
          </p:cNvGrpSpPr>
          <p:nvPr userDrawn="1"/>
        </p:nvGrpSpPr>
        <p:grpSpPr bwMode="auto">
          <a:xfrm>
            <a:off x="10421934" y="6308714"/>
            <a:ext cx="1162049" cy="266699"/>
            <a:chOff x="6565" y="3974"/>
            <a:chExt cx="732" cy="168"/>
          </a:xfrm>
          <a:solidFill>
            <a:schemeClr val="tx2"/>
          </a:solidFill>
        </p:grpSpPr>
        <p:sp>
          <p:nvSpPr>
            <p:cNvPr id="10" name="Freeform 5">
              <a:extLst>
                <a:ext uri="{FF2B5EF4-FFF2-40B4-BE49-F238E27FC236}">
                  <a16:creationId xmlns:a16="http://schemas.microsoft.com/office/drawing/2014/main" id="{059B3F35-46A5-4575-8F16-117325A6EA7C}"/>
                </a:ext>
              </a:extLst>
            </p:cNvPr>
            <p:cNvSpPr>
              <a:spLocks/>
            </p:cNvSpPr>
            <p:nvPr userDrawn="1"/>
          </p:nvSpPr>
          <p:spPr bwMode="auto">
            <a:xfrm>
              <a:off x="6718" y="3974"/>
              <a:ext cx="146" cy="168"/>
            </a:xfrm>
            <a:custGeom>
              <a:avLst/>
              <a:gdLst>
                <a:gd name="T0" fmla="*/ 626 w 634"/>
                <a:gd name="T1" fmla="*/ 0 h 725"/>
                <a:gd name="T2" fmla="*/ 626 w 634"/>
                <a:gd name="T3" fmla="*/ 0 h 725"/>
                <a:gd name="T4" fmla="*/ 527 w 634"/>
                <a:gd name="T5" fmla="*/ 0 h 725"/>
                <a:gd name="T6" fmla="*/ 519 w 634"/>
                <a:gd name="T7" fmla="*/ 6 h 725"/>
                <a:gd name="T8" fmla="*/ 326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1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4" y="0"/>
                    <a:pt x="520" y="2"/>
                    <a:pt x="519" y="6"/>
                  </a:cubicBezTo>
                  <a:lnTo>
                    <a:pt x="326" y="456"/>
                  </a:lnTo>
                  <a:cubicBezTo>
                    <a:pt x="323" y="462"/>
                    <a:pt x="313" y="462"/>
                    <a:pt x="310" y="456"/>
                  </a:cubicBezTo>
                  <a:lnTo>
                    <a:pt x="117" y="6"/>
                  </a:lnTo>
                  <a:cubicBezTo>
                    <a:pt x="116" y="2"/>
                    <a:pt x="112" y="0"/>
                    <a:pt x="108" y="0"/>
                  </a:cubicBezTo>
                  <a:lnTo>
                    <a:pt x="9" y="0"/>
                  </a:lnTo>
                  <a:cubicBezTo>
                    <a:pt x="4" y="0"/>
                    <a:pt x="0" y="5"/>
                    <a:pt x="2" y="9"/>
                  </a:cubicBezTo>
                  <a:lnTo>
                    <a:pt x="311"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 name="Freeform 6">
              <a:extLst>
                <a:ext uri="{FF2B5EF4-FFF2-40B4-BE49-F238E27FC236}">
                  <a16:creationId xmlns:a16="http://schemas.microsoft.com/office/drawing/2014/main" id="{22A7D44C-C726-4110-B828-429688FC650D}"/>
                </a:ext>
              </a:extLst>
            </p:cNvPr>
            <p:cNvSpPr>
              <a:spLocks noEditPoints="1"/>
            </p:cNvSpPr>
            <p:nvPr userDrawn="1"/>
          </p:nvSpPr>
          <p:spPr bwMode="auto">
            <a:xfrm>
              <a:off x="6565" y="3974"/>
              <a:ext cx="170" cy="168"/>
            </a:xfrm>
            <a:custGeom>
              <a:avLst/>
              <a:gdLst>
                <a:gd name="T0" fmla="*/ 326 w 736"/>
                <a:gd name="T1" fmla="*/ 466 h 724"/>
                <a:gd name="T2" fmla="*/ 326 w 736"/>
                <a:gd name="T3" fmla="*/ 466 h 724"/>
                <a:gd name="T4" fmla="*/ 411 w 736"/>
                <a:gd name="T5" fmla="*/ 268 h 724"/>
                <a:gd name="T6" fmla="*/ 426 w 736"/>
                <a:gd name="T7" fmla="*/ 268 h 724"/>
                <a:gd name="T8" fmla="*/ 511 w 736"/>
                <a:gd name="T9" fmla="*/ 466 h 724"/>
                <a:gd name="T10" fmla="*/ 326 w 736"/>
                <a:gd name="T11" fmla="*/ 466 h 724"/>
                <a:gd name="T12" fmla="*/ 426 w 736"/>
                <a:gd name="T13" fmla="*/ 6 h 724"/>
                <a:gd name="T14" fmla="*/ 426 w 736"/>
                <a:gd name="T15" fmla="*/ 6 h 724"/>
                <a:gd name="T16" fmla="*/ 409 w 736"/>
                <a:gd name="T17" fmla="*/ 6 h 724"/>
                <a:gd name="T18" fmla="*/ 211 w 736"/>
                <a:gd name="T19" fmla="*/ 466 h 724"/>
                <a:gd name="T20" fmla="*/ 7 w 736"/>
                <a:gd name="T21" fmla="*/ 466 h 724"/>
                <a:gd name="T22" fmla="*/ 1 w 736"/>
                <a:gd name="T23" fmla="*/ 475 h 724"/>
                <a:gd name="T24" fmla="*/ 40 w 736"/>
                <a:gd name="T25" fmla="*/ 560 h 724"/>
                <a:gd name="T26" fmla="*/ 53 w 736"/>
                <a:gd name="T27" fmla="*/ 569 h 724"/>
                <a:gd name="T28" fmla="*/ 167 w 736"/>
                <a:gd name="T29" fmla="*/ 569 h 724"/>
                <a:gd name="T30" fmla="*/ 104 w 736"/>
                <a:gd name="T31" fmla="*/ 715 h 724"/>
                <a:gd name="T32" fmla="*/ 111 w 736"/>
                <a:gd name="T33" fmla="*/ 724 h 724"/>
                <a:gd name="T34" fmla="*/ 209 w 736"/>
                <a:gd name="T35" fmla="*/ 724 h 724"/>
                <a:gd name="T36" fmla="*/ 218 w 736"/>
                <a:gd name="T37" fmla="*/ 719 h 724"/>
                <a:gd name="T38" fmla="*/ 282 w 736"/>
                <a:gd name="T39" fmla="*/ 569 h 724"/>
                <a:gd name="T40" fmla="*/ 555 w 736"/>
                <a:gd name="T41" fmla="*/ 569 h 724"/>
                <a:gd name="T42" fmla="*/ 619 w 736"/>
                <a:gd name="T43" fmla="*/ 719 h 724"/>
                <a:gd name="T44" fmla="*/ 628 w 736"/>
                <a:gd name="T45" fmla="*/ 724 h 724"/>
                <a:gd name="T46" fmla="*/ 727 w 736"/>
                <a:gd name="T47" fmla="*/ 724 h 724"/>
                <a:gd name="T48" fmla="*/ 734 w 736"/>
                <a:gd name="T49" fmla="*/ 715 h 724"/>
                <a:gd name="T50" fmla="*/ 426 w 736"/>
                <a:gd name="T51"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36" h="724">
                  <a:moveTo>
                    <a:pt x="326" y="466"/>
                  </a:moveTo>
                  <a:lnTo>
                    <a:pt x="326" y="466"/>
                  </a:lnTo>
                  <a:lnTo>
                    <a:pt x="411" y="268"/>
                  </a:lnTo>
                  <a:cubicBezTo>
                    <a:pt x="414" y="261"/>
                    <a:pt x="423" y="261"/>
                    <a:pt x="426" y="268"/>
                  </a:cubicBezTo>
                  <a:lnTo>
                    <a:pt x="511" y="466"/>
                  </a:lnTo>
                  <a:lnTo>
                    <a:pt x="326" y="466"/>
                  </a:lnTo>
                  <a:close/>
                  <a:moveTo>
                    <a:pt x="426" y="6"/>
                  </a:moveTo>
                  <a:lnTo>
                    <a:pt x="426" y="6"/>
                  </a:lnTo>
                  <a:cubicBezTo>
                    <a:pt x="423" y="0"/>
                    <a:pt x="412" y="0"/>
                    <a:pt x="409" y="6"/>
                  </a:cubicBezTo>
                  <a:lnTo>
                    <a:pt x="211" y="466"/>
                  </a:lnTo>
                  <a:lnTo>
                    <a:pt x="7" y="466"/>
                  </a:lnTo>
                  <a:cubicBezTo>
                    <a:pt x="2" y="466"/>
                    <a:pt x="0" y="471"/>
                    <a:pt x="1" y="475"/>
                  </a:cubicBezTo>
                  <a:lnTo>
                    <a:pt x="40" y="560"/>
                  </a:lnTo>
                  <a:cubicBezTo>
                    <a:pt x="42" y="566"/>
                    <a:pt x="47" y="569"/>
                    <a:pt x="53" y="569"/>
                  </a:cubicBezTo>
                  <a:lnTo>
                    <a:pt x="167" y="569"/>
                  </a:lnTo>
                  <a:lnTo>
                    <a:pt x="104" y="715"/>
                  </a:lnTo>
                  <a:cubicBezTo>
                    <a:pt x="102" y="719"/>
                    <a:pt x="106" y="724"/>
                    <a:pt x="111" y="724"/>
                  </a:cubicBezTo>
                  <a:lnTo>
                    <a:pt x="209" y="724"/>
                  </a:lnTo>
                  <a:cubicBezTo>
                    <a:pt x="213" y="724"/>
                    <a:pt x="216" y="722"/>
                    <a:pt x="218" y="719"/>
                  </a:cubicBezTo>
                  <a:lnTo>
                    <a:pt x="282" y="569"/>
                  </a:lnTo>
                  <a:lnTo>
                    <a:pt x="555" y="569"/>
                  </a:lnTo>
                  <a:lnTo>
                    <a:pt x="619" y="719"/>
                  </a:lnTo>
                  <a:cubicBezTo>
                    <a:pt x="621" y="722"/>
                    <a:pt x="624" y="724"/>
                    <a:pt x="628" y="724"/>
                  </a:cubicBezTo>
                  <a:lnTo>
                    <a:pt x="727" y="724"/>
                  </a:lnTo>
                  <a:cubicBezTo>
                    <a:pt x="732" y="724"/>
                    <a:pt x="736" y="719"/>
                    <a:pt x="734" y="715"/>
                  </a:cubicBezTo>
                  <a:lnTo>
                    <a:pt x="426"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7">
              <a:extLst>
                <a:ext uri="{FF2B5EF4-FFF2-40B4-BE49-F238E27FC236}">
                  <a16:creationId xmlns:a16="http://schemas.microsoft.com/office/drawing/2014/main" id="{C7C11F05-F5D7-4FED-8F6E-8B13EB21E401}"/>
                </a:ext>
              </a:extLst>
            </p:cNvPr>
            <p:cNvSpPr>
              <a:spLocks/>
            </p:cNvSpPr>
            <p:nvPr userDrawn="1"/>
          </p:nvSpPr>
          <p:spPr bwMode="auto">
            <a:xfrm>
              <a:off x="7022" y="3974"/>
              <a:ext cx="146" cy="168"/>
            </a:xfrm>
            <a:custGeom>
              <a:avLst/>
              <a:gdLst>
                <a:gd name="T0" fmla="*/ 626 w 634"/>
                <a:gd name="T1" fmla="*/ 0 h 725"/>
                <a:gd name="T2" fmla="*/ 626 w 634"/>
                <a:gd name="T3" fmla="*/ 0 h 725"/>
                <a:gd name="T4" fmla="*/ 527 w 634"/>
                <a:gd name="T5" fmla="*/ 0 h 725"/>
                <a:gd name="T6" fmla="*/ 519 w 634"/>
                <a:gd name="T7" fmla="*/ 6 h 725"/>
                <a:gd name="T8" fmla="*/ 325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0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3" y="0"/>
                    <a:pt x="520" y="2"/>
                    <a:pt x="519" y="6"/>
                  </a:cubicBezTo>
                  <a:lnTo>
                    <a:pt x="325" y="456"/>
                  </a:lnTo>
                  <a:cubicBezTo>
                    <a:pt x="323" y="462"/>
                    <a:pt x="313" y="462"/>
                    <a:pt x="310" y="456"/>
                  </a:cubicBezTo>
                  <a:lnTo>
                    <a:pt x="117" y="6"/>
                  </a:lnTo>
                  <a:cubicBezTo>
                    <a:pt x="115" y="2"/>
                    <a:pt x="112" y="0"/>
                    <a:pt x="108" y="0"/>
                  </a:cubicBezTo>
                  <a:lnTo>
                    <a:pt x="9" y="0"/>
                  </a:lnTo>
                  <a:cubicBezTo>
                    <a:pt x="4" y="0"/>
                    <a:pt x="0" y="5"/>
                    <a:pt x="2" y="9"/>
                  </a:cubicBezTo>
                  <a:lnTo>
                    <a:pt x="310"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8">
              <a:extLst>
                <a:ext uri="{FF2B5EF4-FFF2-40B4-BE49-F238E27FC236}">
                  <a16:creationId xmlns:a16="http://schemas.microsoft.com/office/drawing/2014/main" id="{4B55EE27-3860-4009-9822-4097D4DEB483}"/>
                </a:ext>
              </a:extLst>
            </p:cNvPr>
            <p:cNvSpPr>
              <a:spLocks noEditPoints="1"/>
            </p:cNvSpPr>
            <p:nvPr userDrawn="1"/>
          </p:nvSpPr>
          <p:spPr bwMode="auto">
            <a:xfrm>
              <a:off x="7151" y="3974"/>
              <a:ext cx="146" cy="168"/>
            </a:xfrm>
            <a:custGeom>
              <a:avLst/>
              <a:gdLst>
                <a:gd name="T0" fmla="*/ 223 w 633"/>
                <a:gd name="T1" fmla="*/ 466 h 724"/>
                <a:gd name="T2" fmla="*/ 223 w 633"/>
                <a:gd name="T3" fmla="*/ 466 h 724"/>
                <a:gd name="T4" fmla="*/ 308 w 633"/>
                <a:gd name="T5" fmla="*/ 268 h 724"/>
                <a:gd name="T6" fmla="*/ 324 w 633"/>
                <a:gd name="T7" fmla="*/ 268 h 724"/>
                <a:gd name="T8" fmla="*/ 409 w 633"/>
                <a:gd name="T9" fmla="*/ 466 h 724"/>
                <a:gd name="T10" fmla="*/ 223 w 633"/>
                <a:gd name="T11" fmla="*/ 466 h 724"/>
                <a:gd name="T12" fmla="*/ 323 w 633"/>
                <a:gd name="T13" fmla="*/ 6 h 724"/>
                <a:gd name="T14" fmla="*/ 323 w 633"/>
                <a:gd name="T15" fmla="*/ 6 h 724"/>
                <a:gd name="T16" fmla="*/ 307 w 633"/>
                <a:gd name="T17" fmla="*/ 6 h 724"/>
                <a:gd name="T18" fmla="*/ 2 w 633"/>
                <a:gd name="T19" fmla="*/ 715 h 724"/>
                <a:gd name="T20" fmla="*/ 8 w 633"/>
                <a:gd name="T21" fmla="*/ 724 h 724"/>
                <a:gd name="T22" fmla="*/ 107 w 633"/>
                <a:gd name="T23" fmla="*/ 724 h 724"/>
                <a:gd name="T24" fmla="*/ 115 w 633"/>
                <a:gd name="T25" fmla="*/ 719 h 724"/>
                <a:gd name="T26" fmla="*/ 179 w 633"/>
                <a:gd name="T27" fmla="*/ 569 h 724"/>
                <a:gd name="T28" fmla="*/ 453 w 633"/>
                <a:gd name="T29" fmla="*/ 569 h 724"/>
                <a:gd name="T30" fmla="*/ 517 w 633"/>
                <a:gd name="T31" fmla="*/ 719 h 724"/>
                <a:gd name="T32" fmla="*/ 525 w 633"/>
                <a:gd name="T33" fmla="*/ 724 h 724"/>
                <a:gd name="T34" fmla="*/ 625 w 633"/>
                <a:gd name="T35" fmla="*/ 724 h 724"/>
                <a:gd name="T36" fmla="*/ 631 w 633"/>
                <a:gd name="T37" fmla="*/ 715 h 724"/>
                <a:gd name="T38" fmla="*/ 323 w 633"/>
                <a:gd name="T39"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3" h="724">
                  <a:moveTo>
                    <a:pt x="223" y="466"/>
                  </a:moveTo>
                  <a:lnTo>
                    <a:pt x="223" y="466"/>
                  </a:lnTo>
                  <a:lnTo>
                    <a:pt x="308" y="268"/>
                  </a:lnTo>
                  <a:cubicBezTo>
                    <a:pt x="311" y="261"/>
                    <a:pt x="321" y="261"/>
                    <a:pt x="324" y="268"/>
                  </a:cubicBezTo>
                  <a:lnTo>
                    <a:pt x="409" y="466"/>
                  </a:lnTo>
                  <a:lnTo>
                    <a:pt x="223" y="466"/>
                  </a:lnTo>
                  <a:close/>
                  <a:moveTo>
                    <a:pt x="323" y="6"/>
                  </a:moveTo>
                  <a:lnTo>
                    <a:pt x="323" y="6"/>
                  </a:lnTo>
                  <a:cubicBezTo>
                    <a:pt x="320" y="0"/>
                    <a:pt x="310" y="0"/>
                    <a:pt x="307" y="6"/>
                  </a:cubicBezTo>
                  <a:lnTo>
                    <a:pt x="2" y="715"/>
                  </a:lnTo>
                  <a:cubicBezTo>
                    <a:pt x="0" y="719"/>
                    <a:pt x="3" y="724"/>
                    <a:pt x="8" y="724"/>
                  </a:cubicBezTo>
                  <a:lnTo>
                    <a:pt x="107" y="724"/>
                  </a:lnTo>
                  <a:cubicBezTo>
                    <a:pt x="110" y="724"/>
                    <a:pt x="114" y="722"/>
                    <a:pt x="115" y="719"/>
                  </a:cubicBezTo>
                  <a:lnTo>
                    <a:pt x="179" y="569"/>
                  </a:lnTo>
                  <a:lnTo>
                    <a:pt x="453" y="569"/>
                  </a:lnTo>
                  <a:lnTo>
                    <a:pt x="517" y="719"/>
                  </a:lnTo>
                  <a:cubicBezTo>
                    <a:pt x="518" y="722"/>
                    <a:pt x="522" y="724"/>
                    <a:pt x="525" y="724"/>
                  </a:cubicBezTo>
                  <a:lnTo>
                    <a:pt x="625" y="724"/>
                  </a:lnTo>
                  <a:cubicBezTo>
                    <a:pt x="630" y="724"/>
                    <a:pt x="633" y="719"/>
                    <a:pt x="631" y="715"/>
                  </a:cubicBezTo>
                  <a:lnTo>
                    <a:pt x="323"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9">
              <a:extLst>
                <a:ext uri="{FF2B5EF4-FFF2-40B4-BE49-F238E27FC236}">
                  <a16:creationId xmlns:a16="http://schemas.microsoft.com/office/drawing/2014/main" id="{9647647E-E072-42D0-8327-BA9998BDB61A}"/>
                </a:ext>
              </a:extLst>
            </p:cNvPr>
            <p:cNvSpPr>
              <a:spLocks/>
            </p:cNvSpPr>
            <p:nvPr userDrawn="1"/>
          </p:nvSpPr>
          <p:spPr bwMode="auto">
            <a:xfrm>
              <a:off x="6888" y="3974"/>
              <a:ext cx="111" cy="24"/>
            </a:xfrm>
            <a:custGeom>
              <a:avLst/>
              <a:gdLst>
                <a:gd name="T0" fmla="*/ 473 w 480"/>
                <a:gd name="T1" fmla="*/ 0 h 105"/>
                <a:gd name="T2" fmla="*/ 473 w 480"/>
                <a:gd name="T3" fmla="*/ 0 h 105"/>
                <a:gd name="T4" fmla="*/ 7 w 480"/>
                <a:gd name="T5" fmla="*/ 0 h 105"/>
                <a:gd name="T6" fmla="*/ 0 w 480"/>
                <a:gd name="T7" fmla="*/ 6 h 105"/>
                <a:gd name="T8" fmla="*/ 0 w 480"/>
                <a:gd name="T9" fmla="*/ 98 h 105"/>
                <a:gd name="T10" fmla="*/ 7 w 480"/>
                <a:gd name="T11" fmla="*/ 105 h 105"/>
                <a:gd name="T12" fmla="*/ 473 w 480"/>
                <a:gd name="T13" fmla="*/ 105 h 105"/>
                <a:gd name="T14" fmla="*/ 480 w 480"/>
                <a:gd name="T15" fmla="*/ 98 h 105"/>
                <a:gd name="T16" fmla="*/ 480 w 480"/>
                <a:gd name="T17" fmla="*/ 6 h 105"/>
                <a:gd name="T18" fmla="*/ 473 w 480"/>
                <a:gd name="T19" fmla="*/ 0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5">
                  <a:moveTo>
                    <a:pt x="473" y="0"/>
                  </a:moveTo>
                  <a:lnTo>
                    <a:pt x="473" y="0"/>
                  </a:lnTo>
                  <a:lnTo>
                    <a:pt x="7" y="0"/>
                  </a:lnTo>
                  <a:cubicBezTo>
                    <a:pt x="3" y="0"/>
                    <a:pt x="0" y="3"/>
                    <a:pt x="0" y="6"/>
                  </a:cubicBezTo>
                  <a:lnTo>
                    <a:pt x="0" y="98"/>
                  </a:lnTo>
                  <a:cubicBezTo>
                    <a:pt x="0" y="102"/>
                    <a:pt x="3" y="105"/>
                    <a:pt x="7" y="105"/>
                  </a:cubicBezTo>
                  <a:lnTo>
                    <a:pt x="473" y="105"/>
                  </a:lnTo>
                  <a:cubicBezTo>
                    <a:pt x="477" y="105"/>
                    <a:pt x="480" y="102"/>
                    <a:pt x="480" y="98"/>
                  </a:cubicBezTo>
                  <a:lnTo>
                    <a:pt x="480" y="6"/>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10">
              <a:extLst>
                <a:ext uri="{FF2B5EF4-FFF2-40B4-BE49-F238E27FC236}">
                  <a16:creationId xmlns:a16="http://schemas.microsoft.com/office/drawing/2014/main" id="{324B6403-B8A9-40BF-AB59-E2CE8ECBDC0E}"/>
                </a:ext>
              </a:extLst>
            </p:cNvPr>
            <p:cNvSpPr>
              <a:spLocks/>
            </p:cNvSpPr>
            <p:nvPr userDrawn="1"/>
          </p:nvSpPr>
          <p:spPr bwMode="auto">
            <a:xfrm>
              <a:off x="6888" y="4045"/>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99 h 106"/>
                <a:gd name="T10" fmla="*/ 7 w 480"/>
                <a:gd name="T11" fmla="*/ 106 h 106"/>
                <a:gd name="T12" fmla="*/ 473 w 480"/>
                <a:gd name="T13" fmla="*/ 106 h 106"/>
                <a:gd name="T14" fmla="*/ 480 w 480"/>
                <a:gd name="T15" fmla="*/ 99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99"/>
                  </a:lnTo>
                  <a:cubicBezTo>
                    <a:pt x="0" y="103"/>
                    <a:pt x="3" y="106"/>
                    <a:pt x="7" y="106"/>
                  </a:cubicBezTo>
                  <a:lnTo>
                    <a:pt x="473" y="106"/>
                  </a:lnTo>
                  <a:cubicBezTo>
                    <a:pt x="477" y="106"/>
                    <a:pt x="480" y="103"/>
                    <a:pt x="480" y="99"/>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11">
              <a:extLst>
                <a:ext uri="{FF2B5EF4-FFF2-40B4-BE49-F238E27FC236}">
                  <a16:creationId xmlns:a16="http://schemas.microsoft.com/office/drawing/2014/main" id="{2708DED0-A42D-4765-A9FE-EEA008415148}"/>
                </a:ext>
              </a:extLst>
            </p:cNvPr>
            <p:cNvSpPr>
              <a:spLocks/>
            </p:cNvSpPr>
            <p:nvPr userDrawn="1"/>
          </p:nvSpPr>
          <p:spPr bwMode="auto">
            <a:xfrm>
              <a:off x="6888" y="4116"/>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100 h 106"/>
                <a:gd name="T10" fmla="*/ 7 w 480"/>
                <a:gd name="T11" fmla="*/ 106 h 106"/>
                <a:gd name="T12" fmla="*/ 473 w 480"/>
                <a:gd name="T13" fmla="*/ 106 h 106"/>
                <a:gd name="T14" fmla="*/ 480 w 480"/>
                <a:gd name="T15" fmla="*/ 100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100"/>
                  </a:lnTo>
                  <a:cubicBezTo>
                    <a:pt x="0" y="103"/>
                    <a:pt x="3" y="106"/>
                    <a:pt x="7" y="106"/>
                  </a:cubicBezTo>
                  <a:lnTo>
                    <a:pt x="473" y="106"/>
                  </a:lnTo>
                  <a:cubicBezTo>
                    <a:pt x="477" y="106"/>
                    <a:pt x="480" y="103"/>
                    <a:pt x="480" y="100"/>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3" name="Footer Placeholder 2">
            <a:extLst>
              <a:ext uri="{FF2B5EF4-FFF2-40B4-BE49-F238E27FC236}">
                <a16:creationId xmlns:a16="http://schemas.microsoft.com/office/drawing/2014/main" id="{7190A832-1E4B-5647-8582-2692691A2B3C}"/>
              </a:ext>
            </a:extLst>
          </p:cNvPr>
          <p:cNvSpPr>
            <a:spLocks noGrp="1"/>
          </p:cNvSpPr>
          <p:nvPr>
            <p:ph type="ftr" sz="quarter" idx="11"/>
          </p:nvPr>
        </p:nvSpPr>
        <p:spPr/>
        <p:txBody>
          <a:bodyPr/>
          <a:lstStyle/>
          <a:p>
            <a:r>
              <a:rPr lang="en-US" dirty="0"/>
              <a:t>For Internal Use Only. © 2026 AVEVA Group Limited or its subsidiaries. All rights reserved.</a:t>
            </a:r>
            <a:endParaRPr lang="en-GB" dirty="0"/>
          </a:p>
        </p:txBody>
      </p:sp>
      <p:sp>
        <p:nvSpPr>
          <p:cNvPr id="4" name="Slide Number Placeholder 3">
            <a:extLst>
              <a:ext uri="{FF2B5EF4-FFF2-40B4-BE49-F238E27FC236}">
                <a16:creationId xmlns:a16="http://schemas.microsoft.com/office/drawing/2014/main" id="{C23D17E1-7D7C-3D4D-87E7-3B12925D3696}"/>
              </a:ext>
            </a:extLst>
          </p:cNvPr>
          <p:cNvSpPr>
            <a:spLocks noGrp="1"/>
          </p:cNvSpPr>
          <p:nvPr>
            <p:ph type="sldNum" sz="quarter" idx="12"/>
          </p:nvPr>
        </p:nvSpPr>
        <p:spPr/>
        <p:txBody>
          <a:bodyPr/>
          <a:lstStyle/>
          <a:p>
            <a:fld id="{267CDB12-45E5-4FD7-AE50-9CB5AFC72BA1}" type="slidenum">
              <a:rPr lang="en-GB" smtClean="0"/>
              <a:pPr/>
              <a:t>‹#›</a:t>
            </a:fld>
            <a:endParaRPr lang="en-GB" dirty="0"/>
          </a:p>
        </p:txBody>
      </p:sp>
      <p:sp>
        <p:nvSpPr>
          <p:cNvPr id="69" name="TextBox 68">
            <a:extLst>
              <a:ext uri="{FF2B5EF4-FFF2-40B4-BE49-F238E27FC236}">
                <a16:creationId xmlns:a16="http://schemas.microsoft.com/office/drawing/2014/main" id="{CB2066EB-B7B1-4A5B-9465-B2E5506DC8DA}"/>
              </a:ext>
            </a:extLst>
          </p:cNvPr>
          <p:cNvSpPr txBox="1"/>
          <p:nvPr userDrawn="1"/>
        </p:nvSpPr>
        <p:spPr>
          <a:xfrm>
            <a:off x="0" y="-338924"/>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grpSp>
        <p:nvGrpSpPr>
          <p:cNvPr id="2" name="Group 1">
            <a:extLst>
              <a:ext uri="{FF2B5EF4-FFF2-40B4-BE49-F238E27FC236}">
                <a16:creationId xmlns:a16="http://schemas.microsoft.com/office/drawing/2014/main" id="{E84D80B3-92B6-F3B6-1F2F-A7E1FB175AC7}"/>
              </a:ext>
            </a:extLst>
          </p:cNvPr>
          <p:cNvGrpSpPr/>
          <p:nvPr userDrawn="1"/>
        </p:nvGrpSpPr>
        <p:grpSpPr>
          <a:xfrm>
            <a:off x="12485568" y="112729"/>
            <a:ext cx="2936672" cy="5883149"/>
            <a:chOff x="12485568" y="112729"/>
            <a:chExt cx="2936672" cy="5883149"/>
          </a:xfrm>
        </p:grpSpPr>
        <p:sp>
          <p:nvSpPr>
            <p:cNvPr id="5" name="Oval 4">
              <a:extLst>
                <a:ext uri="{FF2B5EF4-FFF2-40B4-BE49-F238E27FC236}">
                  <a16:creationId xmlns:a16="http://schemas.microsoft.com/office/drawing/2014/main" id="{E4693237-7479-ED6E-FDD1-232D093C394B}"/>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6" name="Oval 5">
              <a:extLst>
                <a:ext uri="{FF2B5EF4-FFF2-40B4-BE49-F238E27FC236}">
                  <a16:creationId xmlns:a16="http://schemas.microsoft.com/office/drawing/2014/main" id="{71CAAEEA-D471-F42E-71AC-95CBB9B2A457}"/>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7" name="Oval 6">
              <a:extLst>
                <a:ext uri="{FF2B5EF4-FFF2-40B4-BE49-F238E27FC236}">
                  <a16:creationId xmlns:a16="http://schemas.microsoft.com/office/drawing/2014/main" id="{D9A9EF03-2856-431D-BB0A-ECB9BA57A31E}"/>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8" name="Rectangle 7">
              <a:extLst>
                <a:ext uri="{FF2B5EF4-FFF2-40B4-BE49-F238E27FC236}">
                  <a16:creationId xmlns:a16="http://schemas.microsoft.com/office/drawing/2014/main" id="{02620746-87E6-5EAB-25DA-0EB803640FAA}"/>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18" name="Oval 17">
              <a:extLst>
                <a:ext uri="{FF2B5EF4-FFF2-40B4-BE49-F238E27FC236}">
                  <a16:creationId xmlns:a16="http://schemas.microsoft.com/office/drawing/2014/main" id="{6426134B-393F-BD69-86B3-9FE4A24A4771}"/>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9" name="Oval 18">
              <a:extLst>
                <a:ext uri="{FF2B5EF4-FFF2-40B4-BE49-F238E27FC236}">
                  <a16:creationId xmlns:a16="http://schemas.microsoft.com/office/drawing/2014/main" id="{31CCC69F-4F5C-E0A7-A357-4AFDEC7F15B2}"/>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0" name="Oval 19">
              <a:extLst>
                <a:ext uri="{FF2B5EF4-FFF2-40B4-BE49-F238E27FC236}">
                  <a16:creationId xmlns:a16="http://schemas.microsoft.com/office/drawing/2014/main" id="{1B1CE298-2D15-5690-C81F-577AF4C9296C}"/>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1" name="Oval 20">
              <a:extLst>
                <a:ext uri="{FF2B5EF4-FFF2-40B4-BE49-F238E27FC236}">
                  <a16:creationId xmlns:a16="http://schemas.microsoft.com/office/drawing/2014/main" id="{BCD6E790-CBDA-F941-46AB-FD29EF03BE87}"/>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22" name="Group 21">
              <a:extLst>
                <a:ext uri="{FF2B5EF4-FFF2-40B4-BE49-F238E27FC236}">
                  <a16:creationId xmlns:a16="http://schemas.microsoft.com/office/drawing/2014/main" id="{CCEC817B-90E2-4A9C-D7AD-9F7632C49131}"/>
                </a:ext>
              </a:extLst>
            </p:cNvPr>
            <p:cNvGrpSpPr/>
            <p:nvPr userDrawn="1"/>
          </p:nvGrpSpPr>
          <p:grpSpPr>
            <a:xfrm>
              <a:off x="12500773" y="3802778"/>
              <a:ext cx="971741" cy="1940780"/>
              <a:chOff x="12431200" y="2678506"/>
              <a:chExt cx="971741" cy="1940780"/>
            </a:xfrm>
          </p:grpSpPr>
          <p:sp>
            <p:nvSpPr>
              <p:cNvPr id="26" name="Rectangle 25">
                <a:extLst>
                  <a:ext uri="{FF2B5EF4-FFF2-40B4-BE49-F238E27FC236}">
                    <a16:creationId xmlns:a16="http://schemas.microsoft.com/office/drawing/2014/main" id="{EA145ABC-180A-D003-0469-EEC964D49A98}"/>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27" name="Oval 26">
                <a:extLst>
                  <a:ext uri="{FF2B5EF4-FFF2-40B4-BE49-F238E27FC236}">
                    <a16:creationId xmlns:a16="http://schemas.microsoft.com/office/drawing/2014/main" id="{C9AB2778-6B5F-68F3-5582-90DAC40A0366}"/>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8" name="Oval 27">
                <a:extLst>
                  <a:ext uri="{FF2B5EF4-FFF2-40B4-BE49-F238E27FC236}">
                    <a16:creationId xmlns:a16="http://schemas.microsoft.com/office/drawing/2014/main" id="{D5125CCC-E031-872A-3AA9-33CCB014D3F5}"/>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9" name="Oval 28">
                <a:extLst>
                  <a:ext uri="{FF2B5EF4-FFF2-40B4-BE49-F238E27FC236}">
                    <a16:creationId xmlns:a16="http://schemas.microsoft.com/office/drawing/2014/main" id="{6296D654-6FA9-A15A-1B81-37643DFE024D}"/>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0" name="Oval 29">
                <a:extLst>
                  <a:ext uri="{FF2B5EF4-FFF2-40B4-BE49-F238E27FC236}">
                    <a16:creationId xmlns:a16="http://schemas.microsoft.com/office/drawing/2014/main" id="{CD8FBCA9-8995-CCE4-8DFD-E14AC8C800B2}"/>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1" name="Oval 30">
                <a:extLst>
                  <a:ext uri="{FF2B5EF4-FFF2-40B4-BE49-F238E27FC236}">
                    <a16:creationId xmlns:a16="http://schemas.microsoft.com/office/drawing/2014/main" id="{DB7742DF-3691-FECA-46E1-535857B0ED37}"/>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2" name="Oval 31">
                <a:extLst>
                  <a:ext uri="{FF2B5EF4-FFF2-40B4-BE49-F238E27FC236}">
                    <a16:creationId xmlns:a16="http://schemas.microsoft.com/office/drawing/2014/main" id="{88303169-D0B9-2EC3-F5B4-8B8981EEFE75}"/>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23" name="TextBox 22">
              <a:extLst>
                <a:ext uri="{FF2B5EF4-FFF2-40B4-BE49-F238E27FC236}">
                  <a16:creationId xmlns:a16="http://schemas.microsoft.com/office/drawing/2014/main" id="{63B03409-0D1F-6C5D-4ACE-4BFD1B718B7A}"/>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24" name="Picture 23">
              <a:extLst>
                <a:ext uri="{FF2B5EF4-FFF2-40B4-BE49-F238E27FC236}">
                  <a16:creationId xmlns:a16="http://schemas.microsoft.com/office/drawing/2014/main" id="{8EF1D665-CEF4-5735-BB5A-7289AEAFD01C}"/>
                </a:ext>
              </a:extLst>
            </p:cNvPr>
            <p:cNvPicPr>
              <a:picLocks noChangeAspect="1"/>
            </p:cNvPicPr>
            <p:nvPr userDrawn="1"/>
          </p:nvPicPr>
          <p:blipFill>
            <a:blip r:embed="rId3"/>
            <a:stretch>
              <a:fillRect/>
            </a:stretch>
          </p:blipFill>
          <p:spPr>
            <a:xfrm>
              <a:off x="14012244" y="4384548"/>
              <a:ext cx="1088171" cy="1611330"/>
            </a:xfrm>
            <a:prstGeom prst="rect">
              <a:avLst/>
            </a:prstGeom>
          </p:spPr>
        </p:pic>
        <p:sp>
          <p:nvSpPr>
            <p:cNvPr id="25" name="Rectangle 24">
              <a:extLst>
                <a:ext uri="{FF2B5EF4-FFF2-40B4-BE49-F238E27FC236}">
                  <a16:creationId xmlns:a16="http://schemas.microsoft.com/office/drawing/2014/main" id="{22B5460A-6331-4210-C69D-FC5A1F221C8E}"/>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1841010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2_Disclaimer -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DC5340D-9095-4617-92BD-21105993139C}"/>
              </a:ext>
            </a:extLst>
          </p:cNvPr>
          <p:cNvSpPr txBox="1"/>
          <p:nvPr userDrawn="1"/>
        </p:nvSpPr>
        <p:spPr>
          <a:xfrm>
            <a:off x="609600" y="3961654"/>
            <a:ext cx="5486400" cy="2096245"/>
          </a:xfrm>
          <a:prstGeom prst="rect">
            <a:avLst/>
          </a:prstGeom>
          <a:noFill/>
        </p:spPr>
        <p:txBody>
          <a:bodyPr wrap="square" lIns="0" tIns="0" rIns="0" bIns="0" rtlCol="0" anchor="b">
            <a:noAutofit/>
          </a:bodyPr>
          <a:lstStyle/>
          <a:p>
            <a:pPr>
              <a:lnSpc>
                <a:spcPts val="1200"/>
              </a:lnSpc>
              <a:spcBef>
                <a:spcPts val="0"/>
              </a:spcBef>
              <a:spcAft>
                <a:spcPts val="600"/>
              </a:spcAft>
            </a:pPr>
            <a:r>
              <a:rPr lang="en-GB" sz="1000" b="0" spc="20" baseline="0" dirty="0">
                <a:solidFill>
                  <a:schemeClr val="bg1"/>
                </a:solidFill>
                <a:latin typeface="+mn-lt"/>
                <a:cs typeface="Calibri" panose="020F0502020204030204" pitchFamily="34" charset="0"/>
              </a:rPr>
              <a:t>This presentation may include predictions, estimates, intentions, beliefs and other statements that are or may be construed as being forward-looking. While these forward-looking statements represent our current judgment on what the future holds, they are subject to risks and uncertainties that could result in actual outcomes differing materially from those projected in these statements. No statement contained herein constitutes a commitment by AVEVA to perform any particular action or to deliver any particular product or product features. Readers are cautioned not to place undue reliance on these forward-looking statements, which reflect our opinions only as of the date of this presentation.  </a:t>
            </a:r>
          </a:p>
          <a:p>
            <a:pPr>
              <a:lnSpc>
                <a:spcPts val="1200"/>
              </a:lnSpc>
              <a:spcBef>
                <a:spcPts val="0"/>
              </a:spcBef>
              <a:spcAft>
                <a:spcPts val="600"/>
              </a:spcAft>
            </a:pPr>
            <a:r>
              <a:rPr lang="en-GB" sz="1000" b="0" spc="20" baseline="0" dirty="0">
                <a:solidFill>
                  <a:schemeClr val="bg1"/>
                </a:solidFill>
                <a:latin typeface="+mn-lt"/>
                <a:cs typeface="Calibri" panose="020F0502020204030204" pitchFamily="34" charset="0"/>
              </a:rPr>
              <a:t>The Company shall not be obliged to disclose any revision to these forward-looking statements to reflect events or circumstances occurring after the date on which they are made or to reflect the occurrence of future events.</a:t>
            </a:r>
          </a:p>
        </p:txBody>
      </p:sp>
      <p:grpSp>
        <p:nvGrpSpPr>
          <p:cNvPr id="9" name="Group 4">
            <a:extLst>
              <a:ext uri="{FF2B5EF4-FFF2-40B4-BE49-F238E27FC236}">
                <a16:creationId xmlns:a16="http://schemas.microsoft.com/office/drawing/2014/main" id="{4E430D5E-CCB7-441B-A9C8-D0BBF49F95EA}"/>
              </a:ext>
            </a:extLst>
          </p:cNvPr>
          <p:cNvGrpSpPr>
            <a:grpSpLocks noChangeAspect="1"/>
          </p:cNvGrpSpPr>
          <p:nvPr userDrawn="1"/>
        </p:nvGrpSpPr>
        <p:grpSpPr bwMode="auto">
          <a:xfrm>
            <a:off x="10421934" y="6308714"/>
            <a:ext cx="1162049" cy="266699"/>
            <a:chOff x="6565" y="3974"/>
            <a:chExt cx="732" cy="168"/>
          </a:xfrm>
          <a:solidFill>
            <a:schemeClr val="bg1"/>
          </a:solidFill>
        </p:grpSpPr>
        <p:sp>
          <p:nvSpPr>
            <p:cNvPr id="10" name="Freeform 5">
              <a:extLst>
                <a:ext uri="{FF2B5EF4-FFF2-40B4-BE49-F238E27FC236}">
                  <a16:creationId xmlns:a16="http://schemas.microsoft.com/office/drawing/2014/main" id="{059B3F35-46A5-4575-8F16-117325A6EA7C}"/>
                </a:ext>
              </a:extLst>
            </p:cNvPr>
            <p:cNvSpPr>
              <a:spLocks/>
            </p:cNvSpPr>
            <p:nvPr userDrawn="1"/>
          </p:nvSpPr>
          <p:spPr bwMode="auto">
            <a:xfrm>
              <a:off x="6718" y="3974"/>
              <a:ext cx="146" cy="168"/>
            </a:xfrm>
            <a:custGeom>
              <a:avLst/>
              <a:gdLst>
                <a:gd name="T0" fmla="*/ 626 w 634"/>
                <a:gd name="T1" fmla="*/ 0 h 725"/>
                <a:gd name="T2" fmla="*/ 626 w 634"/>
                <a:gd name="T3" fmla="*/ 0 h 725"/>
                <a:gd name="T4" fmla="*/ 527 w 634"/>
                <a:gd name="T5" fmla="*/ 0 h 725"/>
                <a:gd name="T6" fmla="*/ 519 w 634"/>
                <a:gd name="T7" fmla="*/ 6 h 725"/>
                <a:gd name="T8" fmla="*/ 326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1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4" y="0"/>
                    <a:pt x="520" y="2"/>
                    <a:pt x="519" y="6"/>
                  </a:cubicBezTo>
                  <a:lnTo>
                    <a:pt x="326" y="456"/>
                  </a:lnTo>
                  <a:cubicBezTo>
                    <a:pt x="323" y="462"/>
                    <a:pt x="313" y="462"/>
                    <a:pt x="310" y="456"/>
                  </a:cubicBezTo>
                  <a:lnTo>
                    <a:pt x="117" y="6"/>
                  </a:lnTo>
                  <a:cubicBezTo>
                    <a:pt x="116" y="2"/>
                    <a:pt x="112" y="0"/>
                    <a:pt x="108" y="0"/>
                  </a:cubicBezTo>
                  <a:lnTo>
                    <a:pt x="9" y="0"/>
                  </a:lnTo>
                  <a:cubicBezTo>
                    <a:pt x="4" y="0"/>
                    <a:pt x="0" y="5"/>
                    <a:pt x="2" y="9"/>
                  </a:cubicBezTo>
                  <a:lnTo>
                    <a:pt x="311"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 name="Freeform 6">
              <a:extLst>
                <a:ext uri="{FF2B5EF4-FFF2-40B4-BE49-F238E27FC236}">
                  <a16:creationId xmlns:a16="http://schemas.microsoft.com/office/drawing/2014/main" id="{22A7D44C-C726-4110-B828-429688FC650D}"/>
                </a:ext>
              </a:extLst>
            </p:cNvPr>
            <p:cNvSpPr>
              <a:spLocks noEditPoints="1"/>
            </p:cNvSpPr>
            <p:nvPr userDrawn="1"/>
          </p:nvSpPr>
          <p:spPr bwMode="auto">
            <a:xfrm>
              <a:off x="6565" y="3974"/>
              <a:ext cx="170" cy="168"/>
            </a:xfrm>
            <a:custGeom>
              <a:avLst/>
              <a:gdLst>
                <a:gd name="T0" fmla="*/ 326 w 736"/>
                <a:gd name="T1" fmla="*/ 466 h 724"/>
                <a:gd name="T2" fmla="*/ 326 w 736"/>
                <a:gd name="T3" fmla="*/ 466 h 724"/>
                <a:gd name="T4" fmla="*/ 411 w 736"/>
                <a:gd name="T5" fmla="*/ 268 h 724"/>
                <a:gd name="T6" fmla="*/ 426 w 736"/>
                <a:gd name="T7" fmla="*/ 268 h 724"/>
                <a:gd name="T8" fmla="*/ 511 w 736"/>
                <a:gd name="T9" fmla="*/ 466 h 724"/>
                <a:gd name="T10" fmla="*/ 326 w 736"/>
                <a:gd name="T11" fmla="*/ 466 h 724"/>
                <a:gd name="T12" fmla="*/ 426 w 736"/>
                <a:gd name="T13" fmla="*/ 6 h 724"/>
                <a:gd name="T14" fmla="*/ 426 w 736"/>
                <a:gd name="T15" fmla="*/ 6 h 724"/>
                <a:gd name="T16" fmla="*/ 409 w 736"/>
                <a:gd name="T17" fmla="*/ 6 h 724"/>
                <a:gd name="T18" fmla="*/ 211 w 736"/>
                <a:gd name="T19" fmla="*/ 466 h 724"/>
                <a:gd name="T20" fmla="*/ 7 w 736"/>
                <a:gd name="T21" fmla="*/ 466 h 724"/>
                <a:gd name="T22" fmla="*/ 1 w 736"/>
                <a:gd name="T23" fmla="*/ 475 h 724"/>
                <a:gd name="T24" fmla="*/ 40 w 736"/>
                <a:gd name="T25" fmla="*/ 560 h 724"/>
                <a:gd name="T26" fmla="*/ 53 w 736"/>
                <a:gd name="T27" fmla="*/ 569 h 724"/>
                <a:gd name="T28" fmla="*/ 167 w 736"/>
                <a:gd name="T29" fmla="*/ 569 h 724"/>
                <a:gd name="T30" fmla="*/ 104 w 736"/>
                <a:gd name="T31" fmla="*/ 715 h 724"/>
                <a:gd name="T32" fmla="*/ 111 w 736"/>
                <a:gd name="T33" fmla="*/ 724 h 724"/>
                <a:gd name="T34" fmla="*/ 209 w 736"/>
                <a:gd name="T35" fmla="*/ 724 h 724"/>
                <a:gd name="T36" fmla="*/ 218 w 736"/>
                <a:gd name="T37" fmla="*/ 719 h 724"/>
                <a:gd name="T38" fmla="*/ 282 w 736"/>
                <a:gd name="T39" fmla="*/ 569 h 724"/>
                <a:gd name="T40" fmla="*/ 555 w 736"/>
                <a:gd name="T41" fmla="*/ 569 h 724"/>
                <a:gd name="T42" fmla="*/ 619 w 736"/>
                <a:gd name="T43" fmla="*/ 719 h 724"/>
                <a:gd name="T44" fmla="*/ 628 w 736"/>
                <a:gd name="T45" fmla="*/ 724 h 724"/>
                <a:gd name="T46" fmla="*/ 727 w 736"/>
                <a:gd name="T47" fmla="*/ 724 h 724"/>
                <a:gd name="T48" fmla="*/ 734 w 736"/>
                <a:gd name="T49" fmla="*/ 715 h 724"/>
                <a:gd name="T50" fmla="*/ 426 w 736"/>
                <a:gd name="T51"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36" h="724">
                  <a:moveTo>
                    <a:pt x="326" y="466"/>
                  </a:moveTo>
                  <a:lnTo>
                    <a:pt x="326" y="466"/>
                  </a:lnTo>
                  <a:lnTo>
                    <a:pt x="411" y="268"/>
                  </a:lnTo>
                  <a:cubicBezTo>
                    <a:pt x="414" y="261"/>
                    <a:pt x="423" y="261"/>
                    <a:pt x="426" y="268"/>
                  </a:cubicBezTo>
                  <a:lnTo>
                    <a:pt x="511" y="466"/>
                  </a:lnTo>
                  <a:lnTo>
                    <a:pt x="326" y="466"/>
                  </a:lnTo>
                  <a:close/>
                  <a:moveTo>
                    <a:pt x="426" y="6"/>
                  </a:moveTo>
                  <a:lnTo>
                    <a:pt x="426" y="6"/>
                  </a:lnTo>
                  <a:cubicBezTo>
                    <a:pt x="423" y="0"/>
                    <a:pt x="412" y="0"/>
                    <a:pt x="409" y="6"/>
                  </a:cubicBezTo>
                  <a:lnTo>
                    <a:pt x="211" y="466"/>
                  </a:lnTo>
                  <a:lnTo>
                    <a:pt x="7" y="466"/>
                  </a:lnTo>
                  <a:cubicBezTo>
                    <a:pt x="2" y="466"/>
                    <a:pt x="0" y="471"/>
                    <a:pt x="1" y="475"/>
                  </a:cubicBezTo>
                  <a:lnTo>
                    <a:pt x="40" y="560"/>
                  </a:lnTo>
                  <a:cubicBezTo>
                    <a:pt x="42" y="566"/>
                    <a:pt x="47" y="569"/>
                    <a:pt x="53" y="569"/>
                  </a:cubicBezTo>
                  <a:lnTo>
                    <a:pt x="167" y="569"/>
                  </a:lnTo>
                  <a:lnTo>
                    <a:pt x="104" y="715"/>
                  </a:lnTo>
                  <a:cubicBezTo>
                    <a:pt x="102" y="719"/>
                    <a:pt x="106" y="724"/>
                    <a:pt x="111" y="724"/>
                  </a:cubicBezTo>
                  <a:lnTo>
                    <a:pt x="209" y="724"/>
                  </a:lnTo>
                  <a:cubicBezTo>
                    <a:pt x="213" y="724"/>
                    <a:pt x="216" y="722"/>
                    <a:pt x="218" y="719"/>
                  </a:cubicBezTo>
                  <a:lnTo>
                    <a:pt x="282" y="569"/>
                  </a:lnTo>
                  <a:lnTo>
                    <a:pt x="555" y="569"/>
                  </a:lnTo>
                  <a:lnTo>
                    <a:pt x="619" y="719"/>
                  </a:lnTo>
                  <a:cubicBezTo>
                    <a:pt x="621" y="722"/>
                    <a:pt x="624" y="724"/>
                    <a:pt x="628" y="724"/>
                  </a:cubicBezTo>
                  <a:lnTo>
                    <a:pt x="727" y="724"/>
                  </a:lnTo>
                  <a:cubicBezTo>
                    <a:pt x="732" y="724"/>
                    <a:pt x="736" y="719"/>
                    <a:pt x="734" y="715"/>
                  </a:cubicBezTo>
                  <a:lnTo>
                    <a:pt x="426"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7">
              <a:extLst>
                <a:ext uri="{FF2B5EF4-FFF2-40B4-BE49-F238E27FC236}">
                  <a16:creationId xmlns:a16="http://schemas.microsoft.com/office/drawing/2014/main" id="{C7C11F05-F5D7-4FED-8F6E-8B13EB21E401}"/>
                </a:ext>
              </a:extLst>
            </p:cNvPr>
            <p:cNvSpPr>
              <a:spLocks/>
            </p:cNvSpPr>
            <p:nvPr userDrawn="1"/>
          </p:nvSpPr>
          <p:spPr bwMode="auto">
            <a:xfrm>
              <a:off x="7022" y="3974"/>
              <a:ext cx="146" cy="168"/>
            </a:xfrm>
            <a:custGeom>
              <a:avLst/>
              <a:gdLst>
                <a:gd name="T0" fmla="*/ 626 w 634"/>
                <a:gd name="T1" fmla="*/ 0 h 725"/>
                <a:gd name="T2" fmla="*/ 626 w 634"/>
                <a:gd name="T3" fmla="*/ 0 h 725"/>
                <a:gd name="T4" fmla="*/ 527 w 634"/>
                <a:gd name="T5" fmla="*/ 0 h 725"/>
                <a:gd name="T6" fmla="*/ 519 w 634"/>
                <a:gd name="T7" fmla="*/ 6 h 725"/>
                <a:gd name="T8" fmla="*/ 325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0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3" y="0"/>
                    <a:pt x="520" y="2"/>
                    <a:pt x="519" y="6"/>
                  </a:cubicBezTo>
                  <a:lnTo>
                    <a:pt x="325" y="456"/>
                  </a:lnTo>
                  <a:cubicBezTo>
                    <a:pt x="323" y="462"/>
                    <a:pt x="313" y="462"/>
                    <a:pt x="310" y="456"/>
                  </a:cubicBezTo>
                  <a:lnTo>
                    <a:pt x="117" y="6"/>
                  </a:lnTo>
                  <a:cubicBezTo>
                    <a:pt x="115" y="2"/>
                    <a:pt x="112" y="0"/>
                    <a:pt x="108" y="0"/>
                  </a:cubicBezTo>
                  <a:lnTo>
                    <a:pt x="9" y="0"/>
                  </a:lnTo>
                  <a:cubicBezTo>
                    <a:pt x="4" y="0"/>
                    <a:pt x="0" y="5"/>
                    <a:pt x="2" y="9"/>
                  </a:cubicBezTo>
                  <a:lnTo>
                    <a:pt x="310"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8">
              <a:extLst>
                <a:ext uri="{FF2B5EF4-FFF2-40B4-BE49-F238E27FC236}">
                  <a16:creationId xmlns:a16="http://schemas.microsoft.com/office/drawing/2014/main" id="{4B55EE27-3860-4009-9822-4097D4DEB483}"/>
                </a:ext>
              </a:extLst>
            </p:cNvPr>
            <p:cNvSpPr>
              <a:spLocks noEditPoints="1"/>
            </p:cNvSpPr>
            <p:nvPr userDrawn="1"/>
          </p:nvSpPr>
          <p:spPr bwMode="auto">
            <a:xfrm>
              <a:off x="7151" y="3974"/>
              <a:ext cx="146" cy="168"/>
            </a:xfrm>
            <a:custGeom>
              <a:avLst/>
              <a:gdLst>
                <a:gd name="T0" fmla="*/ 223 w 633"/>
                <a:gd name="T1" fmla="*/ 466 h 724"/>
                <a:gd name="T2" fmla="*/ 223 w 633"/>
                <a:gd name="T3" fmla="*/ 466 h 724"/>
                <a:gd name="T4" fmla="*/ 308 w 633"/>
                <a:gd name="T5" fmla="*/ 268 h 724"/>
                <a:gd name="T6" fmla="*/ 324 w 633"/>
                <a:gd name="T7" fmla="*/ 268 h 724"/>
                <a:gd name="T8" fmla="*/ 409 w 633"/>
                <a:gd name="T9" fmla="*/ 466 h 724"/>
                <a:gd name="T10" fmla="*/ 223 w 633"/>
                <a:gd name="T11" fmla="*/ 466 h 724"/>
                <a:gd name="T12" fmla="*/ 323 w 633"/>
                <a:gd name="T13" fmla="*/ 6 h 724"/>
                <a:gd name="T14" fmla="*/ 323 w 633"/>
                <a:gd name="T15" fmla="*/ 6 h 724"/>
                <a:gd name="T16" fmla="*/ 307 w 633"/>
                <a:gd name="T17" fmla="*/ 6 h 724"/>
                <a:gd name="T18" fmla="*/ 2 w 633"/>
                <a:gd name="T19" fmla="*/ 715 h 724"/>
                <a:gd name="T20" fmla="*/ 8 w 633"/>
                <a:gd name="T21" fmla="*/ 724 h 724"/>
                <a:gd name="T22" fmla="*/ 107 w 633"/>
                <a:gd name="T23" fmla="*/ 724 h 724"/>
                <a:gd name="T24" fmla="*/ 115 w 633"/>
                <a:gd name="T25" fmla="*/ 719 h 724"/>
                <a:gd name="T26" fmla="*/ 179 w 633"/>
                <a:gd name="T27" fmla="*/ 569 h 724"/>
                <a:gd name="T28" fmla="*/ 453 w 633"/>
                <a:gd name="T29" fmla="*/ 569 h 724"/>
                <a:gd name="T30" fmla="*/ 517 w 633"/>
                <a:gd name="T31" fmla="*/ 719 h 724"/>
                <a:gd name="T32" fmla="*/ 525 w 633"/>
                <a:gd name="T33" fmla="*/ 724 h 724"/>
                <a:gd name="T34" fmla="*/ 625 w 633"/>
                <a:gd name="T35" fmla="*/ 724 h 724"/>
                <a:gd name="T36" fmla="*/ 631 w 633"/>
                <a:gd name="T37" fmla="*/ 715 h 724"/>
                <a:gd name="T38" fmla="*/ 323 w 633"/>
                <a:gd name="T39"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3" h="724">
                  <a:moveTo>
                    <a:pt x="223" y="466"/>
                  </a:moveTo>
                  <a:lnTo>
                    <a:pt x="223" y="466"/>
                  </a:lnTo>
                  <a:lnTo>
                    <a:pt x="308" y="268"/>
                  </a:lnTo>
                  <a:cubicBezTo>
                    <a:pt x="311" y="261"/>
                    <a:pt x="321" y="261"/>
                    <a:pt x="324" y="268"/>
                  </a:cubicBezTo>
                  <a:lnTo>
                    <a:pt x="409" y="466"/>
                  </a:lnTo>
                  <a:lnTo>
                    <a:pt x="223" y="466"/>
                  </a:lnTo>
                  <a:close/>
                  <a:moveTo>
                    <a:pt x="323" y="6"/>
                  </a:moveTo>
                  <a:lnTo>
                    <a:pt x="323" y="6"/>
                  </a:lnTo>
                  <a:cubicBezTo>
                    <a:pt x="320" y="0"/>
                    <a:pt x="310" y="0"/>
                    <a:pt x="307" y="6"/>
                  </a:cubicBezTo>
                  <a:lnTo>
                    <a:pt x="2" y="715"/>
                  </a:lnTo>
                  <a:cubicBezTo>
                    <a:pt x="0" y="719"/>
                    <a:pt x="3" y="724"/>
                    <a:pt x="8" y="724"/>
                  </a:cubicBezTo>
                  <a:lnTo>
                    <a:pt x="107" y="724"/>
                  </a:lnTo>
                  <a:cubicBezTo>
                    <a:pt x="110" y="724"/>
                    <a:pt x="114" y="722"/>
                    <a:pt x="115" y="719"/>
                  </a:cubicBezTo>
                  <a:lnTo>
                    <a:pt x="179" y="569"/>
                  </a:lnTo>
                  <a:lnTo>
                    <a:pt x="453" y="569"/>
                  </a:lnTo>
                  <a:lnTo>
                    <a:pt x="517" y="719"/>
                  </a:lnTo>
                  <a:cubicBezTo>
                    <a:pt x="518" y="722"/>
                    <a:pt x="522" y="724"/>
                    <a:pt x="525" y="724"/>
                  </a:cubicBezTo>
                  <a:lnTo>
                    <a:pt x="625" y="724"/>
                  </a:lnTo>
                  <a:cubicBezTo>
                    <a:pt x="630" y="724"/>
                    <a:pt x="633" y="719"/>
                    <a:pt x="631" y="715"/>
                  </a:cubicBezTo>
                  <a:lnTo>
                    <a:pt x="323"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9">
              <a:extLst>
                <a:ext uri="{FF2B5EF4-FFF2-40B4-BE49-F238E27FC236}">
                  <a16:creationId xmlns:a16="http://schemas.microsoft.com/office/drawing/2014/main" id="{9647647E-E072-42D0-8327-BA9998BDB61A}"/>
                </a:ext>
              </a:extLst>
            </p:cNvPr>
            <p:cNvSpPr>
              <a:spLocks/>
            </p:cNvSpPr>
            <p:nvPr userDrawn="1"/>
          </p:nvSpPr>
          <p:spPr bwMode="auto">
            <a:xfrm>
              <a:off x="6888" y="3974"/>
              <a:ext cx="111" cy="24"/>
            </a:xfrm>
            <a:custGeom>
              <a:avLst/>
              <a:gdLst>
                <a:gd name="T0" fmla="*/ 473 w 480"/>
                <a:gd name="T1" fmla="*/ 0 h 105"/>
                <a:gd name="T2" fmla="*/ 473 w 480"/>
                <a:gd name="T3" fmla="*/ 0 h 105"/>
                <a:gd name="T4" fmla="*/ 7 w 480"/>
                <a:gd name="T5" fmla="*/ 0 h 105"/>
                <a:gd name="T6" fmla="*/ 0 w 480"/>
                <a:gd name="T7" fmla="*/ 6 h 105"/>
                <a:gd name="T8" fmla="*/ 0 w 480"/>
                <a:gd name="T9" fmla="*/ 98 h 105"/>
                <a:gd name="T10" fmla="*/ 7 w 480"/>
                <a:gd name="T11" fmla="*/ 105 h 105"/>
                <a:gd name="T12" fmla="*/ 473 w 480"/>
                <a:gd name="T13" fmla="*/ 105 h 105"/>
                <a:gd name="T14" fmla="*/ 480 w 480"/>
                <a:gd name="T15" fmla="*/ 98 h 105"/>
                <a:gd name="T16" fmla="*/ 480 w 480"/>
                <a:gd name="T17" fmla="*/ 6 h 105"/>
                <a:gd name="T18" fmla="*/ 473 w 480"/>
                <a:gd name="T19" fmla="*/ 0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5">
                  <a:moveTo>
                    <a:pt x="473" y="0"/>
                  </a:moveTo>
                  <a:lnTo>
                    <a:pt x="473" y="0"/>
                  </a:lnTo>
                  <a:lnTo>
                    <a:pt x="7" y="0"/>
                  </a:lnTo>
                  <a:cubicBezTo>
                    <a:pt x="3" y="0"/>
                    <a:pt x="0" y="3"/>
                    <a:pt x="0" y="6"/>
                  </a:cubicBezTo>
                  <a:lnTo>
                    <a:pt x="0" y="98"/>
                  </a:lnTo>
                  <a:cubicBezTo>
                    <a:pt x="0" y="102"/>
                    <a:pt x="3" y="105"/>
                    <a:pt x="7" y="105"/>
                  </a:cubicBezTo>
                  <a:lnTo>
                    <a:pt x="473" y="105"/>
                  </a:lnTo>
                  <a:cubicBezTo>
                    <a:pt x="477" y="105"/>
                    <a:pt x="480" y="102"/>
                    <a:pt x="480" y="98"/>
                  </a:cubicBezTo>
                  <a:lnTo>
                    <a:pt x="480" y="6"/>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10">
              <a:extLst>
                <a:ext uri="{FF2B5EF4-FFF2-40B4-BE49-F238E27FC236}">
                  <a16:creationId xmlns:a16="http://schemas.microsoft.com/office/drawing/2014/main" id="{324B6403-B8A9-40BF-AB59-E2CE8ECBDC0E}"/>
                </a:ext>
              </a:extLst>
            </p:cNvPr>
            <p:cNvSpPr>
              <a:spLocks/>
            </p:cNvSpPr>
            <p:nvPr userDrawn="1"/>
          </p:nvSpPr>
          <p:spPr bwMode="auto">
            <a:xfrm>
              <a:off x="6888" y="4045"/>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99 h 106"/>
                <a:gd name="T10" fmla="*/ 7 w 480"/>
                <a:gd name="T11" fmla="*/ 106 h 106"/>
                <a:gd name="T12" fmla="*/ 473 w 480"/>
                <a:gd name="T13" fmla="*/ 106 h 106"/>
                <a:gd name="T14" fmla="*/ 480 w 480"/>
                <a:gd name="T15" fmla="*/ 99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99"/>
                  </a:lnTo>
                  <a:cubicBezTo>
                    <a:pt x="0" y="103"/>
                    <a:pt x="3" y="106"/>
                    <a:pt x="7" y="106"/>
                  </a:cubicBezTo>
                  <a:lnTo>
                    <a:pt x="473" y="106"/>
                  </a:lnTo>
                  <a:cubicBezTo>
                    <a:pt x="477" y="106"/>
                    <a:pt x="480" y="103"/>
                    <a:pt x="480" y="99"/>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11">
              <a:extLst>
                <a:ext uri="{FF2B5EF4-FFF2-40B4-BE49-F238E27FC236}">
                  <a16:creationId xmlns:a16="http://schemas.microsoft.com/office/drawing/2014/main" id="{2708DED0-A42D-4765-A9FE-EEA008415148}"/>
                </a:ext>
              </a:extLst>
            </p:cNvPr>
            <p:cNvSpPr>
              <a:spLocks/>
            </p:cNvSpPr>
            <p:nvPr userDrawn="1"/>
          </p:nvSpPr>
          <p:spPr bwMode="auto">
            <a:xfrm>
              <a:off x="6888" y="4116"/>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100 h 106"/>
                <a:gd name="T10" fmla="*/ 7 w 480"/>
                <a:gd name="T11" fmla="*/ 106 h 106"/>
                <a:gd name="T12" fmla="*/ 473 w 480"/>
                <a:gd name="T13" fmla="*/ 106 h 106"/>
                <a:gd name="T14" fmla="*/ 480 w 480"/>
                <a:gd name="T15" fmla="*/ 100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100"/>
                  </a:lnTo>
                  <a:cubicBezTo>
                    <a:pt x="0" y="103"/>
                    <a:pt x="3" y="106"/>
                    <a:pt x="7" y="106"/>
                  </a:cubicBezTo>
                  <a:lnTo>
                    <a:pt x="473" y="106"/>
                  </a:lnTo>
                  <a:cubicBezTo>
                    <a:pt x="477" y="106"/>
                    <a:pt x="480" y="103"/>
                    <a:pt x="480" y="100"/>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3" name="Footer Placeholder 2">
            <a:extLst>
              <a:ext uri="{FF2B5EF4-FFF2-40B4-BE49-F238E27FC236}">
                <a16:creationId xmlns:a16="http://schemas.microsoft.com/office/drawing/2014/main" id="{7190A832-1E4B-5647-8582-2692691A2B3C}"/>
              </a:ext>
            </a:extLst>
          </p:cNvPr>
          <p:cNvSpPr>
            <a:spLocks noGrp="1"/>
          </p:cNvSpPr>
          <p:nvPr>
            <p:ph type="ftr" sz="quarter" idx="11"/>
          </p:nvPr>
        </p:nvSpPr>
        <p:spPr/>
        <p:txBody>
          <a:bodyPr/>
          <a:lstStyle>
            <a:lvl1pPr>
              <a:defRPr>
                <a:solidFill>
                  <a:schemeClr val="bg1">
                    <a:lumMod val="75000"/>
                  </a:schemeClr>
                </a:solidFill>
              </a:defRPr>
            </a:lvl1pPr>
          </a:lstStyle>
          <a:p>
            <a:r>
              <a:rPr lang="en-US" dirty="0"/>
              <a:t>For Internal Use Only. © 2026 AVEVA Group Limited or its subsidiaries. All rights reserved.</a:t>
            </a:r>
            <a:endParaRPr lang="en-GB" dirty="0"/>
          </a:p>
        </p:txBody>
      </p:sp>
      <p:sp>
        <p:nvSpPr>
          <p:cNvPr id="4" name="Slide Number Placeholder 3">
            <a:extLst>
              <a:ext uri="{FF2B5EF4-FFF2-40B4-BE49-F238E27FC236}">
                <a16:creationId xmlns:a16="http://schemas.microsoft.com/office/drawing/2014/main" id="{C23D17E1-7D7C-3D4D-87E7-3B12925D3696}"/>
              </a:ext>
            </a:extLst>
          </p:cNvPr>
          <p:cNvSpPr>
            <a:spLocks noGrp="1"/>
          </p:cNvSpPr>
          <p:nvPr>
            <p:ph type="sldNum" sz="quarter" idx="12"/>
          </p:nvPr>
        </p:nvSpPr>
        <p:spPr/>
        <p:txBody>
          <a:bodyPr/>
          <a:lstStyle>
            <a:lvl1pPr>
              <a:defRPr>
                <a:solidFill>
                  <a:schemeClr val="bg1">
                    <a:lumMod val="75000"/>
                  </a:schemeClr>
                </a:solidFill>
              </a:defRPr>
            </a:lvl1pPr>
          </a:lstStyle>
          <a:p>
            <a:fld id="{267CDB12-45E5-4FD7-AE50-9CB5AFC72BA1}" type="slidenum">
              <a:rPr lang="en-GB" smtClean="0"/>
              <a:pPr/>
              <a:t>‹#›</a:t>
            </a:fld>
            <a:endParaRPr lang="en-GB" dirty="0"/>
          </a:p>
        </p:txBody>
      </p:sp>
      <p:sp>
        <p:nvSpPr>
          <p:cNvPr id="69" name="TextBox 68">
            <a:extLst>
              <a:ext uri="{FF2B5EF4-FFF2-40B4-BE49-F238E27FC236}">
                <a16:creationId xmlns:a16="http://schemas.microsoft.com/office/drawing/2014/main" id="{CB2066EB-B7B1-4A5B-9465-B2E5506DC8DA}"/>
              </a:ext>
            </a:extLst>
          </p:cNvPr>
          <p:cNvSpPr txBox="1"/>
          <p:nvPr userDrawn="1"/>
        </p:nvSpPr>
        <p:spPr>
          <a:xfrm>
            <a:off x="0" y="-338924"/>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grpSp>
        <p:nvGrpSpPr>
          <p:cNvPr id="2" name="Group 1">
            <a:extLst>
              <a:ext uri="{FF2B5EF4-FFF2-40B4-BE49-F238E27FC236}">
                <a16:creationId xmlns:a16="http://schemas.microsoft.com/office/drawing/2014/main" id="{F2BA69F9-A03D-E65B-B361-48C1BCD56B40}"/>
              </a:ext>
            </a:extLst>
          </p:cNvPr>
          <p:cNvGrpSpPr/>
          <p:nvPr userDrawn="1"/>
        </p:nvGrpSpPr>
        <p:grpSpPr>
          <a:xfrm>
            <a:off x="12485568" y="112729"/>
            <a:ext cx="2936672" cy="5883149"/>
            <a:chOff x="12485568" y="112729"/>
            <a:chExt cx="2936672" cy="5883149"/>
          </a:xfrm>
        </p:grpSpPr>
        <p:sp>
          <p:nvSpPr>
            <p:cNvPr id="5" name="Oval 4">
              <a:extLst>
                <a:ext uri="{FF2B5EF4-FFF2-40B4-BE49-F238E27FC236}">
                  <a16:creationId xmlns:a16="http://schemas.microsoft.com/office/drawing/2014/main" id="{5ABF0EBB-5FFA-2902-4C4D-24E4D11B1C1E}"/>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6" name="Oval 5">
              <a:extLst>
                <a:ext uri="{FF2B5EF4-FFF2-40B4-BE49-F238E27FC236}">
                  <a16:creationId xmlns:a16="http://schemas.microsoft.com/office/drawing/2014/main" id="{832DC012-7E75-97BA-B6EA-BE19A9C35057}"/>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7" name="Oval 6">
              <a:extLst>
                <a:ext uri="{FF2B5EF4-FFF2-40B4-BE49-F238E27FC236}">
                  <a16:creationId xmlns:a16="http://schemas.microsoft.com/office/drawing/2014/main" id="{75562A13-1985-486B-05A0-5861A1C879E4}"/>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8" name="Rectangle 7">
              <a:extLst>
                <a:ext uri="{FF2B5EF4-FFF2-40B4-BE49-F238E27FC236}">
                  <a16:creationId xmlns:a16="http://schemas.microsoft.com/office/drawing/2014/main" id="{8739504C-4FDA-C51D-1565-E6750D9E8B39}"/>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18" name="Oval 17">
              <a:extLst>
                <a:ext uri="{FF2B5EF4-FFF2-40B4-BE49-F238E27FC236}">
                  <a16:creationId xmlns:a16="http://schemas.microsoft.com/office/drawing/2014/main" id="{16859F0E-2A57-1F3D-6D45-374AA6851C48}"/>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9" name="Oval 18">
              <a:extLst>
                <a:ext uri="{FF2B5EF4-FFF2-40B4-BE49-F238E27FC236}">
                  <a16:creationId xmlns:a16="http://schemas.microsoft.com/office/drawing/2014/main" id="{941BBCEC-FED8-CDFD-CE5C-0A4EDE9E9099}"/>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0" name="Oval 19">
              <a:extLst>
                <a:ext uri="{FF2B5EF4-FFF2-40B4-BE49-F238E27FC236}">
                  <a16:creationId xmlns:a16="http://schemas.microsoft.com/office/drawing/2014/main" id="{C268D3F0-DA8A-7C19-7E50-A9922F9B709F}"/>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1" name="Oval 20">
              <a:extLst>
                <a:ext uri="{FF2B5EF4-FFF2-40B4-BE49-F238E27FC236}">
                  <a16:creationId xmlns:a16="http://schemas.microsoft.com/office/drawing/2014/main" id="{DCF76C4E-BC52-9D36-7968-69EA1C7A8B51}"/>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22" name="Group 21">
              <a:extLst>
                <a:ext uri="{FF2B5EF4-FFF2-40B4-BE49-F238E27FC236}">
                  <a16:creationId xmlns:a16="http://schemas.microsoft.com/office/drawing/2014/main" id="{412827D2-62E9-77FA-315C-0B8D5568B7F0}"/>
                </a:ext>
              </a:extLst>
            </p:cNvPr>
            <p:cNvGrpSpPr/>
            <p:nvPr userDrawn="1"/>
          </p:nvGrpSpPr>
          <p:grpSpPr>
            <a:xfrm>
              <a:off x="12500773" y="3802778"/>
              <a:ext cx="971741" cy="1940780"/>
              <a:chOff x="12431200" y="2678506"/>
              <a:chExt cx="971741" cy="1940780"/>
            </a:xfrm>
          </p:grpSpPr>
          <p:sp>
            <p:nvSpPr>
              <p:cNvPr id="26" name="Rectangle 25">
                <a:extLst>
                  <a:ext uri="{FF2B5EF4-FFF2-40B4-BE49-F238E27FC236}">
                    <a16:creationId xmlns:a16="http://schemas.microsoft.com/office/drawing/2014/main" id="{51A8A078-A9A5-D176-B7F2-5857C07BB909}"/>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27" name="Oval 26">
                <a:extLst>
                  <a:ext uri="{FF2B5EF4-FFF2-40B4-BE49-F238E27FC236}">
                    <a16:creationId xmlns:a16="http://schemas.microsoft.com/office/drawing/2014/main" id="{1430623E-9A43-DA5A-E8B8-24EAF5B9D237}"/>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8" name="Oval 27">
                <a:extLst>
                  <a:ext uri="{FF2B5EF4-FFF2-40B4-BE49-F238E27FC236}">
                    <a16:creationId xmlns:a16="http://schemas.microsoft.com/office/drawing/2014/main" id="{8E3EE10E-296F-EA39-2A20-77D693437AED}"/>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9" name="Oval 28">
                <a:extLst>
                  <a:ext uri="{FF2B5EF4-FFF2-40B4-BE49-F238E27FC236}">
                    <a16:creationId xmlns:a16="http://schemas.microsoft.com/office/drawing/2014/main" id="{32933A6F-5A8F-306D-A1A8-76C64F6BC3A8}"/>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0" name="Oval 29">
                <a:extLst>
                  <a:ext uri="{FF2B5EF4-FFF2-40B4-BE49-F238E27FC236}">
                    <a16:creationId xmlns:a16="http://schemas.microsoft.com/office/drawing/2014/main" id="{3E4617DE-83A3-57E6-1A01-E9D876D9495B}"/>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1" name="Oval 30">
                <a:extLst>
                  <a:ext uri="{FF2B5EF4-FFF2-40B4-BE49-F238E27FC236}">
                    <a16:creationId xmlns:a16="http://schemas.microsoft.com/office/drawing/2014/main" id="{2C1AF2CF-13A4-EC7A-E456-387AADFC8D72}"/>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2" name="Oval 31">
                <a:extLst>
                  <a:ext uri="{FF2B5EF4-FFF2-40B4-BE49-F238E27FC236}">
                    <a16:creationId xmlns:a16="http://schemas.microsoft.com/office/drawing/2014/main" id="{D0511DA9-3858-4700-56DC-5672A89A1E97}"/>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23" name="TextBox 22">
              <a:extLst>
                <a:ext uri="{FF2B5EF4-FFF2-40B4-BE49-F238E27FC236}">
                  <a16:creationId xmlns:a16="http://schemas.microsoft.com/office/drawing/2014/main" id="{69882935-31FC-83FE-ABE1-053F5330294B}"/>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24" name="Picture 23">
              <a:extLst>
                <a:ext uri="{FF2B5EF4-FFF2-40B4-BE49-F238E27FC236}">
                  <a16:creationId xmlns:a16="http://schemas.microsoft.com/office/drawing/2014/main" id="{219158B6-7AC0-7196-7B93-529EF4DD53FB}"/>
                </a:ext>
              </a:extLst>
            </p:cNvPr>
            <p:cNvPicPr>
              <a:picLocks noChangeAspect="1"/>
            </p:cNvPicPr>
            <p:nvPr userDrawn="1"/>
          </p:nvPicPr>
          <p:blipFill>
            <a:blip r:embed="rId3"/>
            <a:stretch>
              <a:fillRect/>
            </a:stretch>
          </p:blipFill>
          <p:spPr>
            <a:xfrm>
              <a:off x="14012244" y="4384548"/>
              <a:ext cx="1088171" cy="1611330"/>
            </a:xfrm>
            <a:prstGeom prst="rect">
              <a:avLst/>
            </a:prstGeom>
          </p:spPr>
        </p:pic>
        <p:sp>
          <p:nvSpPr>
            <p:cNvPr id="25" name="Rectangle 24">
              <a:extLst>
                <a:ext uri="{FF2B5EF4-FFF2-40B4-BE49-F238E27FC236}">
                  <a16:creationId xmlns:a16="http://schemas.microsoft.com/office/drawing/2014/main" id="{5264A608-D6A0-AC8E-E206-837C3DD22B3B}"/>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5249598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3_Disclaimer -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DC5340D-9095-4617-92BD-21105993139C}"/>
              </a:ext>
            </a:extLst>
          </p:cNvPr>
          <p:cNvSpPr txBox="1"/>
          <p:nvPr userDrawn="1"/>
        </p:nvSpPr>
        <p:spPr>
          <a:xfrm>
            <a:off x="609600" y="3961654"/>
            <a:ext cx="5486400" cy="2096245"/>
          </a:xfrm>
          <a:prstGeom prst="rect">
            <a:avLst/>
          </a:prstGeom>
          <a:noFill/>
        </p:spPr>
        <p:txBody>
          <a:bodyPr wrap="square" lIns="0" tIns="0" rIns="0" bIns="0" rtlCol="0" anchor="b">
            <a:noAutofit/>
          </a:bodyPr>
          <a:lstStyle/>
          <a:p>
            <a:pPr>
              <a:lnSpc>
                <a:spcPts val="1200"/>
              </a:lnSpc>
              <a:spcBef>
                <a:spcPts val="0"/>
              </a:spcBef>
              <a:spcAft>
                <a:spcPts val="600"/>
              </a:spcAft>
            </a:pPr>
            <a:r>
              <a:rPr lang="en-GB" sz="1000" b="0" spc="20" baseline="0" dirty="0">
                <a:solidFill>
                  <a:schemeClr val="tx2"/>
                </a:solidFill>
                <a:latin typeface="+mn-lt"/>
                <a:cs typeface="Calibri" panose="020F0502020204030204" pitchFamily="34" charset="0"/>
              </a:rPr>
              <a:t>This presentation may include predictions, estimates, intentions, beliefs and other statements that are or may be construed as being forward-looking. While these forward-looking statements represent our current judgment on what the future holds, they are subject to risks and uncertainties that could result in actual outcomes differing materially from those projected in these statements. No statement contained herein constitutes a commitment by AVEVA to perform any particular action or to deliver any particular product or product features. Readers are cautioned not to place undue reliance on these forward-looking statements, which reflect our opinions only as of the date of this presentation.  </a:t>
            </a:r>
          </a:p>
          <a:p>
            <a:pPr>
              <a:lnSpc>
                <a:spcPts val="1200"/>
              </a:lnSpc>
              <a:spcBef>
                <a:spcPts val="0"/>
              </a:spcBef>
              <a:spcAft>
                <a:spcPts val="600"/>
              </a:spcAft>
            </a:pPr>
            <a:r>
              <a:rPr lang="en-GB" sz="1000" b="0" spc="20" baseline="0" dirty="0">
                <a:solidFill>
                  <a:schemeClr val="tx2"/>
                </a:solidFill>
                <a:latin typeface="+mn-lt"/>
                <a:cs typeface="Calibri" panose="020F0502020204030204" pitchFamily="34" charset="0"/>
              </a:rPr>
              <a:t>The Company shall not be obliged to disclose any revision to these forward-looking statements to reflect events or circumstances occurring after the date on which they are made or to reflect the occurrence of future events.</a:t>
            </a:r>
          </a:p>
        </p:txBody>
      </p:sp>
      <p:grpSp>
        <p:nvGrpSpPr>
          <p:cNvPr id="9" name="Group 4">
            <a:extLst>
              <a:ext uri="{FF2B5EF4-FFF2-40B4-BE49-F238E27FC236}">
                <a16:creationId xmlns:a16="http://schemas.microsoft.com/office/drawing/2014/main" id="{4E430D5E-CCB7-441B-A9C8-D0BBF49F95EA}"/>
              </a:ext>
            </a:extLst>
          </p:cNvPr>
          <p:cNvGrpSpPr>
            <a:grpSpLocks noChangeAspect="1"/>
          </p:cNvGrpSpPr>
          <p:nvPr userDrawn="1"/>
        </p:nvGrpSpPr>
        <p:grpSpPr bwMode="auto">
          <a:xfrm>
            <a:off x="10421934" y="6308714"/>
            <a:ext cx="1162049" cy="266699"/>
            <a:chOff x="6565" y="3974"/>
            <a:chExt cx="732" cy="168"/>
          </a:xfrm>
          <a:solidFill>
            <a:schemeClr val="tx2"/>
          </a:solidFill>
        </p:grpSpPr>
        <p:sp>
          <p:nvSpPr>
            <p:cNvPr id="10" name="Freeform 5">
              <a:extLst>
                <a:ext uri="{FF2B5EF4-FFF2-40B4-BE49-F238E27FC236}">
                  <a16:creationId xmlns:a16="http://schemas.microsoft.com/office/drawing/2014/main" id="{059B3F35-46A5-4575-8F16-117325A6EA7C}"/>
                </a:ext>
              </a:extLst>
            </p:cNvPr>
            <p:cNvSpPr>
              <a:spLocks/>
            </p:cNvSpPr>
            <p:nvPr userDrawn="1"/>
          </p:nvSpPr>
          <p:spPr bwMode="auto">
            <a:xfrm>
              <a:off x="6718" y="3974"/>
              <a:ext cx="146" cy="168"/>
            </a:xfrm>
            <a:custGeom>
              <a:avLst/>
              <a:gdLst>
                <a:gd name="T0" fmla="*/ 626 w 634"/>
                <a:gd name="T1" fmla="*/ 0 h 725"/>
                <a:gd name="T2" fmla="*/ 626 w 634"/>
                <a:gd name="T3" fmla="*/ 0 h 725"/>
                <a:gd name="T4" fmla="*/ 527 w 634"/>
                <a:gd name="T5" fmla="*/ 0 h 725"/>
                <a:gd name="T6" fmla="*/ 519 w 634"/>
                <a:gd name="T7" fmla="*/ 6 h 725"/>
                <a:gd name="T8" fmla="*/ 326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1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4" y="0"/>
                    <a:pt x="520" y="2"/>
                    <a:pt x="519" y="6"/>
                  </a:cubicBezTo>
                  <a:lnTo>
                    <a:pt x="326" y="456"/>
                  </a:lnTo>
                  <a:cubicBezTo>
                    <a:pt x="323" y="462"/>
                    <a:pt x="313" y="462"/>
                    <a:pt x="310" y="456"/>
                  </a:cubicBezTo>
                  <a:lnTo>
                    <a:pt x="117" y="6"/>
                  </a:lnTo>
                  <a:cubicBezTo>
                    <a:pt x="116" y="2"/>
                    <a:pt x="112" y="0"/>
                    <a:pt x="108" y="0"/>
                  </a:cubicBezTo>
                  <a:lnTo>
                    <a:pt x="9" y="0"/>
                  </a:lnTo>
                  <a:cubicBezTo>
                    <a:pt x="4" y="0"/>
                    <a:pt x="0" y="5"/>
                    <a:pt x="2" y="9"/>
                  </a:cubicBezTo>
                  <a:lnTo>
                    <a:pt x="311"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 name="Freeform 6">
              <a:extLst>
                <a:ext uri="{FF2B5EF4-FFF2-40B4-BE49-F238E27FC236}">
                  <a16:creationId xmlns:a16="http://schemas.microsoft.com/office/drawing/2014/main" id="{22A7D44C-C726-4110-B828-429688FC650D}"/>
                </a:ext>
              </a:extLst>
            </p:cNvPr>
            <p:cNvSpPr>
              <a:spLocks noEditPoints="1"/>
            </p:cNvSpPr>
            <p:nvPr userDrawn="1"/>
          </p:nvSpPr>
          <p:spPr bwMode="auto">
            <a:xfrm>
              <a:off x="6565" y="3974"/>
              <a:ext cx="170" cy="168"/>
            </a:xfrm>
            <a:custGeom>
              <a:avLst/>
              <a:gdLst>
                <a:gd name="T0" fmla="*/ 326 w 736"/>
                <a:gd name="T1" fmla="*/ 466 h 724"/>
                <a:gd name="T2" fmla="*/ 326 w 736"/>
                <a:gd name="T3" fmla="*/ 466 h 724"/>
                <a:gd name="T4" fmla="*/ 411 w 736"/>
                <a:gd name="T5" fmla="*/ 268 h 724"/>
                <a:gd name="T6" fmla="*/ 426 w 736"/>
                <a:gd name="T7" fmla="*/ 268 h 724"/>
                <a:gd name="T8" fmla="*/ 511 w 736"/>
                <a:gd name="T9" fmla="*/ 466 h 724"/>
                <a:gd name="T10" fmla="*/ 326 w 736"/>
                <a:gd name="T11" fmla="*/ 466 h 724"/>
                <a:gd name="T12" fmla="*/ 426 w 736"/>
                <a:gd name="T13" fmla="*/ 6 h 724"/>
                <a:gd name="T14" fmla="*/ 426 w 736"/>
                <a:gd name="T15" fmla="*/ 6 h 724"/>
                <a:gd name="T16" fmla="*/ 409 w 736"/>
                <a:gd name="T17" fmla="*/ 6 h 724"/>
                <a:gd name="T18" fmla="*/ 211 w 736"/>
                <a:gd name="T19" fmla="*/ 466 h 724"/>
                <a:gd name="T20" fmla="*/ 7 w 736"/>
                <a:gd name="T21" fmla="*/ 466 h 724"/>
                <a:gd name="T22" fmla="*/ 1 w 736"/>
                <a:gd name="T23" fmla="*/ 475 h 724"/>
                <a:gd name="T24" fmla="*/ 40 w 736"/>
                <a:gd name="T25" fmla="*/ 560 h 724"/>
                <a:gd name="T26" fmla="*/ 53 w 736"/>
                <a:gd name="T27" fmla="*/ 569 h 724"/>
                <a:gd name="T28" fmla="*/ 167 w 736"/>
                <a:gd name="T29" fmla="*/ 569 h 724"/>
                <a:gd name="T30" fmla="*/ 104 w 736"/>
                <a:gd name="T31" fmla="*/ 715 h 724"/>
                <a:gd name="T32" fmla="*/ 111 w 736"/>
                <a:gd name="T33" fmla="*/ 724 h 724"/>
                <a:gd name="T34" fmla="*/ 209 w 736"/>
                <a:gd name="T35" fmla="*/ 724 h 724"/>
                <a:gd name="T36" fmla="*/ 218 w 736"/>
                <a:gd name="T37" fmla="*/ 719 h 724"/>
                <a:gd name="T38" fmla="*/ 282 w 736"/>
                <a:gd name="T39" fmla="*/ 569 h 724"/>
                <a:gd name="T40" fmla="*/ 555 w 736"/>
                <a:gd name="T41" fmla="*/ 569 h 724"/>
                <a:gd name="T42" fmla="*/ 619 w 736"/>
                <a:gd name="T43" fmla="*/ 719 h 724"/>
                <a:gd name="T44" fmla="*/ 628 w 736"/>
                <a:gd name="T45" fmla="*/ 724 h 724"/>
                <a:gd name="T46" fmla="*/ 727 w 736"/>
                <a:gd name="T47" fmla="*/ 724 h 724"/>
                <a:gd name="T48" fmla="*/ 734 w 736"/>
                <a:gd name="T49" fmla="*/ 715 h 724"/>
                <a:gd name="T50" fmla="*/ 426 w 736"/>
                <a:gd name="T51"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36" h="724">
                  <a:moveTo>
                    <a:pt x="326" y="466"/>
                  </a:moveTo>
                  <a:lnTo>
                    <a:pt x="326" y="466"/>
                  </a:lnTo>
                  <a:lnTo>
                    <a:pt x="411" y="268"/>
                  </a:lnTo>
                  <a:cubicBezTo>
                    <a:pt x="414" y="261"/>
                    <a:pt x="423" y="261"/>
                    <a:pt x="426" y="268"/>
                  </a:cubicBezTo>
                  <a:lnTo>
                    <a:pt x="511" y="466"/>
                  </a:lnTo>
                  <a:lnTo>
                    <a:pt x="326" y="466"/>
                  </a:lnTo>
                  <a:close/>
                  <a:moveTo>
                    <a:pt x="426" y="6"/>
                  </a:moveTo>
                  <a:lnTo>
                    <a:pt x="426" y="6"/>
                  </a:lnTo>
                  <a:cubicBezTo>
                    <a:pt x="423" y="0"/>
                    <a:pt x="412" y="0"/>
                    <a:pt x="409" y="6"/>
                  </a:cubicBezTo>
                  <a:lnTo>
                    <a:pt x="211" y="466"/>
                  </a:lnTo>
                  <a:lnTo>
                    <a:pt x="7" y="466"/>
                  </a:lnTo>
                  <a:cubicBezTo>
                    <a:pt x="2" y="466"/>
                    <a:pt x="0" y="471"/>
                    <a:pt x="1" y="475"/>
                  </a:cubicBezTo>
                  <a:lnTo>
                    <a:pt x="40" y="560"/>
                  </a:lnTo>
                  <a:cubicBezTo>
                    <a:pt x="42" y="566"/>
                    <a:pt x="47" y="569"/>
                    <a:pt x="53" y="569"/>
                  </a:cubicBezTo>
                  <a:lnTo>
                    <a:pt x="167" y="569"/>
                  </a:lnTo>
                  <a:lnTo>
                    <a:pt x="104" y="715"/>
                  </a:lnTo>
                  <a:cubicBezTo>
                    <a:pt x="102" y="719"/>
                    <a:pt x="106" y="724"/>
                    <a:pt x="111" y="724"/>
                  </a:cubicBezTo>
                  <a:lnTo>
                    <a:pt x="209" y="724"/>
                  </a:lnTo>
                  <a:cubicBezTo>
                    <a:pt x="213" y="724"/>
                    <a:pt x="216" y="722"/>
                    <a:pt x="218" y="719"/>
                  </a:cubicBezTo>
                  <a:lnTo>
                    <a:pt x="282" y="569"/>
                  </a:lnTo>
                  <a:lnTo>
                    <a:pt x="555" y="569"/>
                  </a:lnTo>
                  <a:lnTo>
                    <a:pt x="619" y="719"/>
                  </a:lnTo>
                  <a:cubicBezTo>
                    <a:pt x="621" y="722"/>
                    <a:pt x="624" y="724"/>
                    <a:pt x="628" y="724"/>
                  </a:cubicBezTo>
                  <a:lnTo>
                    <a:pt x="727" y="724"/>
                  </a:lnTo>
                  <a:cubicBezTo>
                    <a:pt x="732" y="724"/>
                    <a:pt x="736" y="719"/>
                    <a:pt x="734" y="715"/>
                  </a:cubicBezTo>
                  <a:lnTo>
                    <a:pt x="426"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7">
              <a:extLst>
                <a:ext uri="{FF2B5EF4-FFF2-40B4-BE49-F238E27FC236}">
                  <a16:creationId xmlns:a16="http://schemas.microsoft.com/office/drawing/2014/main" id="{C7C11F05-F5D7-4FED-8F6E-8B13EB21E401}"/>
                </a:ext>
              </a:extLst>
            </p:cNvPr>
            <p:cNvSpPr>
              <a:spLocks/>
            </p:cNvSpPr>
            <p:nvPr userDrawn="1"/>
          </p:nvSpPr>
          <p:spPr bwMode="auto">
            <a:xfrm>
              <a:off x="7022" y="3974"/>
              <a:ext cx="146" cy="168"/>
            </a:xfrm>
            <a:custGeom>
              <a:avLst/>
              <a:gdLst>
                <a:gd name="T0" fmla="*/ 626 w 634"/>
                <a:gd name="T1" fmla="*/ 0 h 725"/>
                <a:gd name="T2" fmla="*/ 626 w 634"/>
                <a:gd name="T3" fmla="*/ 0 h 725"/>
                <a:gd name="T4" fmla="*/ 527 w 634"/>
                <a:gd name="T5" fmla="*/ 0 h 725"/>
                <a:gd name="T6" fmla="*/ 519 w 634"/>
                <a:gd name="T7" fmla="*/ 6 h 725"/>
                <a:gd name="T8" fmla="*/ 325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0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3" y="0"/>
                    <a:pt x="520" y="2"/>
                    <a:pt x="519" y="6"/>
                  </a:cubicBezTo>
                  <a:lnTo>
                    <a:pt x="325" y="456"/>
                  </a:lnTo>
                  <a:cubicBezTo>
                    <a:pt x="323" y="462"/>
                    <a:pt x="313" y="462"/>
                    <a:pt x="310" y="456"/>
                  </a:cubicBezTo>
                  <a:lnTo>
                    <a:pt x="117" y="6"/>
                  </a:lnTo>
                  <a:cubicBezTo>
                    <a:pt x="115" y="2"/>
                    <a:pt x="112" y="0"/>
                    <a:pt x="108" y="0"/>
                  </a:cubicBezTo>
                  <a:lnTo>
                    <a:pt x="9" y="0"/>
                  </a:lnTo>
                  <a:cubicBezTo>
                    <a:pt x="4" y="0"/>
                    <a:pt x="0" y="5"/>
                    <a:pt x="2" y="9"/>
                  </a:cubicBezTo>
                  <a:lnTo>
                    <a:pt x="310"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8">
              <a:extLst>
                <a:ext uri="{FF2B5EF4-FFF2-40B4-BE49-F238E27FC236}">
                  <a16:creationId xmlns:a16="http://schemas.microsoft.com/office/drawing/2014/main" id="{4B55EE27-3860-4009-9822-4097D4DEB483}"/>
                </a:ext>
              </a:extLst>
            </p:cNvPr>
            <p:cNvSpPr>
              <a:spLocks noEditPoints="1"/>
            </p:cNvSpPr>
            <p:nvPr userDrawn="1"/>
          </p:nvSpPr>
          <p:spPr bwMode="auto">
            <a:xfrm>
              <a:off x="7151" y="3974"/>
              <a:ext cx="146" cy="168"/>
            </a:xfrm>
            <a:custGeom>
              <a:avLst/>
              <a:gdLst>
                <a:gd name="T0" fmla="*/ 223 w 633"/>
                <a:gd name="T1" fmla="*/ 466 h 724"/>
                <a:gd name="T2" fmla="*/ 223 w 633"/>
                <a:gd name="T3" fmla="*/ 466 h 724"/>
                <a:gd name="T4" fmla="*/ 308 w 633"/>
                <a:gd name="T5" fmla="*/ 268 h 724"/>
                <a:gd name="T6" fmla="*/ 324 w 633"/>
                <a:gd name="T7" fmla="*/ 268 h 724"/>
                <a:gd name="T8" fmla="*/ 409 w 633"/>
                <a:gd name="T9" fmla="*/ 466 h 724"/>
                <a:gd name="T10" fmla="*/ 223 w 633"/>
                <a:gd name="T11" fmla="*/ 466 h 724"/>
                <a:gd name="T12" fmla="*/ 323 w 633"/>
                <a:gd name="T13" fmla="*/ 6 h 724"/>
                <a:gd name="T14" fmla="*/ 323 w 633"/>
                <a:gd name="T15" fmla="*/ 6 h 724"/>
                <a:gd name="T16" fmla="*/ 307 w 633"/>
                <a:gd name="T17" fmla="*/ 6 h 724"/>
                <a:gd name="T18" fmla="*/ 2 w 633"/>
                <a:gd name="T19" fmla="*/ 715 h 724"/>
                <a:gd name="T20" fmla="*/ 8 w 633"/>
                <a:gd name="T21" fmla="*/ 724 h 724"/>
                <a:gd name="T22" fmla="*/ 107 w 633"/>
                <a:gd name="T23" fmla="*/ 724 h 724"/>
                <a:gd name="T24" fmla="*/ 115 w 633"/>
                <a:gd name="T25" fmla="*/ 719 h 724"/>
                <a:gd name="T26" fmla="*/ 179 w 633"/>
                <a:gd name="T27" fmla="*/ 569 h 724"/>
                <a:gd name="T28" fmla="*/ 453 w 633"/>
                <a:gd name="T29" fmla="*/ 569 h 724"/>
                <a:gd name="T30" fmla="*/ 517 w 633"/>
                <a:gd name="T31" fmla="*/ 719 h 724"/>
                <a:gd name="T32" fmla="*/ 525 w 633"/>
                <a:gd name="T33" fmla="*/ 724 h 724"/>
                <a:gd name="T34" fmla="*/ 625 w 633"/>
                <a:gd name="T35" fmla="*/ 724 h 724"/>
                <a:gd name="T36" fmla="*/ 631 w 633"/>
                <a:gd name="T37" fmla="*/ 715 h 724"/>
                <a:gd name="T38" fmla="*/ 323 w 633"/>
                <a:gd name="T39"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3" h="724">
                  <a:moveTo>
                    <a:pt x="223" y="466"/>
                  </a:moveTo>
                  <a:lnTo>
                    <a:pt x="223" y="466"/>
                  </a:lnTo>
                  <a:lnTo>
                    <a:pt x="308" y="268"/>
                  </a:lnTo>
                  <a:cubicBezTo>
                    <a:pt x="311" y="261"/>
                    <a:pt x="321" y="261"/>
                    <a:pt x="324" y="268"/>
                  </a:cubicBezTo>
                  <a:lnTo>
                    <a:pt x="409" y="466"/>
                  </a:lnTo>
                  <a:lnTo>
                    <a:pt x="223" y="466"/>
                  </a:lnTo>
                  <a:close/>
                  <a:moveTo>
                    <a:pt x="323" y="6"/>
                  </a:moveTo>
                  <a:lnTo>
                    <a:pt x="323" y="6"/>
                  </a:lnTo>
                  <a:cubicBezTo>
                    <a:pt x="320" y="0"/>
                    <a:pt x="310" y="0"/>
                    <a:pt x="307" y="6"/>
                  </a:cubicBezTo>
                  <a:lnTo>
                    <a:pt x="2" y="715"/>
                  </a:lnTo>
                  <a:cubicBezTo>
                    <a:pt x="0" y="719"/>
                    <a:pt x="3" y="724"/>
                    <a:pt x="8" y="724"/>
                  </a:cubicBezTo>
                  <a:lnTo>
                    <a:pt x="107" y="724"/>
                  </a:lnTo>
                  <a:cubicBezTo>
                    <a:pt x="110" y="724"/>
                    <a:pt x="114" y="722"/>
                    <a:pt x="115" y="719"/>
                  </a:cubicBezTo>
                  <a:lnTo>
                    <a:pt x="179" y="569"/>
                  </a:lnTo>
                  <a:lnTo>
                    <a:pt x="453" y="569"/>
                  </a:lnTo>
                  <a:lnTo>
                    <a:pt x="517" y="719"/>
                  </a:lnTo>
                  <a:cubicBezTo>
                    <a:pt x="518" y="722"/>
                    <a:pt x="522" y="724"/>
                    <a:pt x="525" y="724"/>
                  </a:cubicBezTo>
                  <a:lnTo>
                    <a:pt x="625" y="724"/>
                  </a:lnTo>
                  <a:cubicBezTo>
                    <a:pt x="630" y="724"/>
                    <a:pt x="633" y="719"/>
                    <a:pt x="631" y="715"/>
                  </a:cubicBezTo>
                  <a:lnTo>
                    <a:pt x="323"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9">
              <a:extLst>
                <a:ext uri="{FF2B5EF4-FFF2-40B4-BE49-F238E27FC236}">
                  <a16:creationId xmlns:a16="http://schemas.microsoft.com/office/drawing/2014/main" id="{9647647E-E072-42D0-8327-BA9998BDB61A}"/>
                </a:ext>
              </a:extLst>
            </p:cNvPr>
            <p:cNvSpPr>
              <a:spLocks/>
            </p:cNvSpPr>
            <p:nvPr userDrawn="1"/>
          </p:nvSpPr>
          <p:spPr bwMode="auto">
            <a:xfrm>
              <a:off x="6888" y="3974"/>
              <a:ext cx="111" cy="24"/>
            </a:xfrm>
            <a:custGeom>
              <a:avLst/>
              <a:gdLst>
                <a:gd name="T0" fmla="*/ 473 w 480"/>
                <a:gd name="T1" fmla="*/ 0 h 105"/>
                <a:gd name="T2" fmla="*/ 473 w 480"/>
                <a:gd name="T3" fmla="*/ 0 h 105"/>
                <a:gd name="T4" fmla="*/ 7 w 480"/>
                <a:gd name="T5" fmla="*/ 0 h 105"/>
                <a:gd name="T6" fmla="*/ 0 w 480"/>
                <a:gd name="T7" fmla="*/ 6 h 105"/>
                <a:gd name="T8" fmla="*/ 0 w 480"/>
                <a:gd name="T9" fmla="*/ 98 h 105"/>
                <a:gd name="T10" fmla="*/ 7 w 480"/>
                <a:gd name="T11" fmla="*/ 105 h 105"/>
                <a:gd name="T12" fmla="*/ 473 w 480"/>
                <a:gd name="T13" fmla="*/ 105 h 105"/>
                <a:gd name="T14" fmla="*/ 480 w 480"/>
                <a:gd name="T15" fmla="*/ 98 h 105"/>
                <a:gd name="T16" fmla="*/ 480 w 480"/>
                <a:gd name="T17" fmla="*/ 6 h 105"/>
                <a:gd name="T18" fmla="*/ 473 w 480"/>
                <a:gd name="T19" fmla="*/ 0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5">
                  <a:moveTo>
                    <a:pt x="473" y="0"/>
                  </a:moveTo>
                  <a:lnTo>
                    <a:pt x="473" y="0"/>
                  </a:lnTo>
                  <a:lnTo>
                    <a:pt x="7" y="0"/>
                  </a:lnTo>
                  <a:cubicBezTo>
                    <a:pt x="3" y="0"/>
                    <a:pt x="0" y="3"/>
                    <a:pt x="0" y="6"/>
                  </a:cubicBezTo>
                  <a:lnTo>
                    <a:pt x="0" y="98"/>
                  </a:lnTo>
                  <a:cubicBezTo>
                    <a:pt x="0" y="102"/>
                    <a:pt x="3" y="105"/>
                    <a:pt x="7" y="105"/>
                  </a:cubicBezTo>
                  <a:lnTo>
                    <a:pt x="473" y="105"/>
                  </a:lnTo>
                  <a:cubicBezTo>
                    <a:pt x="477" y="105"/>
                    <a:pt x="480" y="102"/>
                    <a:pt x="480" y="98"/>
                  </a:cubicBezTo>
                  <a:lnTo>
                    <a:pt x="480" y="6"/>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10">
              <a:extLst>
                <a:ext uri="{FF2B5EF4-FFF2-40B4-BE49-F238E27FC236}">
                  <a16:creationId xmlns:a16="http://schemas.microsoft.com/office/drawing/2014/main" id="{324B6403-B8A9-40BF-AB59-E2CE8ECBDC0E}"/>
                </a:ext>
              </a:extLst>
            </p:cNvPr>
            <p:cNvSpPr>
              <a:spLocks/>
            </p:cNvSpPr>
            <p:nvPr userDrawn="1"/>
          </p:nvSpPr>
          <p:spPr bwMode="auto">
            <a:xfrm>
              <a:off x="6888" y="4045"/>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99 h 106"/>
                <a:gd name="T10" fmla="*/ 7 w 480"/>
                <a:gd name="T11" fmla="*/ 106 h 106"/>
                <a:gd name="T12" fmla="*/ 473 w 480"/>
                <a:gd name="T13" fmla="*/ 106 h 106"/>
                <a:gd name="T14" fmla="*/ 480 w 480"/>
                <a:gd name="T15" fmla="*/ 99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99"/>
                  </a:lnTo>
                  <a:cubicBezTo>
                    <a:pt x="0" y="103"/>
                    <a:pt x="3" y="106"/>
                    <a:pt x="7" y="106"/>
                  </a:cubicBezTo>
                  <a:lnTo>
                    <a:pt x="473" y="106"/>
                  </a:lnTo>
                  <a:cubicBezTo>
                    <a:pt x="477" y="106"/>
                    <a:pt x="480" y="103"/>
                    <a:pt x="480" y="99"/>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11">
              <a:extLst>
                <a:ext uri="{FF2B5EF4-FFF2-40B4-BE49-F238E27FC236}">
                  <a16:creationId xmlns:a16="http://schemas.microsoft.com/office/drawing/2014/main" id="{2708DED0-A42D-4765-A9FE-EEA008415148}"/>
                </a:ext>
              </a:extLst>
            </p:cNvPr>
            <p:cNvSpPr>
              <a:spLocks/>
            </p:cNvSpPr>
            <p:nvPr userDrawn="1"/>
          </p:nvSpPr>
          <p:spPr bwMode="auto">
            <a:xfrm>
              <a:off x="6888" y="4116"/>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100 h 106"/>
                <a:gd name="T10" fmla="*/ 7 w 480"/>
                <a:gd name="T11" fmla="*/ 106 h 106"/>
                <a:gd name="T12" fmla="*/ 473 w 480"/>
                <a:gd name="T13" fmla="*/ 106 h 106"/>
                <a:gd name="T14" fmla="*/ 480 w 480"/>
                <a:gd name="T15" fmla="*/ 100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100"/>
                  </a:lnTo>
                  <a:cubicBezTo>
                    <a:pt x="0" y="103"/>
                    <a:pt x="3" y="106"/>
                    <a:pt x="7" y="106"/>
                  </a:cubicBezTo>
                  <a:lnTo>
                    <a:pt x="473" y="106"/>
                  </a:lnTo>
                  <a:cubicBezTo>
                    <a:pt x="477" y="106"/>
                    <a:pt x="480" y="103"/>
                    <a:pt x="480" y="100"/>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3" name="Footer Placeholder 2">
            <a:extLst>
              <a:ext uri="{FF2B5EF4-FFF2-40B4-BE49-F238E27FC236}">
                <a16:creationId xmlns:a16="http://schemas.microsoft.com/office/drawing/2014/main" id="{7190A832-1E4B-5647-8582-2692691A2B3C}"/>
              </a:ext>
            </a:extLst>
          </p:cNvPr>
          <p:cNvSpPr>
            <a:spLocks noGrp="1"/>
          </p:cNvSpPr>
          <p:nvPr>
            <p:ph type="ftr" sz="quarter" idx="11"/>
          </p:nvPr>
        </p:nvSpPr>
        <p:spPr/>
        <p:txBody>
          <a:bodyPr/>
          <a:lstStyle/>
          <a:p>
            <a:r>
              <a:rPr lang="en-US" dirty="0"/>
              <a:t>For Internal Use Only. © 2026 AVEVA Group Limited or its subsidiaries. All rights reserved.</a:t>
            </a:r>
            <a:endParaRPr lang="en-GB" dirty="0"/>
          </a:p>
        </p:txBody>
      </p:sp>
      <p:sp>
        <p:nvSpPr>
          <p:cNvPr id="4" name="Slide Number Placeholder 3">
            <a:extLst>
              <a:ext uri="{FF2B5EF4-FFF2-40B4-BE49-F238E27FC236}">
                <a16:creationId xmlns:a16="http://schemas.microsoft.com/office/drawing/2014/main" id="{C23D17E1-7D7C-3D4D-87E7-3B12925D3696}"/>
              </a:ext>
            </a:extLst>
          </p:cNvPr>
          <p:cNvSpPr>
            <a:spLocks noGrp="1"/>
          </p:cNvSpPr>
          <p:nvPr>
            <p:ph type="sldNum" sz="quarter" idx="12"/>
          </p:nvPr>
        </p:nvSpPr>
        <p:spPr/>
        <p:txBody>
          <a:bodyPr/>
          <a:lstStyle/>
          <a:p>
            <a:fld id="{267CDB12-45E5-4FD7-AE50-9CB5AFC72BA1}" type="slidenum">
              <a:rPr lang="en-GB" smtClean="0"/>
              <a:pPr/>
              <a:t>‹#›</a:t>
            </a:fld>
            <a:endParaRPr lang="en-GB" dirty="0"/>
          </a:p>
        </p:txBody>
      </p:sp>
      <p:sp>
        <p:nvSpPr>
          <p:cNvPr id="69" name="TextBox 68">
            <a:extLst>
              <a:ext uri="{FF2B5EF4-FFF2-40B4-BE49-F238E27FC236}">
                <a16:creationId xmlns:a16="http://schemas.microsoft.com/office/drawing/2014/main" id="{CB2066EB-B7B1-4A5B-9465-B2E5506DC8DA}"/>
              </a:ext>
            </a:extLst>
          </p:cNvPr>
          <p:cNvSpPr txBox="1"/>
          <p:nvPr userDrawn="1"/>
        </p:nvSpPr>
        <p:spPr>
          <a:xfrm>
            <a:off x="0" y="-338924"/>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grpSp>
        <p:nvGrpSpPr>
          <p:cNvPr id="2" name="Group 1">
            <a:extLst>
              <a:ext uri="{FF2B5EF4-FFF2-40B4-BE49-F238E27FC236}">
                <a16:creationId xmlns:a16="http://schemas.microsoft.com/office/drawing/2014/main" id="{4084DFC2-D3CE-F370-56FC-4806915DD8D4}"/>
              </a:ext>
            </a:extLst>
          </p:cNvPr>
          <p:cNvGrpSpPr/>
          <p:nvPr userDrawn="1"/>
        </p:nvGrpSpPr>
        <p:grpSpPr>
          <a:xfrm>
            <a:off x="12485568" y="112729"/>
            <a:ext cx="2936672" cy="5883149"/>
            <a:chOff x="12485568" y="112729"/>
            <a:chExt cx="2936672" cy="5883149"/>
          </a:xfrm>
        </p:grpSpPr>
        <p:sp>
          <p:nvSpPr>
            <p:cNvPr id="5" name="Oval 4">
              <a:extLst>
                <a:ext uri="{FF2B5EF4-FFF2-40B4-BE49-F238E27FC236}">
                  <a16:creationId xmlns:a16="http://schemas.microsoft.com/office/drawing/2014/main" id="{1E03D554-5A95-AA43-7980-D8359E5C01BD}"/>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6" name="Oval 5">
              <a:extLst>
                <a:ext uri="{FF2B5EF4-FFF2-40B4-BE49-F238E27FC236}">
                  <a16:creationId xmlns:a16="http://schemas.microsoft.com/office/drawing/2014/main" id="{17B0A92B-D7E9-1C66-7AC0-9D7B18FA7228}"/>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7" name="Oval 6">
              <a:extLst>
                <a:ext uri="{FF2B5EF4-FFF2-40B4-BE49-F238E27FC236}">
                  <a16:creationId xmlns:a16="http://schemas.microsoft.com/office/drawing/2014/main" id="{87FE758D-6038-8930-59F1-4F2FC50E5277}"/>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8" name="Rectangle 7">
              <a:extLst>
                <a:ext uri="{FF2B5EF4-FFF2-40B4-BE49-F238E27FC236}">
                  <a16:creationId xmlns:a16="http://schemas.microsoft.com/office/drawing/2014/main" id="{B81E5702-DB34-3FAD-55CD-B36A670037AC}"/>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18" name="Oval 17">
              <a:extLst>
                <a:ext uri="{FF2B5EF4-FFF2-40B4-BE49-F238E27FC236}">
                  <a16:creationId xmlns:a16="http://schemas.microsoft.com/office/drawing/2014/main" id="{099CE05B-9640-301C-C7AA-E946FE89B989}"/>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9" name="Oval 18">
              <a:extLst>
                <a:ext uri="{FF2B5EF4-FFF2-40B4-BE49-F238E27FC236}">
                  <a16:creationId xmlns:a16="http://schemas.microsoft.com/office/drawing/2014/main" id="{236F9878-2621-E6CA-A364-AB1AAEDA80AC}"/>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0" name="Oval 19">
              <a:extLst>
                <a:ext uri="{FF2B5EF4-FFF2-40B4-BE49-F238E27FC236}">
                  <a16:creationId xmlns:a16="http://schemas.microsoft.com/office/drawing/2014/main" id="{B971C6E2-E8F5-094C-5693-259ED6BE80F4}"/>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1" name="Oval 20">
              <a:extLst>
                <a:ext uri="{FF2B5EF4-FFF2-40B4-BE49-F238E27FC236}">
                  <a16:creationId xmlns:a16="http://schemas.microsoft.com/office/drawing/2014/main" id="{C752D7FA-9215-71E2-94A6-291917DD21C6}"/>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22" name="Group 21">
              <a:extLst>
                <a:ext uri="{FF2B5EF4-FFF2-40B4-BE49-F238E27FC236}">
                  <a16:creationId xmlns:a16="http://schemas.microsoft.com/office/drawing/2014/main" id="{7C1B3601-AD0F-CA72-F7DD-F77AF7C8B385}"/>
                </a:ext>
              </a:extLst>
            </p:cNvPr>
            <p:cNvGrpSpPr/>
            <p:nvPr userDrawn="1"/>
          </p:nvGrpSpPr>
          <p:grpSpPr>
            <a:xfrm>
              <a:off x="12500773" y="3802778"/>
              <a:ext cx="971741" cy="1940780"/>
              <a:chOff x="12431200" y="2678506"/>
              <a:chExt cx="971741" cy="1940780"/>
            </a:xfrm>
          </p:grpSpPr>
          <p:sp>
            <p:nvSpPr>
              <p:cNvPr id="26" name="Rectangle 25">
                <a:extLst>
                  <a:ext uri="{FF2B5EF4-FFF2-40B4-BE49-F238E27FC236}">
                    <a16:creationId xmlns:a16="http://schemas.microsoft.com/office/drawing/2014/main" id="{C1995DC4-B575-1C8C-1504-F33CE11F8649}"/>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27" name="Oval 26">
                <a:extLst>
                  <a:ext uri="{FF2B5EF4-FFF2-40B4-BE49-F238E27FC236}">
                    <a16:creationId xmlns:a16="http://schemas.microsoft.com/office/drawing/2014/main" id="{03295F74-BB42-9F12-00A3-95E223AFD1CF}"/>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8" name="Oval 27">
                <a:extLst>
                  <a:ext uri="{FF2B5EF4-FFF2-40B4-BE49-F238E27FC236}">
                    <a16:creationId xmlns:a16="http://schemas.microsoft.com/office/drawing/2014/main" id="{6E665CD5-2D2B-4E34-CFC9-7283C736734B}"/>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9" name="Oval 28">
                <a:extLst>
                  <a:ext uri="{FF2B5EF4-FFF2-40B4-BE49-F238E27FC236}">
                    <a16:creationId xmlns:a16="http://schemas.microsoft.com/office/drawing/2014/main" id="{EEA41B1F-ECF1-EEE7-170C-D6958A624657}"/>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0" name="Oval 29">
                <a:extLst>
                  <a:ext uri="{FF2B5EF4-FFF2-40B4-BE49-F238E27FC236}">
                    <a16:creationId xmlns:a16="http://schemas.microsoft.com/office/drawing/2014/main" id="{6A40AF06-E970-3742-52CF-B4646A630D61}"/>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1" name="Oval 30">
                <a:extLst>
                  <a:ext uri="{FF2B5EF4-FFF2-40B4-BE49-F238E27FC236}">
                    <a16:creationId xmlns:a16="http://schemas.microsoft.com/office/drawing/2014/main" id="{5234918D-5D3A-2819-3A9C-5B71D8EFA097}"/>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2" name="Oval 31">
                <a:extLst>
                  <a:ext uri="{FF2B5EF4-FFF2-40B4-BE49-F238E27FC236}">
                    <a16:creationId xmlns:a16="http://schemas.microsoft.com/office/drawing/2014/main" id="{CA4ABA95-30D2-BF07-E9F0-8434FFD94769}"/>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23" name="TextBox 22">
              <a:extLst>
                <a:ext uri="{FF2B5EF4-FFF2-40B4-BE49-F238E27FC236}">
                  <a16:creationId xmlns:a16="http://schemas.microsoft.com/office/drawing/2014/main" id="{48D12D5D-ECCA-E3C1-B729-86523C44BE6D}"/>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24" name="Picture 23">
              <a:extLst>
                <a:ext uri="{FF2B5EF4-FFF2-40B4-BE49-F238E27FC236}">
                  <a16:creationId xmlns:a16="http://schemas.microsoft.com/office/drawing/2014/main" id="{A6C3D79B-D0EC-BE98-F57F-C08835414015}"/>
                </a:ext>
              </a:extLst>
            </p:cNvPr>
            <p:cNvPicPr>
              <a:picLocks noChangeAspect="1"/>
            </p:cNvPicPr>
            <p:nvPr userDrawn="1"/>
          </p:nvPicPr>
          <p:blipFill>
            <a:blip r:embed="rId3"/>
            <a:stretch>
              <a:fillRect/>
            </a:stretch>
          </p:blipFill>
          <p:spPr>
            <a:xfrm>
              <a:off x="14012244" y="4384548"/>
              <a:ext cx="1088171" cy="1611330"/>
            </a:xfrm>
            <a:prstGeom prst="rect">
              <a:avLst/>
            </a:prstGeom>
          </p:spPr>
        </p:pic>
        <p:sp>
          <p:nvSpPr>
            <p:cNvPr id="25" name="Rectangle 24">
              <a:extLst>
                <a:ext uri="{FF2B5EF4-FFF2-40B4-BE49-F238E27FC236}">
                  <a16:creationId xmlns:a16="http://schemas.microsoft.com/office/drawing/2014/main" id="{613779B5-9068-2F54-47EF-270654575464}"/>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27126191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4_Disclaimer -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DC5340D-9095-4617-92BD-21105993139C}"/>
              </a:ext>
            </a:extLst>
          </p:cNvPr>
          <p:cNvSpPr txBox="1"/>
          <p:nvPr userDrawn="1"/>
        </p:nvSpPr>
        <p:spPr>
          <a:xfrm>
            <a:off x="609600" y="3961654"/>
            <a:ext cx="5486400" cy="2096245"/>
          </a:xfrm>
          <a:prstGeom prst="rect">
            <a:avLst/>
          </a:prstGeom>
          <a:noFill/>
        </p:spPr>
        <p:txBody>
          <a:bodyPr wrap="square" lIns="0" tIns="0" rIns="0" bIns="0" rtlCol="0" anchor="b">
            <a:noAutofit/>
          </a:bodyPr>
          <a:lstStyle/>
          <a:p>
            <a:pPr>
              <a:lnSpc>
                <a:spcPts val="1200"/>
              </a:lnSpc>
              <a:spcBef>
                <a:spcPts val="0"/>
              </a:spcBef>
              <a:spcAft>
                <a:spcPts val="600"/>
              </a:spcAft>
            </a:pPr>
            <a:r>
              <a:rPr lang="en-GB" sz="1000" b="0" spc="20" baseline="0">
                <a:solidFill>
                  <a:schemeClr val="bg1"/>
                </a:solidFill>
                <a:latin typeface="+mn-lt"/>
                <a:cs typeface="Calibri" panose="020F0502020204030204" pitchFamily="34" charset="0"/>
              </a:rPr>
              <a:t>This presentation may include predictions, estimates, intentions, beliefs and other statements that are or may be construed as being forward-looking. While these forward-looking statements represent our current judgment on what the future holds, they are subject to risks and uncertainties that could result in actual outcomes differing materially from those projected in these statements. No statement contained herein constitutes a commitment by AVEVA to perform any particular action or to deliver any particular product or product features. Readers are cautioned not to place undue reliance on these forward-looking statements, which reflect our opinions only as of the date of this presentation.  </a:t>
            </a:r>
          </a:p>
          <a:p>
            <a:pPr>
              <a:lnSpc>
                <a:spcPts val="1200"/>
              </a:lnSpc>
              <a:spcBef>
                <a:spcPts val="0"/>
              </a:spcBef>
              <a:spcAft>
                <a:spcPts val="600"/>
              </a:spcAft>
            </a:pPr>
            <a:r>
              <a:rPr lang="en-GB" sz="1000" b="0" spc="20" baseline="0">
                <a:solidFill>
                  <a:schemeClr val="bg1"/>
                </a:solidFill>
                <a:latin typeface="+mn-lt"/>
                <a:cs typeface="Calibri" panose="020F0502020204030204" pitchFamily="34" charset="0"/>
              </a:rPr>
              <a:t>The Company shall not be obliged to disclose any revision to these forward-looking statements to reflect events or circumstances occurring after the date on which they are made or to reflect the occurrence of future events.</a:t>
            </a:r>
          </a:p>
        </p:txBody>
      </p:sp>
      <p:grpSp>
        <p:nvGrpSpPr>
          <p:cNvPr id="9" name="Group 4">
            <a:extLst>
              <a:ext uri="{FF2B5EF4-FFF2-40B4-BE49-F238E27FC236}">
                <a16:creationId xmlns:a16="http://schemas.microsoft.com/office/drawing/2014/main" id="{4E430D5E-CCB7-441B-A9C8-D0BBF49F95EA}"/>
              </a:ext>
            </a:extLst>
          </p:cNvPr>
          <p:cNvGrpSpPr>
            <a:grpSpLocks noChangeAspect="1"/>
          </p:cNvGrpSpPr>
          <p:nvPr userDrawn="1"/>
        </p:nvGrpSpPr>
        <p:grpSpPr bwMode="auto">
          <a:xfrm>
            <a:off x="10421934" y="6308714"/>
            <a:ext cx="1162049" cy="266699"/>
            <a:chOff x="6565" y="3974"/>
            <a:chExt cx="732" cy="168"/>
          </a:xfrm>
          <a:solidFill>
            <a:schemeClr val="bg1"/>
          </a:solidFill>
        </p:grpSpPr>
        <p:sp>
          <p:nvSpPr>
            <p:cNvPr id="10" name="Freeform 5">
              <a:extLst>
                <a:ext uri="{FF2B5EF4-FFF2-40B4-BE49-F238E27FC236}">
                  <a16:creationId xmlns:a16="http://schemas.microsoft.com/office/drawing/2014/main" id="{059B3F35-46A5-4575-8F16-117325A6EA7C}"/>
                </a:ext>
              </a:extLst>
            </p:cNvPr>
            <p:cNvSpPr>
              <a:spLocks/>
            </p:cNvSpPr>
            <p:nvPr userDrawn="1"/>
          </p:nvSpPr>
          <p:spPr bwMode="auto">
            <a:xfrm>
              <a:off x="6718" y="3974"/>
              <a:ext cx="146" cy="168"/>
            </a:xfrm>
            <a:custGeom>
              <a:avLst/>
              <a:gdLst>
                <a:gd name="T0" fmla="*/ 626 w 634"/>
                <a:gd name="T1" fmla="*/ 0 h 725"/>
                <a:gd name="T2" fmla="*/ 626 w 634"/>
                <a:gd name="T3" fmla="*/ 0 h 725"/>
                <a:gd name="T4" fmla="*/ 527 w 634"/>
                <a:gd name="T5" fmla="*/ 0 h 725"/>
                <a:gd name="T6" fmla="*/ 519 w 634"/>
                <a:gd name="T7" fmla="*/ 6 h 725"/>
                <a:gd name="T8" fmla="*/ 326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1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4" y="0"/>
                    <a:pt x="520" y="2"/>
                    <a:pt x="519" y="6"/>
                  </a:cubicBezTo>
                  <a:lnTo>
                    <a:pt x="326" y="456"/>
                  </a:lnTo>
                  <a:cubicBezTo>
                    <a:pt x="323" y="462"/>
                    <a:pt x="313" y="462"/>
                    <a:pt x="310" y="456"/>
                  </a:cubicBezTo>
                  <a:lnTo>
                    <a:pt x="117" y="6"/>
                  </a:lnTo>
                  <a:cubicBezTo>
                    <a:pt x="116" y="2"/>
                    <a:pt x="112" y="0"/>
                    <a:pt x="108" y="0"/>
                  </a:cubicBezTo>
                  <a:lnTo>
                    <a:pt x="9" y="0"/>
                  </a:lnTo>
                  <a:cubicBezTo>
                    <a:pt x="4" y="0"/>
                    <a:pt x="0" y="5"/>
                    <a:pt x="2" y="9"/>
                  </a:cubicBezTo>
                  <a:lnTo>
                    <a:pt x="311"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 name="Freeform 6">
              <a:extLst>
                <a:ext uri="{FF2B5EF4-FFF2-40B4-BE49-F238E27FC236}">
                  <a16:creationId xmlns:a16="http://schemas.microsoft.com/office/drawing/2014/main" id="{22A7D44C-C726-4110-B828-429688FC650D}"/>
                </a:ext>
              </a:extLst>
            </p:cNvPr>
            <p:cNvSpPr>
              <a:spLocks noEditPoints="1"/>
            </p:cNvSpPr>
            <p:nvPr userDrawn="1"/>
          </p:nvSpPr>
          <p:spPr bwMode="auto">
            <a:xfrm>
              <a:off x="6565" y="3974"/>
              <a:ext cx="170" cy="168"/>
            </a:xfrm>
            <a:custGeom>
              <a:avLst/>
              <a:gdLst>
                <a:gd name="T0" fmla="*/ 326 w 736"/>
                <a:gd name="T1" fmla="*/ 466 h 724"/>
                <a:gd name="T2" fmla="*/ 326 w 736"/>
                <a:gd name="T3" fmla="*/ 466 h 724"/>
                <a:gd name="T4" fmla="*/ 411 w 736"/>
                <a:gd name="T5" fmla="*/ 268 h 724"/>
                <a:gd name="T6" fmla="*/ 426 w 736"/>
                <a:gd name="T7" fmla="*/ 268 h 724"/>
                <a:gd name="T8" fmla="*/ 511 w 736"/>
                <a:gd name="T9" fmla="*/ 466 h 724"/>
                <a:gd name="T10" fmla="*/ 326 w 736"/>
                <a:gd name="T11" fmla="*/ 466 h 724"/>
                <a:gd name="T12" fmla="*/ 426 w 736"/>
                <a:gd name="T13" fmla="*/ 6 h 724"/>
                <a:gd name="T14" fmla="*/ 426 w 736"/>
                <a:gd name="T15" fmla="*/ 6 h 724"/>
                <a:gd name="T16" fmla="*/ 409 w 736"/>
                <a:gd name="T17" fmla="*/ 6 h 724"/>
                <a:gd name="T18" fmla="*/ 211 w 736"/>
                <a:gd name="T19" fmla="*/ 466 h 724"/>
                <a:gd name="T20" fmla="*/ 7 w 736"/>
                <a:gd name="T21" fmla="*/ 466 h 724"/>
                <a:gd name="T22" fmla="*/ 1 w 736"/>
                <a:gd name="T23" fmla="*/ 475 h 724"/>
                <a:gd name="T24" fmla="*/ 40 w 736"/>
                <a:gd name="T25" fmla="*/ 560 h 724"/>
                <a:gd name="T26" fmla="*/ 53 w 736"/>
                <a:gd name="T27" fmla="*/ 569 h 724"/>
                <a:gd name="T28" fmla="*/ 167 w 736"/>
                <a:gd name="T29" fmla="*/ 569 h 724"/>
                <a:gd name="T30" fmla="*/ 104 w 736"/>
                <a:gd name="T31" fmla="*/ 715 h 724"/>
                <a:gd name="T32" fmla="*/ 111 w 736"/>
                <a:gd name="T33" fmla="*/ 724 h 724"/>
                <a:gd name="T34" fmla="*/ 209 w 736"/>
                <a:gd name="T35" fmla="*/ 724 h 724"/>
                <a:gd name="T36" fmla="*/ 218 w 736"/>
                <a:gd name="T37" fmla="*/ 719 h 724"/>
                <a:gd name="T38" fmla="*/ 282 w 736"/>
                <a:gd name="T39" fmla="*/ 569 h 724"/>
                <a:gd name="T40" fmla="*/ 555 w 736"/>
                <a:gd name="T41" fmla="*/ 569 h 724"/>
                <a:gd name="T42" fmla="*/ 619 w 736"/>
                <a:gd name="T43" fmla="*/ 719 h 724"/>
                <a:gd name="T44" fmla="*/ 628 w 736"/>
                <a:gd name="T45" fmla="*/ 724 h 724"/>
                <a:gd name="T46" fmla="*/ 727 w 736"/>
                <a:gd name="T47" fmla="*/ 724 h 724"/>
                <a:gd name="T48" fmla="*/ 734 w 736"/>
                <a:gd name="T49" fmla="*/ 715 h 724"/>
                <a:gd name="T50" fmla="*/ 426 w 736"/>
                <a:gd name="T51"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36" h="724">
                  <a:moveTo>
                    <a:pt x="326" y="466"/>
                  </a:moveTo>
                  <a:lnTo>
                    <a:pt x="326" y="466"/>
                  </a:lnTo>
                  <a:lnTo>
                    <a:pt x="411" y="268"/>
                  </a:lnTo>
                  <a:cubicBezTo>
                    <a:pt x="414" y="261"/>
                    <a:pt x="423" y="261"/>
                    <a:pt x="426" y="268"/>
                  </a:cubicBezTo>
                  <a:lnTo>
                    <a:pt x="511" y="466"/>
                  </a:lnTo>
                  <a:lnTo>
                    <a:pt x="326" y="466"/>
                  </a:lnTo>
                  <a:close/>
                  <a:moveTo>
                    <a:pt x="426" y="6"/>
                  </a:moveTo>
                  <a:lnTo>
                    <a:pt x="426" y="6"/>
                  </a:lnTo>
                  <a:cubicBezTo>
                    <a:pt x="423" y="0"/>
                    <a:pt x="412" y="0"/>
                    <a:pt x="409" y="6"/>
                  </a:cubicBezTo>
                  <a:lnTo>
                    <a:pt x="211" y="466"/>
                  </a:lnTo>
                  <a:lnTo>
                    <a:pt x="7" y="466"/>
                  </a:lnTo>
                  <a:cubicBezTo>
                    <a:pt x="2" y="466"/>
                    <a:pt x="0" y="471"/>
                    <a:pt x="1" y="475"/>
                  </a:cubicBezTo>
                  <a:lnTo>
                    <a:pt x="40" y="560"/>
                  </a:lnTo>
                  <a:cubicBezTo>
                    <a:pt x="42" y="566"/>
                    <a:pt x="47" y="569"/>
                    <a:pt x="53" y="569"/>
                  </a:cubicBezTo>
                  <a:lnTo>
                    <a:pt x="167" y="569"/>
                  </a:lnTo>
                  <a:lnTo>
                    <a:pt x="104" y="715"/>
                  </a:lnTo>
                  <a:cubicBezTo>
                    <a:pt x="102" y="719"/>
                    <a:pt x="106" y="724"/>
                    <a:pt x="111" y="724"/>
                  </a:cubicBezTo>
                  <a:lnTo>
                    <a:pt x="209" y="724"/>
                  </a:lnTo>
                  <a:cubicBezTo>
                    <a:pt x="213" y="724"/>
                    <a:pt x="216" y="722"/>
                    <a:pt x="218" y="719"/>
                  </a:cubicBezTo>
                  <a:lnTo>
                    <a:pt x="282" y="569"/>
                  </a:lnTo>
                  <a:lnTo>
                    <a:pt x="555" y="569"/>
                  </a:lnTo>
                  <a:lnTo>
                    <a:pt x="619" y="719"/>
                  </a:lnTo>
                  <a:cubicBezTo>
                    <a:pt x="621" y="722"/>
                    <a:pt x="624" y="724"/>
                    <a:pt x="628" y="724"/>
                  </a:cubicBezTo>
                  <a:lnTo>
                    <a:pt x="727" y="724"/>
                  </a:lnTo>
                  <a:cubicBezTo>
                    <a:pt x="732" y="724"/>
                    <a:pt x="736" y="719"/>
                    <a:pt x="734" y="715"/>
                  </a:cubicBezTo>
                  <a:lnTo>
                    <a:pt x="426"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7">
              <a:extLst>
                <a:ext uri="{FF2B5EF4-FFF2-40B4-BE49-F238E27FC236}">
                  <a16:creationId xmlns:a16="http://schemas.microsoft.com/office/drawing/2014/main" id="{C7C11F05-F5D7-4FED-8F6E-8B13EB21E401}"/>
                </a:ext>
              </a:extLst>
            </p:cNvPr>
            <p:cNvSpPr>
              <a:spLocks/>
            </p:cNvSpPr>
            <p:nvPr userDrawn="1"/>
          </p:nvSpPr>
          <p:spPr bwMode="auto">
            <a:xfrm>
              <a:off x="7022" y="3974"/>
              <a:ext cx="146" cy="168"/>
            </a:xfrm>
            <a:custGeom>
              <a:avLst/>
              <a:gdLst>
                <a:gd name="T0" fmla="*/ 626 w 634"/>
                <a:gd name="T1" fmla="*/ 0 h 725"/>
                <a:gd name="T2" fmla="*/ 626 w 634"/>
                <a:gd name="T3" fmla="*/ 0 h 725"/>
                <a:gd name="T4" fmla="*/ 527 w 634"/>
                <a:gd name="T5" fmla="*/ 0 h 725"/>
                <a:gd name="T6" fmla="*/ 519 w 634"/>
                <a:gd name="T7" fmla="*/ 6 h 725"/>
                <a:gd name="T8" fmla="*/ 325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0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3" y="0"/>
                    <a:pt x="520" y="2"/>
                    <a:pt x="519" y="6"/>
                  </a:cubicBezTo>
                  <a:lnTo>
                    <a:pt x="325" y="456"/>
                  </a:lnTo>
                  <a:cubicBezTo>
                    <a:pt x="323" y="462"/>
                    <a:pt x="313" y="462"/>
                    <a:pt x="310" y="456"/>
                  </a:cubicBezTo>
                  <a:lnTo>
                    <a:pt x="117" y="6"/>
                  </a:lnTo>
                  <a:cubicBezTo>
                    <a:pt x="115" y="2"/>
                    <a:pt x="112" y="0"/>
                    <a:pt x="108" y="0"/>
                  </a:cubicBezTo>
                  <a:lnTo>
                    <a:pt x="9" y="0"/>
                  </a:lnTo>
                  <a:cubicBezTo>
                    <a:pt x="4" y="0"/>
                    <a:pt x="0" y="5"/>
                    <a:pt x="2" y="9"/>
                  </a:cubicBezTo>
                  <a:lnTo>
                    <a:pt x="310"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8">
              <a:extLst>
                <a:ext uri="{FF2B5EF4-FFF2-40B4-BE49-F238E27FC236}">
                  <a16:creationId xmlns:a16="http://schemas.microsoft.com/office/drawing/2014/main" id="{4B55EE27-3860-4009-9822-4097D4DEB483}"/>
                </a:ext>
              </a:extLst>
            </p:cNvPr>
            <p:cNvSpPr>
              <a:spLocks noEditPoints="1"/>
            </p:cNvSpPr>
            <p:nvPr userDrawn="1"/>
          </p:nvSpPr>
          <p:spPr bwMode="auto">
            <a:xfrm>
              <a:off x="7151" y="3974"/>
              <a:ext cx="146" cy="168"/>
            </a:xfrm>
            <a:custGeom>
              <a:avLst/>
              <a:gdLst>
                <a:gd name="T0" fmla="*/ 223 w 633"/>
                <a:gd name="T1" fmla="*/ 466 h 724"/>
                <a:gd name="T2" fmla="*/ 223 w 633"/>
                <a:gd name="T3" fmla="*/ 466 h 724"/>
                <a:gd name="T4" fmla="*/ 308 w 633"/>
                <a:gd name="T5" fmla="*/ 268 h 724"/>
                <a:gd name="T6" fmla="*/ 324 w 633"/>
                <a:gd name="T7" fmla="*/ 268 h 724"/>
                <a:gd name="T8" fmla="*/ 409 w 633"/>
                <a:gd name="T9" fmla="*/ 466 h 724"/>
                <a:gd name="T10" fmla="*/ 223 w 633"/>
                <a:gd name="T11" fmla="*/ 466 h 724"/>
                <a:gd name="T12" fmla="*/ 323 w 633"/>
                <a:gd name="T13" fmla="*/ 6 h 724"/>
                <a:gd name="T14" fmla="*/ 323 w 633"/>
                <a:gd name="T15" fmla="*/ 6 h 724"/>
                <a:gd name="T16" fmla="*/ 307 w 633"/>
                <a:gd name="T17" fmla="*/ 6 h 724"/>
                <a:gd name="T18" fmla="*/ 2 w 633"/>
                <a:gd name="T19" fmla="*/ 715 h 724"/>
                <a:gd name="T20" fmla="*/ 8 w 633"/>
                <a:gd name="T21" fmla="*/ 724 h 724"/>
                <a:gd name="T22" fmla="*/ 107 w 633"/>
                <a:gd name="T23" fmla="*/ 724 h 724"/>
                <a:gd name="T24" fmla="*/ 115 w 633"/>
                <a:gd name="T25" fmla="*/ 719 h 724"/>
                <a:gd name="T26" fmla="*/ 179 w 633"/>
                <a:gd name="T27" fmla="*/ 569 h 724"/>
                <a:gd name="T28" fmla="*/ 453 w 633"/>
                <a:gd name="T29" fmla="*/ 569 h 724"/>
                <a:gd name="T30" fmla="*/ 517 w 633"/>
                <a:gd name="T31" fmla="*/ 719 h 724"/>
                <a:gd name="T32" fmla="*/ 525 w 633"/>
                <a:gd name="T33" fmla="*/ 724 h 724"/>
                <a:gd name="T34" fmla="*/ 625 w 633"/>
                <a:gd name="T35" fmla="*/ 724 h 724"/>
                <a:gd name="T36" fmla="*/ 631 w 633"/>
                <a:gd name="T37" fmla="*/ 715 h 724"/>
                <a:gd name="T38" fmla="*/ 323 w 633"/>
                <a:gd name="T39"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3" h="724">
                  <a:moveTo>
                    <a:pt x="223" y="466"/>
                  </a:moveTo>
                  <a:lnTo>
                    <a:pt x="223" y="466"/>
                  </a:lnTo>
                  <a:lnTo>
                    <a:pt x="308" y="268"/>
                  </a:lnTo>
                  <a:cubicBezTo>
                    <a:pt x="311" y="261"/>
                    <a:pt x="321" y="261"/>
                    <a:pt x="324" y="268"/>
                  </a:cubicBezTo>
                  <a:lnTo>
                    <a:pt x="409" y="466"/>
                  </a:lnTo>
                  <a:lnTo>
                    <a:pt x="223" y="466"/>
                  </a:lnTo>
                  <a:close/>
                  <a:moveTo>
                    <a:pt x="323" y="6"/>
                  </a:moveTo>
                  <a:lnTo>
                    <a:pt x="323" y="6"/>
                  </a:lnTo>
                  <a:cubicBezTo>
                    <a:pt x="320" y="0"/>
                    <a:pt x="310" y="0"/>
                    <a:pt x="307" y="6"/>
                  </a:cubicBezTo>
                  <a:lnTo>
                    <a:pt x="2" y="715"/>
                  </a:lnTo>
                  <a:cubicBezTo>
                    <a:pt x="0" y="719"/>
                    <a:pt x="3" y="724"/>
                    <a:pt x="8" y="724"/>
                  </a:cubicBezTo>
                  <a:lnTo>
                    <a:pt x="107" y="724"/>
                  </a:lnTo>
                  <a:cubicBezTo>
                    <a:pt x="110" y="724"/>
                    <a:pt x="114" y="722"/>
                    <a:pt x="115" y="719"/>
                  </a:cubicBezTo>
                  <a:lnTo>
                    <a:pt x="179" y="569"/>
                  </a:lnTo>
                  <a:lnTo>
                    <a:pt x="453" y="569"/>
                  </a:lnTo>
                  <a:lnTo>
                    <a:pt x="517" y="719"/>
                  </a:lnTo>
                  <a:cubicBezTo>
                    <a:pt x="518" y="722"/>
                    <a:pt x="522" y="724"/>
                    <a:pt x="525" y="724"/>
                  </a:cubicBezTo>
                  <a:lnTo>
                    <a:pt x="625" y="724"/>
                  </a:lnTo>
                  <a:cubicBezTo>
                    <a:pt x="630" y="724"/>
                    <a:pt x="633" y="719"/>
                    <a:pt x="631" y="715"/>
                  </a:cubicBezTo>
                  <a:lnTo>
                    <a:pt x="323"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9">
              <a:extLst>
                <a:ext uri="{FF2B5EF4-FFF2-40B4-BE49-F238E27FC236}">
                  <a16:creationId xmlns:a16="http://schemas.microsoft.com/office/drawing/2014/main" id="{9647647E-E072-42D0-8327-BA9998BDB61A}"/>
                </a:ext>
              </a:extLst>
            </p:cNvPr>
            <p:cNvSpPr>
              <a:spLocks/>
            </p:cNvSpPr>
            <p:nvPr userDrawn="1"/>
          </p:nvSpPr>
          <p:spPr bwMode="auto">
            <a:xfrm>
              <a:off x="6888" y="3974"/>
              <a:ext cx="111" cy="24"/>
            </a:xfrm>
            <a:custGeom>
              <a:avLst/>
              <a:gdLst>
                <a:gd name="T0" fmla="*/ 473 w 480"/>
                <a:gd name="T1" fmla="*/ 0 h 105"/>
                <a:gd name="T2" fmla="*/ 473 w 480"/>
                <a:gd name="T3" fmla="*/ 0 h 105"/>
                <a:gd name="T4" fmla="*/ 7 w 480"/>
                <a:gd name="T5" fmla="*/ 0 h 105"/>
                <a:gd name="T6" fmla="*/ 0 w 480"/>
                <a:gd name="T7" fmla="*/ 6 h 105"/>
                <a:gd name="T8" fmla="*/ 0 w 480"/>
                <a:gd name="T9" fmla="*/ 98 h 105"/>
                <a:gd name="T10" fmla="*/ 7 w 480"/>
                <a:gd name="T11" fmla="*/ 105 h 105"/>
                <a:gd name="T12" fmla="*/ 473 w 480"/>
                <a:gd name="T13" fmla="*/ 105 h 105"/>
                <a:gd name="T14" fmla="*/ 480 w 480"/>
                <a:gd name="T15" fmla="*/ 98 h 105"/>
                <a:gd name="T16" fmla="*/ 480 w 480"/>
                <a:gd name="T17" fmla="*/ 6 h 105"/>
                <a:gd name="T18" fmla="*/ 473 w 480"/>
                <a:gd name="T19" fmla="*/ 0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5">
                  <a:moveTo>
                    <a:pt x="473" y="0"/>
                  </a:moveTo>
                  <a:lnTo>
                    <a:pt x="473" y="0"/>
                  </a:lnTo>
                  <a:lnTo>
                    <a:pt x="7" y="0"/>
                  </a:lnTo>
                  <a:cubicBezTo>
                    <a:pt x="3" y="0"/>
                    <a:pt x="0" y="3"/>
                    <a:pt x="0" y="6"/>
                  </a:cubicBezTo>
                  <a:lnTo>
                    <a:pt x="0" y="98"/>
                  </a:lnTo>
                  <a:cubicBezTo>
                    <a:pt x="0" y="102"/>
                    <a:pt x="3" y="105"/>
                    <a:pt x="7" y="105"/>
                  </a:cubicBezTo>
                  <a:lnTo>
                    <a:pt x="473" y="105"/>
                  </a:lnTo>
                  <a:cubicBezTo>
                    <a:pt x="477" y="105"/>
                    <a:pt x="480" y="102"/>
                    <a:pt x="480" y="98"/>
                  </a:cubicBezTo>
                  <a:lnTo>
                    <a:pt x="480" y="6"/>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10">
              <a:extLst>
                <a:ext uri="{FF2B5EF4-FFF2-40B4-BE49-F238E27FC236}">
                  <a16:creationId xmlns:a16="http://schemas.microsoft.com/office/drawing/2014/main" id="{324B6403-B8A9-40BF-AB59-E2CE8ECBDC0E}"/>
                </a:ext>
              </a:extLst>
            </p:cNvPr>
            <p:cNvSpPr>
              <a:spLocks/>
            </p:cNvSpPr>
            <p:nvPr userDrawn="1"/>
          </p:nvSpPr>
          <p:spPr bwMode="auto">
            <a:xfrm>
              <a:off x="6888" y="4045"/>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99 h 106"/>
                <a:gd name="T10" fmla="*/ 7 w 480"/>
                <a:gd name="T11" fmla="*/ 106 h 106"/>
                <a:gd name="T12" fmla="*/ 473 w 480"/>
                <a:gd name="T13" fmla="*/ 106 h 106"/>
                <a:gd name="T14" fmla="*/ 480 w 480"/>
                <a:gd name="T15" fmla="*/ 99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99"/>
                  </a:lnTo>
                  <a:cubicBezTo>
                    <a:pt x="0" y="103"/>
                    <a:pt x="3" y="106"/>
                    <a:pt x="7" y="106"/>
                  </a:cubicBezTo>
                  <a:lnTo>
                    <a:pt x="473" y="106"/>
                  </a:lnTo>
                  <a:cubicBezTo>
                    <a:pt x="477" y="106"/>
                    <a:pt x="480" y="103"/>
                    <a:pt x="480" y="99"/>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11">
              <a:extLst>
                <a:ext uri="{FF2B5EF4-FFF2-40B4-BE49-F238E27FC236}">
                  <a16:creationId xmlns:a16="http://schemas.microsoft.com/office/drawing/2014/main" id="{2708DED0-A42D-4765-A9FE-EEA008415148}"/>
                </a:ext>
              </a:extLst>
            </p:cNvPr>
            <p:cNvSpPr>
              <a:spLocks/>
            </p:cNvSpPr>
            <p:nvPr userDrawn="1"/>
          </p:nvSpPr>
          <p:spPr bwMode="auto">
            <a:xfrm>
              <a:off x="6888" y="4116"/>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100 h 106"/>
                <a:gd name="T10" fmla="*/ 7 w 480"/>
                <a:gd name="T11" fmla="*/ 106 h 106"/>
                <a:gd name="T12" fmla="*/ 473 w 480"/>
                <a:gd name="T13" fmla="*/ 106 h 106"/>
                <a:gd name="T14" fmla="*/ 480 w 480"/>
                <a:gd name="T15" fmla="*/ 100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100"/>
                  </a:lnTo>
                  <a:cubicBezTo>
                    <a:pt x="0" y="103"/>
                    <a:pt x="3" y="106"/>
                    <a:pt x="7" y="106"/>
                  </a:cubicBezTo>
                  <a:lnTo>
                    <a:pt x="473" y="106"/>
                  </a:lnTo>
                  <a:cubicBezTo>
                    <a:pt x="477" y="106"/>
                    <a:pt x="480" y="103"/>
                    <a:pt x="480" y="100"/>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3" name="Footer Placeholder 2">
            <a:extLst>
              <a:ext uri="{FF2B5EF4-FFF2-40B4-BE49-F238E27FC236}">
                <a16:creationId xmlns:a16="http://schemas.microsoft.com/office/drawing/2014/main" id="{7190A832-1E4B-5647-8582-2692691A2B3C}"/>
              </a:ext>
            </a:extLst>
          </p:cNvPr>
          <p:cNvSpPr>
            <a:spLocks noGrp="1"/>
          </p:cNvSpPr>
          <p:nvPr>
            <p:ph type="ftr" sz="quarter" idx="11"/>
          </p:nvPr>
        </p:nvSpPr>
        <p:spPr/>
        <p:txBody>
          <a:bodyPr/>
          <a:lstStyle>
            <a:lvl1pPr>
              <a:defRPr>
                <a:solidFill>
                  <a:schemeClr val="bg1">
                    <a:lumMod val="75000"/>
                  </a:schemeClr>
                </a:solidFill>
              </a:defRPr>
            </a:lvl1pPr>
          </a:lstStyle>
          <a:p>
            <a:r>
              <a:rPr lang="en-US" dirty="0"/>
              <a:t>For Internal Use Only. © 2026 AVEVA Group Limited or its subsidiaries. All rights reserved.</a:t>
            </a:r>
            <a:endParaRPr lang="en-GB" dirty="0"/>
          </a:p>
        </p:txBody>
      </p:sp>
      <p:sp>
        <p:nvSpPr>
          <p:cNvPr id="4" name="Slide Number Placeholder 3">
            <a:extLst>
              <a:ext uri="{FF2B5EF4-FFF2-40B4-BE49-F238E27FC236}">
                <a16:creationId xmlns:a16="http://schemas.microsoft.com/office/drawing/2014/main" id="{C23D17E1-7D7C-3D4D-87E7-3B12925D3696}"/>
              </a:ext>
            </a:extLst>
          </p:cNvPr>
          <p:cNvSpPr>
            <a:spLocks noGrp="1"/>
          </p:cNvSpPr>
          <p:nvPr>
            <p:ph type="sldNum" sz="quarter" idx="12"/>
          </p:nvPr>
        </p:nvSpPr>
        <p:spPr/>
        <p:txBody>
          <a:bodyPr/>
          <a:lstStyle>
            <a:lvl1pPr>
              <a:defRPr>
                <a:solidFill>
                  <a:schemeClr val="bg1">
                    <a:lumMod val="75000"/>
                  </a:schemeClr>
                </a:solidFill>
              </a:defRPr>
            </a:lvl1pPr>
          </a:lstStyle>
          <a:p>
            <a:fld id="{267CDB12-45E5-4FD7-AE50-9CB5AFC72BA1}" type="slidenum">
              <a:rPr lang="en-GB" smtClean="0"/>
              <a:pPr/>
              <a:t>‹#›</a:t>
            </a:fld>
            <a:endParaRPr lang="en-GB" dirty="0"/>
          </a:p>
        </p:txBody>
      </p:sp>
      <p:sp>
        <p:nvSpPr>
          <p:cNvPr id="69" name="TextBox 68">
            <a:extLst>
              <a:ext uri="{FF2B5EF4-FFF2-40B4-BE49-F238E27FC236}">
                <a16:creationId xmlns:a16="http://schemas.microsoft.com/office/drawing/2014/main" id="{CB2066EB-B7B1-4A5B-9465-B2E5506DC8DA}"/>
              </a:ext>
            </a:extLst>
          </p:cNvPr>
          <p:cNvSpPr txBox="1"/>
          <p:nvPr userDrawn="1"/>
        </p:nvSpPr>
        <p:spPr>
          <a:xfrm>
            <a:off x="0" y="-338924"/>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grpSp>
        <p:nvGrpSpPr>
          <p:cNvPr id="2" name="Group 1">
            <a:extLst>
              <a:ext uri="{FF2B5EF4-FFF2-40B4-BE49-F238E27FC236}">
                <a16:creationId xmlns:a16="http://schemas.microsoft.com/office/drawing/2014/main" id="{48DC4359-0590-37D1-FEA1-78819CF83D44}"/>
              </a:ext>
            </a:extLst>
          </p:cNvPr>
          <p:cNvGrpSpPr/>
          <p:nvPr userDrawn="1"/>
        </p:nvGrpSpPr>
        <p:grpSpPr>
          <a:xfrm>
            <a:off x="12485568" y="112729"/>
            <a:ext cx="2936672" cy="5883149"/>
            <a:chOff x="12485568" y="112729"/>
            <a:chExt cx="2936672" cy="5883149"/>
          </a:xfrm>
        </p:grpSpPr>
        <p:sp>
          <p:nvSpPr>
            <p:cNvPr id="5" name="Oval 4">
              <a:extLst>
                <a:ext uri="{FF2B5EF4-FFF2-40B4-BE49-F238E27FC236}">
                  <a16:creationId xmlns:a16="http://schemas.microsoft.com/office/drawing/2014/main" id="{8FC586A0-6C39-383D-CEE9-2E90ADEFEA66}"/>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6" name="Oval 5">
              <a:extLst>
                <a:ext uri="{FF2B5EF4-FFF2-40B4-BE49-F238E27FC236}">
                  <a16:creationId xmlns:a16="http://schemas.microsoft.com/office/drawing/2014/main" id="{9106AB69-278E-932E-8E85-B07DC654B04E}"/>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7" name="Oval 6">
              <a:extLst>
                <a:ext uri="{FF2B5EF4-FFF2-40B4-BE49-F238E27FC236}">
                  <a16:creationId xmlns:a16="http://schemas.microsoft.com/office/drawing/2014/main" id="{3AD414A0-E164-E2D5-67EF-19A84E7F9C84}"/>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8" name="Rectangle 7">
              <a:extLst>
                <a:ext uri="{FF2B5EF4-FFF2-40B4-BE49-F238E27FC236}">
                  <a16:creationId xmlns:a16="http://schemas.microsoft.com/office/drawing/2014/main" id="{A6DB8ABB-D378-946B-82DA-E5320768FB21}"/>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18" name="Oval 17">
              <a:extLst>
                <a:ext uri="{FF2B5EF4-FFF2-40B4-BE49-F238E27FC236}">
                  <a16:creationId xmlns:a16="http://schemas.microsoft.com/office/drawing/2014/main" id="{5653A72C-8E3B-06BA-A6D5-C07C6E999F0B}"/>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9" name="Oval 18">
              <a:extLst>
                <a:ext uri="{FF2B5EF4-FFF2-40B4-BE49-F238E27FC236}">
                  <a16:creationId xmlns:a16="http://schemas.microsoft.com/office/drawing/2014/main" id="{87A6A7C4-3E02-D5D4-BF89-DF2EBF3540C8}"/>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0" name="Oval 19">
              <a:extLst>
                <a:ext uri="{FF2B5EF4-FFF2-40B4-BE49-F238E27FC236}">
                  <a16:creationId xmlns:a16="http://schemas.microsoft.com/office/drawing/2014/main" id="{357B47CE-4F92-5B45-B9FF-7B261E963CF5}"/>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1" name="Oval 20">
              <a:extLst>
                <a:ext uri="{FF2B5EF4-FFF2-40B4-BE49-F238E27FC236}">
                  <a16:creationId xmlns:a16="http://schemas.microsoft.com/office/drawing/2014/main" id="{4E097B90-1A2A-6689-3640-9C75D57A367D}"/>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22" name="Group 21">
              <a:extLst>
                <a:ext uri="{FF2B5EF4-FFF2-40B4-BE49-F238E27FC236}">
                  <a16:creationId xmlns:a16="http://schemas.microsoft.com/office/drawing/2014/main" id="{6008FEC0-EDDB-0541-2B2C-D7C739CAFDD4}"/>
                </a:ext>
              </a:extLst>
            </p:cNvPr>
            <p:cNvGrpSpPr/>
            <p:nvPr userDrawn="1"/>
          </p:nvGrpSpPr>
          <p:grpSpPr>
            <a:xfrm>
              <a:off x="12500773" y="3802778"/>
              <a:ext cx="971741" cy="1940780"/>
              <a:chOff x="12431200" y="2678506"/>
              <a:chExt cx="971741" cy="1940780"/>
            </a:xfrm>
          </p:grpSpPr>
          <p:sp>
            <p:nvSpPr>
              <p:cNvPr id="26" name="Rectangle 25">
                <a:extLst>
                  <a:ext uri="{FF2B5EF4-FFF2-40B4-BE49-F238E27FC236}">
                    <a16:creationId xmlns:a16="http://schemas.microsoft.com/office/drawing/2014/main" id="{3E895B90-B5D3-4D2C-ADC1-640B1C68C686}"/>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27" name="Oval 26">
                <a:extLst>
                  <a:ext uri="{FF2B5EF4-FFF2-40B4-BE49-F238E27FC236}">
                    <a16:creationId xmlns:a16="http://schemas.microsoft.com/office/drawing/2014/main" id="{4DB40C13-6471-DCE8-F0A9-AF0A752D73BD}"/>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8" name="Oval 27">
                <a:extLst>
                  <a:ext uri="{FF2B5EF4-FFF2-40B4-BE49-F238E27FC236}">
                    <a16:creationId xmlns:a16="http://schemas.microsoft.com/office/drawing/2014/main" id="{DAA25098-26EA-A7B1-AE77-C6D569EB6EEE}"/>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9" name="Oval 28">
                <a:extLst>
                  <a:ext uri="{FF2B5EF4-FFF2-40B4-BE49-F238E27FC236}">
                    <a16:creationId xmlns:a16="http://schemas.microsoft.com/office/drawing/2014/main" id="{C309ADAF-EF36-3124-AA7E-3D8C8A97DFCB}"/>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0" name="Oval 29">
                <a:extLst>
                  <a:ext uri="{FF2B5EF4-FFF2-40B4-BE49-F238E27FC236}">
                    <a16:creationId xmlns:a16="http://schemas.microsoft.com/office/drawing/2014/main" id="{A6F03D62-18D2-8064-EBD0-C24DCE5C8F49}"/>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1" name="Oval 30">
                <a:extLst>
                  <a:ext uri="{FF2B5EF4-FFF2-40B4-BE49-F238E27FC236}">
                    <a16:creationId xmlns:a16="http://schemas.microsoft.com/office/drawing/2014/main" id="{138FE020-6336-09C2-2CA3-9B9AC14B7088}"/>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2" name="Oval 31">
                <a:extLst>
                  <a:ext uri="{FF2B5EF4-FFF2-40B4-BE49-F238E27FC236}">
                    <a16:creationId xmlns:a16="http://schemas.microsoft.com/office/drawing/2014/main" id="{FAD4DEB5-DAD3-C9B7-7B5A-C0455AF299DF}"/>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23" name="TextBox 22">
              <a:extLst>
                <a:ext uri="{FF2B5EF4-FFF2-40B4-BE49-F238E27FC236}">
                  <a16:creationId xmlns:a16="http://schemas.microsoft.com/office/drawing/2014/main" id="{4B23B9F3-CF0C-B7AD-378F-4AFB226AE1C0}"/>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24" name="Picture 23">
              <a:extLst>
                <a:ext uri="{FF2B5EF4-FFF2-40B4-BE49-F238E27FC236}">
                  <a16:creationId xmlns:a16="http://schemas.microsoft.com/office/drawing/2014/main" id="{7971F021-1A53-9ED3-D13D-E28B314B6418}"/>
                </a:ext>
              </a:extLst>
            </p:cNvPr>
            <p:cNvPicPr>
              <a:picLocks noChangeAspect="1"/>
            </p:cNvPicPr>
            <p:nvPr userDrawn="1"/>
          </p:nvPicPr>
          <p:blipFill>
            <a:blip r:embed="rId3"/>
            <a:stretch>
              <a:fillRect/>
            </a:stretch>
          </p:blipFill>
          <p:spPr>
            <a:xfrm>
              <a:off x="14012244" y="4384548"/>
              <a:ext cx="1088171" cy="1611330"/>
            </a:xfrm>
            <a:prstGeom prst="rect">
              <a:avLst/>
            </a:prstGeom>
          </p:spPr>
        </p:pic>
        <p:sp>
          <p:nvSpPr>
            <p:cNvPr id="25" name="Rectangle 24">
              <a:extLst>
                <a:ext uri="{FF2B5EF4-FFF2-40B4-BE49-F238E27FC236}">
                  <a16:creationId xmlns:a16="http://schemas.microsoft.com/office/drawing/2014/main" id="{89585774-35A3-B88C-2CC2-C9B06EF427B2}"/>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613663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5_Disclaimer -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DC5340D-9095-4617-92BD-21105993139C}"/>
              </a:ext>
            </a:extLst>
          </p:cNvPr>
          <p:cNvSpPr txBox="1"/>
          <p:nvPr userDrawn="1"/>
        </p:nvSpPr>
        <p:spPr>
          <a:xfrm>
            <a:off x="609600" y="3961654"/>
            <a:ext cx="5486400" cy="2096245"/>
          </a:xfrm>
          <a:prstGeom prst="rect">
            <a:avLst/>
          </a:prstGeom>
          <a:noFill/>
        </p:spPr>
        <p:txBody>
          <a:bodyPr wrap="square" lIns="0" tIns="0" rIns="0" bIns="0" rtlCol="0" anchor="b">
            <a:noAutofit/>
          </a:bodyPr>
          <a:lstStyle/>
          <a:p>
            <a:pPr>
              <a:lnSpc>
                <a:spcPts val="1200"/>
              </a:lnSpc>
              <a:spcBef>
                <a:spcPts val="0"/>
              </a:spcBef>
              <a:spcAft>
                <a:spcPts val="600"/>
              </a:spcAft>
            </a:pPr>
            <a:r>
              <a:rPr lang="en-GB" sz="1000" b="0" spc="20" baseline="0" dirty="0">
                <a:solidFill>
                  <a:schemeClr val="tx2"/>
                </a:solidFill>
                <a:latin typeface="+mn-lt"/>
                <a:cs typeface="Calibri" panose="020F0502020204030204" pitchFamily="34" charset="0"/>
              </a:rPr>
              <a:t>This presentation may include predictions, estimates, intentions, beliefs and other statements that are or may be construed as being forward-looking. While these forward-looking statements represent our current judgment on what the future holds, they are subject to risks and uncertainties that could result in actual outcomes differing materially from those projected in these statements. No statement contained herein constitutes a commitment by AVEVA to perform any particular action or to deliver any particular product or product features. Readers are cautioned not to place undue reliance on these forward-looking statements, which reflect our opinions only as of the date of this presentation.  </a:t>
            </a:r>
          </a:p>
          <a:p>
            <a:pPr>
              <a:lnSpc>
                <a:spcPts val="1200"/>
              </a:lnSpc>
              <a:spcBef>
                <a:spcPts val="0"/>
              </a:spcBef>
              <a:spcAft>
                <a:spcPts val="600"/>
              </a:spcAft>
            </a:pPr>
            <a:r>
              <a:rPr lang="en-GB" sz="1000" b="0" spc="20" baseline="0" dirty="0">
                <a:solidFill>
                  <a:schemeClr val="tx2"/>
                </a:solidFill>
                <a:latin typeface="+mn-lt"/>
                <a:cs typeface="Calibri" panose="020F0502020204030204" pitchFamily="34" charset="0"/>
              </a:rPr>
              <a:t>The Company shall not be obliged to disclose any revision to these forward-looking statements to reflect events or circumstances occurring after the date on which they are made or to reflect the occurrence of future events.</a:t>
            </a:r>
          </a:p>
        </p:txBody>
      </p:sp>
      <p:grpSp>
        <p:nvGrpSpPr>
          <p:cNvPr id="9" name="Group 4">
            <a:extLst>
              <a:ext uri="{FF2B5EF4-FFF2-40B4-BE49-F238E27FC236}">
                <a16:creationId xmlns:a16="http://schemas.microsoft.com/office/drawing/2014/main" id="{4E430D5E-CCB7-441B-A9C8-D0BBF49F95EA}"/>
              </a:ext>
            </a:extLst>
          </p:cNvPr>
          <p:cNvGrpSpPr>
            <a:grpSpLocks noChangeAspect="1"/>
          </p:cNvGrpSpPr>
          <p:nvPr userDrawn="1"/>
        </p:nvGrpSpPr>
        <p:grpSpPr bwMode="auto">
          <a:xfrm>
            <a:off x="10421934" y="6308714"/>
            <a:ext cx="1162049" cy="266699"/>
            <a:chOff x="6565" y="3974"/>
            <a:chExt cx="732" cy="168"/>
          </a:xfrm>
          <a:solidFill>
            <a:schemeClr val="tx2"/>
          </a:solidFill>
        </p:grpSpPr>
        <p:sp>
          <p:nvSpPr>
            <p:cNvPr id="10" name="Freeform 5">
              <a:extLst>
                <a:ext uri="{FF2B5EF4-FFF2-40B4-BE49-F238E27FC236}">
                  <a16:creationId xmlns:a16="http://schemas.microsoft.com/office/drawing/2014/main" id="{059B3F35-46A5-4575-8F16-117325A6EA7C}"/>
                </a:ext>
              </a:extLst>
            </p:cNvPr>
            <p:cNvSpPr>
              <a:spLocks/>
            </p:cNvSpPr>
            <p:nvPr userDrawn="1"/>
          </p:nvSpPr>
          <p:spPr bwMode="auto">
            <a:xfrm>
              <a:off x="6718" y="3974"/>
              <a:ext cx="146" cy="168"/>
            </a:xfrm>
            <a:custGeom>
              <a:avLst/>
              <a:gdLst>
                <a:gd name="T0" fmla="*/ 626 w 634"/>
                <a:gd name="T1" fmla="*/ 0 h 725"/>
                <a:gd name="T2" fmla="*/ 626 w 634"/>
                <a:gd name="T3" fmla="*/ 0 h 725"/>
                <a:gd name="T4" fmla="*/ 527 w 634"/>
                <a:gd name="T5" fmla="*/ 0 h 725"/>
                <a:gd name="T6" fmla="*/ 519 w 634"/>
                <a:gd name="T7" fmla="*/ 6 h 725"/>
                <a:gd name="T8" fmla="*/ 326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1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4" y="0"/>
                    <a:pt x="520" y="2"/>
                    <a:pt x="519" y="6"/>
                  </a:cubicBezTo>
                  <a:lnTo>
                    <a:pt x="326" y="456"/>
                  </a:lnTo>
                  <a:cubicBezTo>
                    <a:pt x="323" y="462"/>
                    <a:pt x="313" y="462"/>
                    <a:pt x="310" y="456"/>
                  </a:cubicBezTo>
                  <a:lnTo>
                    <a:pt x="117" y="6"/>
                  </a:lnTo>
                  <a:cubicBezTo>
                    <a:pt x="116" y="2"/>
                    <a:pt x="112" y="0"/>
                    <a:pt x="108" y="0"/>
                  </a:cubicBezTo>
                  <a:lnTo>
                    <a:pt x="9" y="0"/>
                  </a:lnTo>
                  <a:cubicBezTo>
                    <a:pt x="4" y="0"/>
                    <a:pt x="0" y="5"/>
                    <a:pt x="2" y="9"/>
                  </a:cubicBezTo>
                  <a:lnTo>
                    <a:pt x="311"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 name="Freeform 6">
              <a:extLst>
                <a:ext uri="{FF2B5EF4-FFF2-40B4-BE49-F238E27FC236}">
                  <a16:creationId xmlns:a16="http://schemas.microsoft.com/office/drawing/2014/main" id="{22A7D44C-C726-4110-B828-429688FC650D}"/>
                </a:ext>
              </a:extLst>
            </p:cNvPr>
            <p:cNvSpPr>
              <a:spLocks noEditPoints="1"/>
            </p:cNvSpPr>
            <p:nvPr userDrawn="1"/>
          </p:nvSpPr>
          <p:spPr bwMode="auto">
            <a:xfrm>
              <a:off x="6565" y="3974"/>
              <a:ext cx="170" cy="168"/>
            </a:xfrm>
            <a:custGeom>
              <a:avLst/>
              <a:gdLst>
                <a:gd name="T0" fmla="*/ 326 w 736"/>
                <a:gd name="T1" fmla="*/ 466 h 724"/>
                <a:gd name="T2" fmla="*/ 326 w 736"/>
                <a:gd name="T3" fmla="*/ 466 h 724"/>
                <a:gd name="T4" fmla="*/ 411 w 736"/>
                <a:gd name="T5" fmla="*/ 268 h 724"/>
                <a:gd name="T6" fmla="*/ 426 w 736"/>
                <a:gd name="T7" fmla="*/ 268 h 724"/>
                <a:gd name="T8" fmla="*/ 511 w 736"/>
                <a:gd name="T9" fmla="*/ 466 h 724"/>
                <a:gd name="T10" fmla="*/ 326 w 736"/>
                <a:gd name="T11" fmla="*/ 466 h 724"/>
                <a:gd name="T12" fmla="*/ 426 w 736"/>
                <a:gd name="T13" fmla="*/ 6 h 724"/>
                <a:gd name="T14" fmla="*/ 426 w 736"/>
                <a:gd name="T15" fmla="*/ 6 h 724"/>
                <a:gd name="T16" fmla="*/ 409 w 736"/>
                <a:gd name="T17" fmla="*/ 6 h 724"/>
                <a:gd name="T18" fmla="*/ 211 w 736"/>
                <a:gd name="T19" fmla="*/ 466 h 724"/>
                <a:gd name="T20" fmla="*/ 7 w 736"/>
                <a:gd name="T21" fmla="*/ 466 h 724"/>
                <a:gd name="T22" fmla="*/ 1 w 736"/>
                <a:gd name="T23" fmla="*/ 475 h 724"/>
                <a:gd name="T24" fmla="*/ 40 w 736"/>
                <a:gd name="T25" fmla="*/ 560 h 724"/>
                <a:gd name="T26" fmla="*/ 53 w 736"/>
                <a:gd name="T27" fmla="*/ 569 h 724"/>
                <a:gd name="T28" fmla="*/ 167 w 736"/>
                <a:gd name="T29" fmla="*/ 569 h 724"/>
                <a:gd name="T30" fmla="*/ 104 w 736"/>
                <a:gd name="T31" fmla="*/ 715 h 724"/>
                <a:gd name="T32" fmla="*/ 111 w 736"/>
                <a:gd name="T33" fmla="*/ 724 h 724"/>
                <a:gd name="T34" fmla="*/ 209 w 736"/>
                <a:gd name="T35" fmla="*/ 724 h 724"/>
                <a:gd name="T36" fmla="*/ 218 w 736"/>
                <a:gd name="T37" fmla="*/ 719 h 724"/>
                <a:gd name="T38" fmla="*/ 282 w 736"/>
                <a:gd name="T39" fmla="*/ 569 h 724"/>
                <a:gd name="T40" fmla="*/ 555 w 736"/>
                <a:gd name="T41" fmla="*/ 569 h 724"/>
                <a:gd name="T42" fmla="*/ 619 w 736"/>
                <a:gd name="T43" fmla="*/ 719 h 724"/>
                <a:gd name="T44" fmla="*/ 628 w 736"/>
                <a:gd name="T45" fmla="*/ 724 h 724"/>
                <a:gd name="T46" fmla="*/ 727 w 736"/>
                <a:gd name="T47" fmla="*/ 724 h 724"/>
                <a:gd name="T48" fmla="*/ 734 w 736"/>
                <a:gd name="T49" fmla="*/ 715 h 724"/>
                <a:gd name="T50" fmla="*/ 426 w 736"/>
                <a:gd name="T51"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36" h="724">
                  <a:moveTo>
                    <a:pt x="326" y="466"/>
                  </a:moveTo>
                  <a:lnTo>
                    <a:pt x="326" y="466"/>
                  </a:lnTo>
                  <a:lnTo>
                    <a:pt x="411" y="268"/>
                  </a:lnTo>
                  <a:cubicBezTo>
                    <a:pt x="414" y="261"/>
                    <a:pt x="423" y="261"/>
                    <a:pt x="426" y="268"/>
                  </a:cubicBezTo>
                  <a:lnTo>
                    <a:pt x="511" y="466"/>
                  </a:lnTo>
                  <a:lnTo>
                    <a:pt x="326" y="466"/>
                  </a:lnTo>
                  <a:close/>
                  <a:moveTo>
                    <a:pt x="426" y="6"/>
                  </a:moveTo>
                  <a:lnTo>
                    <a:pt x="426" y="6"/>
                  </a:lnTo>
                  <a:cubicBezTo>
                    <a:pt x="423" y="0"/>
                    <a:pt x="412" y="0"/>
                    <a:pt x="409" y="6"/>
                  </a:cubicBezTo>
                  <a:lnTo>
                    <a:pt x="211" y="466"/>
                  </a:lnTo>
                  <a:lnTo>
                    <a:pt x="7" y="466"/>
                  </a:lnTo>
                  <a:cubicBezTo>
                    <a:pt x="2" y="466"/>
                    <a:pt x="0" y="471"/>
                    <a:pt x="1" y="475"/>
                  </a:cubicBezTo>
                  <a:lnTo>
                    <a:pt x="40" y="560"/>
                  </a:lnTo>
                  <a:cubicBezTo>
                    <a:pt x="42" y="566"/>
                    <a:pt x="47" y="569"/>
                    <a:pt x="53" y="569"/>
                  </a:cubicBezTo>
                  <a:lnTo>
                    <a:pt x="167" y="569"/>
                  </a:lnTo>
                  <a:lnTo>
                    <a:pt x="104" y="715"/>
                  </a:lnTo>
                  <a:cubicBezTo>
                    <a:pt x="102" y="719"/>
                    <a:pt x="106" y="724"/>
                    <a:pt x="111" y="724"/>
                  </a:cubicBezTo>
                  <a:lnTo>
                    <a:pt x="209" y="724"/>
                  </a:lnTo>
                  <a:cubicBezTo>
                    <a:pt x="213" y="724"/>
                    <a:pt x="216" y="722"/>
                    <a:pt x="218" y="719"/>
                  </a:cubicBezTo>
                  <a:lnTo>
                    <a:pt x="282" y="569"/>
                  </a:lnTo>
                  <a:lnTo>
                    <a:pt x="555" y="569"/>
                  </a:lnTo>
                  <a:lnTo>
                    <a:pt x="619" y="719"/>
                  </a:lnTo>
                  <a:cubicBezTo>
                    <a:pt x="621" y="722"/>
                    <a:pt x="624" y="724"/>
                    <a:pt x="628" y="724"/>
                  </a:cubicBezTo>
                  <a:lnTo>
                    <a:pt x="727" y="724"/>
                  </a:lnTo>
                  <a:cubicBezTo>
                    <a:pt x="732" y="724"/>
                    <a:pt x="736" y="719"/>
                    <a:pt x="734" y="715"/>
                  </a:cubicBezTo>
                  <a:lnTo>
                    <a:pt x="426"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7">
              <a:extLst>
                <a:ext uri="{FF2B5EF4-FFF2-40B4-BE49-F238E27FC236}">
                  <a16:creationId xmlns:a16="http://schemas.microsoft.com/office/drawing/2014/main" id="{C7C11F05-F5D7-4FED-8F6E-8B13EB21E401}"/>
                </a:ext>
              </a:extLst>
            </p:cNvPr>
            <p:cNvSpPr>
              <a:spLocks/>
            </p:cNvSpPr>
            <p:nvPr userDrawn="1"/>
          </p:nvSpPr>
          <p:spPr bwMode="auto">
            <a:xfrm>
              <a:off x="7022" y="3974"/>
              <a:ext cx="146" cy="168"/>
            </a:xfrm>
            <a:custGeom>
              <a:avLst/>
              <a:gdLst>
                <a:gd name="T0" fmla="*/ 626 w 634"/>
                <a:gd name="T1" fmla="*/ 0 h 725"/>
                <a:gd name="T2" fmla="*/ 626 w 634"/>
                <a:gd name="T3" fmla="*/ 0 h 725"/>
                <a:gd name="T4" fmla="*/ 527 w 634"/>
                <a:gd name="T5" fmla="*/ 0 h 725"/>
                <a:gd name="T6" fmla="*/ 519 w 634"/>
                <a:gd name="T7" fmla="*/ 6 h 725"/>
                <a:gd name="T8" fmla="*/ 325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0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3" y="0"/>
                    <a:pt x="520" y="2"/>
                    <a:pt x="519" y="6"/>
                  </a:cubicBezTo>
                  <a:lnTo>
                    <a:pt x="325" y="456"/>
                  </a:lnTo>
                  <a:cubicBezTo>
                    <a:pt x="323" y="462"/>
                    <a:pt x="313" y="462"/>
                    <a:pt x="310" y="456"/>
                  </a:cubicBezTo>
                  <a:lnTo>
                    <a:pt x="117" y="6"/>
                  </a:lnTo>
                  <a:cubicBezTo>
                    <a:pt x="115" y="2"/>
                    <a:pt x="112" y="0"/>
                    <a:pt x="108" y="0"/>
                  </a:cubicBezTo>
                  <a:lnTo>
                    <a:pt x="9" y="0"/>
                  </a:lnTo>
                  <a:cubicBezTo>
                    <a:pt x="4" y="0"/>
                    <a:pt x="0" y="5"/>
                    <a:pt x="2" y="9"/>
                  </a:cubicBezTo>
                  <a:lnTo>
                    <a:pt x="310"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8">
              <a:extLst>
                <a:ext uri="{FF2B5EF4-FFF2-40B4-BE49-F238E27FC236}">
                  <a16:creationId xmlns:a16="http://schemas.microsoft.com/office/drawing/2014/main" id="{4B55EE27-3860-4009-9822-4097D4DEB483}"/>
                </a:ext>
              </a:extLst>
            </p:cNvPr>
            <p:cNvSpPr>
              <a:spLocks noEditPoints="1"/>
            </p:cNvSpPr>
            <p:nvPr userDrawn="1"/>
          </p:nvSpPr>
          <p:spPr bwMode="auto">
            <a:xfrm>
              <a:off x="7151" y="3974"/>
              <a:ext cx="146" cy="168"/>
            </a:xfrm>
            <a:custGeom>
              <a:avLst/>
              <a:gdLst>
                <a:gd name="T0" fmla="*/ 223 w 633"/>
                <a:gd name="T1" fmla="*/ 466 h 724"/>
                <a:gd name="T2" fmla="*/ 223 w 633"/>
                <a:gd name="T3" fmla="*/ 466 h 724"/>
                <a:gd name="T4" fmla="*/ 308 w 633"/>
                <a:gd name="T5" fmla="*/ 268 h 724"/>
                <a:gd name="T6" fmla="*/ 324 w 633"/>
                <a:gd name="T7" fmla="*/ 268 h 724"/>
                <a:gd name="T8" fmla="*/ 409 w 633"/>
                <a:gd name="T9" fmla="*/ 466 h 724"/>
                <a:gd name="T10" fmla="*/ 223 w 633"/>
                <a:gd name="T11" fmla="*/ 466 h 724"/>
                <a:gd name="T12" fmla="*/ 323 w 633"/>
                <a:gd name="T13" fmla="*/ 6 h 724"/>
                <a:gd name="T14" fmla="*/ 323 w 633"/>
                <a:gd name="T15" fmla="*/ 6 h 724"/>
                <a:gd name="T16" fmla="*/ 307 w 633"/>
                <a:gd name="T17" fmla="*/ 6 h 724"/>
                <a:gd name="T18" fmla="*/ 2 w 633"/>
                <a:gd name="T19" fmla="*/ 715 h 724"/>
                <a:gd name="T20" fmla="*/ 8 w 633"/>
                <a:gd name="T21" fmla="*/ 724 h 724"/>
                <a:gd name="T22" fmla="*/ 107 w 633"/>
                <a:gd name="T23" fmla="*/ 724 h 724"/>
                <a:gd name="T24" fmla="*/ 115 w 633"/>
                <a:gd name="T25" fmla="*/ 719 h 724"/>
                <a:gd name="T26" fmla="*/ 179 w 633"/>
                <a:gd name="T27" fmla="*/ 569 h 724"/>
                <a:gd name="T28" fmla="*/ 453 w 633"/>
                <a:gd name="T29" fmla="*/ 569 h 724"/>
                <a:gd name="T30" fmla="*/ 517 w 633"/>
                <a:gd name="T31" fmla="*/ 719 h 724"/>
                <a:gd name="T32" fmla="*/ 525 w 633"/>
                <a:gd name="T33" fmla="*/ 724 h 724"/>
                <a:gd name="T34" fmla="*/ 625 w 633"/>
                <a:gd name="T35" fmla="*/ 724 h 724"/>
                <a:gd name="T36" fmla="*/ 631 w 633"/>
                <a:gd name="T37" fmla="*/ 715 h 724"/>
                <a:gd name="T38" fmla="*/ 323 w 633"/>
                <a:gd name="T39"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3" h="724">
                  <a:moveTo>
                    <a:pt x="223" y="466"/>
                  </a:moveTo>
                  <a:lnTo>
                    <a:pt x="223" y="466"/>
                  </a:lnTo>
                  <a:lnTo>
                    <a:pt x="308" y="268"/>
                  </a:lnTo>
                  <a:cubicBezTo>
                    <a:pt x="311" y="261"/>
                    <a:pt x="321" y="261"/>
                    <a:pt x="324" y="268"/>
                  </a:cubicBezTo>
                  <a:lnTo>
                    <a:pt x="409" y="466"/>
                  </a:lnTo>
                  <a:lnTo>
                    <a:pt x="223" y="466"/>
                  </a:lnTo>
                  <a:close/>
                  <a:moveTo>
                    <a:pt x="323" y="6"/>
                  </a:moveTo>
                  <a:lnTo>
                    <a:pt x="323" y="6"/>
                  </a:lnTo>
                  <a:cubicBezTo>
                    <a:pt x="320" y="0"/>
                    <a:pt x="310" y="0"/>
                    <a:pt x="307" y="6"/>
                  </a:cubicBezTo>
                  <a:lnTo>
                    <a:pt x="2" y="715"/>
                  </a:lnTo>
                  <a:cubicBezTo>
                    <a:pt x="0" y="719"/>
                    <a:pt x="3" y="724"/>
                    <a:pt x="8" y="724"/>
                  </a:cubicBezTo>
                  <a:lnTo>
                    <a:pt x="107" y="724"/>
                  </a:lnTo>
                  <a:cubicBezTo>
                    <a:pt x="110" y="724"/>
                    <a:pt x="114" y="722"/>
                    <a:pt x="115" y="719"/>
                  </a:cubicBezTo>
                  <a:lnTo>
                    <a:pt x="179" y="569"/>
                  </a:lnTo>
                  <a:lnTo>
                    <a:pt x="453" y="569"/>
                  </a:lnTo>
                  <a:lnTo>
                    <a:pt x="517" y="719"/>
                  </a:lnTo>
                  <a:cubicBezTo>
                    <a:pt x="518" y="722"/>
                    <a:pt x="522" y="724"/>
                    <a:pt x="525" y="724"/>
                  </a:cubicBezTo>
                  <a:lnTo>
                    <a:pt x="625" y="724"/>
                  </a:lnTo>
                  <a:cubicBezTo>
                    <a:pt x="630" y="724"/>
                    <a:pt x="633" y="719"/>
                    <a:pt x="631" y="715"/>
                  </a:cubicBezTo>
                  <a:lnTo>
                    <a:pt x="323"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9">
              <a:extLst>
                <a:ext uri="{FF2B5EF4-FFF2-40B4-BE49-F238E27FC236}">
                  <a16:creationId xmlns:a16="http://schemas.microsoft.com/office/drawing/2014/main" id="{9647647E-E072-42D0-8327-BA9998BDB61A}"/>
                </a:ext>
              </a:extLst>
            </p:cNvPr>
            <p:cNvSpPr>
              <a:spLocks/>
            </p:cNvSpPr>
            <p:nvPr userDrawn="1"/>
          </p:nvSpPr>
          <p:spPr bwMode="auto">
            <a:xfrm>
              <a:off x="6888" y="3974"/>
              <a:ext cx="111" cy="24"/>
            </a:xfrm>
            <a:custGeom>
              <a:avLst/>
              <a:gdLst>
                <a:gd name="T0" fmla="*/ 473 w 480"/>
                <a:gd name="T1" fmla="*/ 0 h 105"/>
                <a:gd name="T2" fmla="*/ 473 w 480"/>
                <a:gd name="T3" fmla="*/ 0 h 105"/>
                <a:gd name="T4" fmla="*/ 7 w 480"/>
                <a:gd name="T5" fmla="*/ 0 h 105"/>
                <a:gd name="T6" fmla="*/ 0 w 480"/>
                <a:gd name="T7" fmla="*/ 6 h 105"/>
                <a:gd name="T8" fmla="*/ 0 w 480"/>
                <a:gd name="T9" fmla="*/ 98 h 105"/>
                <a:gd name="T10" fmla="*/ 7 w 480"/>
                <a:gd name="T11" fmla="*/ 105 h 105"/>
                <a:gd name="T12" fmla="*/ 473 w 480"/>
                <a:gd name="T13" fmla="*/ 105 h 105"/>
                <a:gd name="T14" fmla="*/ 480 w 480"/>
                <a:gd name="T15" fmla="*/ 98 h 105"/>
                <a:gd name="T16" fmla="*/ 480 w 480"/>
                <a:gd name="T17" fmla="*/ 6 h 105"/>
                <a:gd name="T18" fmla="*/ 473 w 480"/>
                <a:gd name="T19" fmla="*/ 0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5">
                  <a:moveTo>
                    <a:pt x="473" y="0"/>
                  </a:moveTo>
                  <a:lnTo>
                    <a:pt x="473" y="0"/>
                  </a:lnTo>
                  <a:lnTo>
                    <a:pt x="7" y="0"/>
                  </a:lnTo>
                  <a:cubicBezTo>
                    <a:pt x="3" y="0"/>
                    <a:pt x="0" y="3"/>
                    <a:pt x="0" y="6"/>
                  </a:cubicBezTo>
                  <a:lnTo>
                    <a:pt x="0" y="98"/>
                  </a:lnTo>
                  <a:cubicBezTo>
                    <a:pt x="0" y="102"/>
                    <a:pt x="3" y="105"/>
                    <a:pt x="7" y="105"/>
                  </a:cubicBezTo>
                  <a:lnTo>
                    <a:pt x="473" y="105"/>
                  </a:lnTo>
                  <a:cubicBezTo>
                    <a:pt x="477" y="105"/>
                    <a:pt x="480" y="102"/>
                    <a:pt x="480" y="98"/>
                  </a:cubicBezTo>
                  <a:lnTo>
                    <a:pt x="480" y="6"/>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10">
              <a:extLst>
                <a:ext uri="{FF2B5EF4-FFF2-40B4-BE49-F238E27FC236}">
                  <a16:creationId xmlns:a16="http://schemas.microsoft.com/office/drawing/2014/main" id="{324B6403-B8A9-40BF-AB59-E2CE8ECBDC0E}"/>
                </a:ext>
              </a:extLst>
            </p:cNvPr>
            <p:cNvSpPr>
              <a:spLocks/>
            </p:cNvSpPr>
            <p:nvPr userDrawn="1"/>
          </p:nvSpPr>
          <p:spPr bwMode="auto">
            <a:xfrm>
              <a:off x="6888" y="4045"/>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99 h 106"/>
                <a:gd name="T10" fmla="*/ 7 w 480"/>
                <a:gd name="T11" fmla="*/ 106 h 106"/>
                <a:gd name="T12" fmla="*/ 473 w 480"/>
                <a:gd name="T13" fmla="*/ 106 h 106"/>
                <a:gd name="T14" fmla="*/ 480 w 480"/>
                <a:gd name="T15" fmla="*/ 99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99"/>
                  </a:lnTo>
                  <a:cubicBezTo>
                    <a:pt x="0" y="103"/>
                    <a:pt x="3" y="106"/>
                    <a:pt x="7" y="106"/>
                  </a:cubicBezTo>
                  <a:lnTo>
                    <a:pt x="473" y="106"/>
                  </a:lnTo>
                  <a:cubicBezTo>
                    <a:pt x="477" y="106"/>
                    <a:pt x="480" y="103"/>
                    <a:pt x="480" y="99"/>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11">
              <a:extLst>
                <a:ext uri="{FF2B5EF4-FFF2-40B4-BE49-F238E27FC236}">
                  <a16:creationId xmlns:a16="http://schemas.microsoft.com/office/drawing/2014/main" id="{2708DED0-A42D-4765-A9FE-EEA008415148}"/>
                </a:ext>
              </a:extLst>
            </p:cNvPr>
            <p:cNvSpPr>
              <a:spLocks/>
            </p:cNvSpPr>
            <p:nvPr userDrawn="1"/>
          </p:nvSpPr>
          <p:spPr bwMode="auto">
            <a:xfrm>
              <a:off x="6888" y="4116"/>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100 h 106"/>
                <a:gd name="T10" fmla="*/ 7 w 480"/>
                <a:gd name="T11" fmla="*/ 106 h 106"/>
                <a:gd name="T12" fmla="*/ 473 w 480"/>
                <a:gd name="T13" fmla="*/ 106 h 106"/>
                <a:gd name="T14" fmla="*/ 480 w 480"/>
                <a:gd name="T15" fmla="*/ 100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100"/>
                  </a:lnTo>
                  <a:cubicBezTo>
                    <a:pt x="0" y="103"/>
                    <a:pt x="3" y="106"/>
                    <a:pt x="7" y="106"/>
                  </a:cubicBezTo>
                  <a:lnTo>
                    <a:pt x="473" y="106"/>
                  </a:lnTo>
                  <a:cubicBezTo>
                    <a:pt x="477" y="106"/>
                    <a:pt x="480" y="103"/>
                    <a:pt x="480" y="100"/>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3" name="Footer Placeholder 2">
            <a:extLst>
              <a:ext uri="{FF2B5EF4-FFF2-40B4-BE49-F238E27FC236}">
                <a16:creationId xmlns:a16="http://schemas.microsoft.com/office/drawing/2014/main" id="{7190A832-1E4B-5647-8582-2692691A2B3C}"/>
              </a:ext>
            </a:extLst>
          </p:cNvPr>
          <p:cNvSpPr>
            <a:spLocks noGrp="1"/>
          </p:cNvSpPr>
          <p:nvPr>
            <p:ph type="ftr" sz="quarter" idx="11"/>
          </p:nvPr>
        </p:nvSpPr>
        <p:spPr/>
        <p:txBody>
          <a:bodyPr/>
          <a:lstStyle/>
          <a:p>
            <a:r>
              <a:rPr lang="en-US" dirty="0"/>
              <a:t>For Internal Use Only. © 2026 AVEVA Group Limited or its subsidiaries. All rights reserved.</a:t>
            </a:r>
            <a:endParaRPr lang="en-GB" dirty="0"/>
          </a:p>
        </p:txBody>
      </p:sp>
      <p:sp>
        <p:nvSpPr>
          <p:cNvPr id="4" name="Slide Number Placeholder 3">
            <a:extLst>
              <a:ext uri="{FF2B5EF4-FFF2-40B4-BE49-F238E27FC236}">
                <a16:creationId xmlns:a16="http://schemas.microsoft.com/office/drawing/2014/main" id="{C23D17E1-7D7C-3D4D-87E7-3B12925D3696}"/>
              </a:ext>
            </a:extLst>
          </p:cNvPr>
          <p:cNvSpPr>
            <a:spLocks noGrp="1"/>
          </p:cNvSpPr>
          <p:nvPr>
            <p:ph type="sldNum" sz="quarter" idx="12"/>
          </p:nvPr>
        </p:nvSpPr>
        <p:spPr/>
        <p:txBody>
          <a:bodyPr/>
          <a:lstStyle/>
          <a:p>
            <a:fld id="{267CDB12-45E5-4FD7-AE50-9CB5AFC72BA1}" type="slidenum">
              <a:rPr lang="en-GB" smtClean="0"/>
              <a:pPr/>
              <a:t>‹#›</a:t>
            </a:fld>
            <a:endParaRPr lang="en-GB" dirty="0"/>
          </a:p>
        </p:txBody>
      </p:sp>
      <p:sp>
        <p:nvSpPr>
          <p:cNvPr id="69" name="TextBox 68">
            <a:extLst>
              <a:ext uri="{FF2B5EF4-FFF2-40B4-BE49-F238E27FC236}">
                <a16:creationId xmlns:a16="http://schemas.microsoft.com/office/drawing/2014/main" id="{CB2066EB-B7B1-4A5B-9465-B2E5506DC8DA}"/>
              </a:ext>
            </a:extLst>
          </p:cNvPr>
          <p:cNvSpPr txBox="1"/>
          <p:nvPr userDrawn="1"/>
        </p:nvSpPr>
        <p:spPr>
          <a:xfrm>
            <a:off x="0" y="-338924"/>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grpSp>
        <p:nvGrpSpPr>
          <p:cNvPr id="2" name="Group 1">
            <a:extLst>
              <a:ext uri="{FF2B5EF4-FFF2-40B4-BE49-F238E27FC236}">
                <a16:creationId xmlns:a16="http://schemas.microsoft.com/office/drawing/2014/main" id="{DB3191BD-2BF5-6C15-B68B-A410A80F781E}"/>
              </a:ext>
            </a:extLst>
          </p:cNvPr>
          <p:cNvGrpSpPr/>
          <p:nvPr userDrawn="1"/>
        </p:nvGrpSpPr>
        <p:grpSpPr>
          <a:xfrm>
            <a:off x="12485568" y="112729"/>
            <a:ext cx="2936672" cy="5883149"/>
            <a:chOff x="12485568" y="112729"/>
            <a:chExt cx="2936672" cy="5883149"/>
          </a:xfrm>
        </p:grpSpPr>
        <p:sp>
          <p:nvSpPr>
            <p:cNvPr id="5" name="Oval 4">
              <a:extLst>
                <a:ext uri="{FF2B5EF4-FFF2-40B4-BE49-F238E27FC236}">
                  <a16:creationId xmlns:a16="http://schemas.microsoft.com/office/drawing/2014/main" id="{65BE4525-EB8F-A820-CD55-7F0DF2DB7623}"/>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6" name="Oval 5">
              <a:extLst>
                <a:ext uri="{FF2B5EF4-FFF2-40B4-BE49-F238E27FC236}">
                  <a16:creationId xmlns:a16="http://schemas.microsoft.com/office/drawing/2014/main" id="{41EC4A14-8CE2-AB85-B0E7-613E50E6A5E2}"/>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7" name="Oval 6">
              <a:extLst>
                <a:ext uri="{FF2B5EF4-FFF2-40B4-BE49-F238E27FC236}">
                  <a16:creationId xmlns:a16="http://schemas.microsoft.com/office/drawing/2014/main" id="{440C0303-9554-38B9-0AF4-269892B19A1C}"/>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8" name="Rectangle 7">
              <a:extLst>
                <a:ext uri="{FF2B5EF4-FFF2-40B4-BE49-F238E27FC236}">
                  <a16:creationId xmlns:a16="http://schemas.microsoft.com/office/drawing/2014/main" id="{CF43031A-F1D1-8CAA-4310-37ADC6FAE809}"/>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18" name="Oval 17">
              <a:extLst>
                <a:ext uri="{FF2B5EF4-FFF2-40B4-BE49-F238E27FC236}">
                  <a16:creationId xmlns:a16="http://schemas.microsoft.com/office/drawing/2014/main" id="{D81E4DE3-2C77-4CF1-0599-1C43DEDC31B3}"/>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9" name="Oval 18">
              <a:extLst>
                <a:ext uri="{FF2B5EF4-FFF2-40B4-BE49-F238E27FC236}">
                  <a16:creationId xmlns:a16="http://schemas.microsoft.com/office/drawing/2014/main" id="{D5709EA8-3A13-DB26-2FB0-2DC85F69B149}"/>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0" name="Oval 19">
              <a:extLst>
                <a:ext uri="{FF2B5EF4-FFF2-40B4-BE49-F238E27FC236}">
                  <a16:creationId xmlns:a16="http://schemas.microsoft.com/office/drawing/2014/main" id="{37FA4108-8A72-A05E-562C-69B576B4B272}"/>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1" name="Oval 20">
              <a:extLst>
                <a:ext uri="{FF2B5EF4-FFF2-40B4-BE49-F238E27FC236}">
                  <a16:creationId xmlns:a16="http://schemas.microsoft.com/office/drawing/2014/main" id="{C866B96B-CFBC-D568-8822-1837FB9832A0}"/>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22" name="Group 21">
              <a:extLst>
                <a:ext uri="{FF2B5EF4-FFF2-40B4-BE49-F238E27FC236}">
                  <a16:creationId xmlns:a16="http://schemas.microsoft.com/office/drawing/2014/main" id="{618338A5-2E4F-16B8-C978-5398505BE179}"/>
                </a:ext>
              </a:extLst>
            </p:cNvPr>
            <p:cNvGrpSpPr/>
            <p:nvPr userDrawn="1"/>
          </p:nvGrpSpPr>
          <p:grpSpPr>
            <a:xfrm>
              <a:off x="12500773" y="3802778"/>
              <a:ext cx="971741" cy="1940780"/>
              <a:chOff x="12431200" y="2678506"/>
              <a:chExt cx="971741" cy="1940780"/>
            </a:xfrm>
          </p:grpSpPr>
          <p:sp>
            <p:nvSpPr>
              <p:cNvPr id="26" name="Rectangle 25">
                <a:extLst>
                  <a:ext uri="{FF2B5EF4-FFF2-40B4-BE49-F238E27FC236}">
                    <a16:creationId xmlns:a16="http://schemas.microsoft.com/office/drawing/2014/main" id="{C80BA5F5-5673-60EB-BA0C-8AEF76BEB186}"/>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27" name="Oval 26">
                <a:extLst>
                  <a:ext uri="{FF2B5EF4-FFF2-40B4-BE49-F238E27FC236}">
                    <a16:creationId xmlns:a16="http://schemas.microsoft.com/office/drawing/2014/main" id="{55152411-A30B-F8D5-496D-835755197043}"/>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8" name="Oval 27">
                <a:extLst>
                  <a:ext uri="{FF2B5EF4-FFF2-40B4-BE49-F238E27FC236}">
                    <a16:creationId xmlns:a16="http://schemas.microsoft.com/office/drawing/2014/main" id="{66F0773F-BCDB-2589-F803-ABDA1D9DFCB9}"/>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9" name="Oval 28">
                <a:extLst>
                  <a:ext uri="{FF2B5EF4-FFF2-40B4-BE49-F238E27FC236}">
                    <a16:creationId xmlns:a16="http://schemas.microsoft.com/office/drawing/2014/main" id="{6B84EF4C-C6CA-5918-9F64-1646BAE3B176}"/>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0" name="Oval 29">
                <a:extLst>
                  <a:ext uri="{FF2B5EF4-FFF2-40B4-BE49-F238E27FC236}">
                    <a16:creationId xmlns:a16="http://schemas.microsoft.com/office/drawing/2014/main" id="{2247A39E-9556-5ABE-238E-85ED4BC93F46}"/>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1" name="Oval 30">
                <a:extLst>
                  <a:ext uri="{FF2B5EF4-FFF2-40B4-BE49-F238E27FC236}">
                    <a16:creationId xmlns:a16="http://schemas.microsoft.com/office/drawing/2014/main" id="{BFA9D7D4-4509-75CD-0ACF-53CBCEF94AD4}"/>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2" name="Oval 31">
                <a:extLst>
                  <a:ext uri="{FF2B5EF4-FFF2-40B4-BE49-F238E27FC236}">
                    <a16:creationId xmlns:a16="http://schemas.microsoft.com/office/drawing/2014/main" id="{782D678E-F400-F147-CF30-48320F870645}"/>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23" name="TextBox 22">
              <a:extLst>
                <a:ext uri="{FF2B5EF4-FFF2-40B4-BE49-F238E27FC236}">
                  <a16:creationId xmlns:a16="http://schemas.microsoft.com/office/drawing/2014/main" id="{61FC8C32-3BD7-37FA-94B6-4541C4BA51CA}"/>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24" name="Picture 23">
              <a:extLst>
                <a:ext uri="{FF2B5EF4-FFF2-40B4-BE49-F238E27FC236}">
                  <a16:creationId xmlns:a16="http://schemas.microsoft.com/office/drawing/2014/main" id="{AB6FE6F1-54B8-0B3E-A5CB-7A92F60AD8DC}"/>
                </a:ext>
              </a:extLst>
            </p:cNvPr>
            <p:cNvPicPr>
              <a:picLocks noChangeAspect="1"/>
            </p:cNvPicPr>
            <p:nvPr userDrawn="1"/>
          </p:nvPicPr>
          <p:blipFill>
            <a:blip r:embed="rId3"/>
            <a:stretch>
              <a:fillRect/>
            </a:stretch>
          </p:blipFill>
          <p:spPr>
            <a:xfrm>
              <a:off x="14012244" y="4384548"/>
              <a:ext cx="1088171" cy="1611330"/>
            </a:xfrm>
            <a:prstGeom prst="rect">
              <a:avLst/>
            </a:prstGeom>
          </p:spPr>
        </p:pic>
        <p:sp>
          <p:nvSpPr>
            <p:cNvPr id="25" name="Rectangle 24">
              <a:extLst>
                <a:ext uri="{FF2B5EF4-FFF2-40B4-BE49-F238E27FC236}">
                  <a16:creationId xmlns:a16="http://schemas.microsoft.com/office/drawing/2014/main" id="{BFF6306E-6651-7B24-1C09-DECB789CD078}"/>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16255770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End -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21758AD-A9E4-984C-3FD2-7A7777402165}"/>
              </a:ext>
            </a:extLst>
          </p:cNvPr>
          <p:cNvSpPr/>
          <p:nvPr userDrawn="1"/>
        </p:nvSpPr>
        <p:spPr>
          <a:xfrm>
            <a:off x="0" y="0"/>
            <a:ext cx="9103540" cy="6858000"/>
          </a:xfrm>
          <a:prstGeom prst="rect">
            <a:avLst/>
          </a:prstGeom>
          <a:gradFill>
            <a:gsLst>
              <a:gs pos="34000">
                <a:srgbClr val="6E05AA">
                  <a:alpha val="30000"/>
                </a:srgbClr>
              </a:gs>
              <a:gs pos="0">
                <a:srgbClr val="8E10C6">
                  <a:alpha val="0"/>
                </a:srgbClr>
              </a:gs>
              <a:gs pos="100000">
                <a:srgbClr val="6E05AA">
                  <a:alpha val="0"/>
                </a:srgbClr>
              </a:gs>
            </a:gsLst>
            <a:lin ang="0" scaled="0"/>
          </a:gradFill>
          <a:ln w="222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err="1">
              <a:solidFill>
                <a:schemeClr val="tx1"/>
              </a:solidFill>
            </a:endParaRPr>
          </a:p>
        </p:txBody>
      </p:sp>
      <p:grpSp>
        <p:nvGrpSpPr>
          <p:cNvPr id="12" name="Group 4">
            <a:extLst>
              <a:ext uri="{FF2B5EF4-FFF2-40B4-BE49-F238E27FC236}">
                <a16:creationId xmlns:a16="http://schemas.microsoft.com/office/drawing/2014/main" id="{5D535710-110B-4BA6-A0F8-6B15B1C93D3C}"/>
              </a:ext>
            </a:extLst>
          </p:cNvPr>
          <p:cNvGrpSpPr>
            <a:grpSpLocks noChangeAspect="1"/>
          </p:cNvGrpSpPr>
          <p:nvPr userDrawn="1"/>
        </p:nvGrpSpPr>
        <p:grpSpPr bwMode="auto">
          <a:xfrm>
            <a:off x="10421934" y="6308714"/>
            <a:ext cx="1162049" cy="266699"/>
            <a:chOff x="6565" y="3974"/>
            <a:chExt cx="732" cy="168"/>
          </a:xfrm>
          <a:solidFill>
            <a:schemeClr val="bg1"/>
          </a:solidFill>
        </p:grpSpPr>
        <p:sp>
          <p:nvSpPr>
            <p:cNvPr id="13" name="Freeform 5">
              <a:extLst>
                <a:ext uri="{FF2B5EF4-FFF2-40B4-BE49-F238E27FC236}">
                  <a16:creationId xmlns:a16="http://schemas.microsoft.com/office/drawing/2014/main" id="{ABFE6996-7BB9-4768-952C-92EB906C148D}"/>
                </a:ext>
              </a:extLst>
            </p:cNvPr>
            <p:cNvSpPr>
              <a:spLocks/>
            </p:cNvSpPr>
            <p:nvPr userDrawn="1"/>
          </p:nvSpPr>
          <p:spPr bwMode="auto">
            <a:xfrm>
              <a:off x="6718" y="3974"/>
              <a:ext cx="146" cy="168"/>
            </a:xfrm>
            <a:custGeom>
              <a:avLst/>
              <a:gdLst>
                <a:gd name="T0" fmla="*/ 626 w 634"/>
                <a:gd name="T1" fmla="*/ 0 h 725"/>
                <a:gd name="T2" fmla="*/ 626 w 634"/>
                <a:gd name="T3" fmla="*/ 0 h 725"/>
                <a:gd name="T4" fmla="*/ 527 w 634"/>
                <a:gd name="T5" fmla="*/ 0 h 725"/>
                <a:gd name="T6" fmla="*/ 519 w 634"/>
                <a:gd name="T7" fmla="*/ 6 h 725"/>
                <a:gd name="T8" fmla="*/ 326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1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4" y="0"/>
                    <a:pt x="520" y="2"/>
                    <a:pt x="519" y="6"/>
                  </a:cubicBezTo>
                  <a:lnTo>
                    <a:pt x="326" y="456"/>
                  </a:lnTo>
                  <a:cubicBezTo>
                    <a:pt x="323" y="462"/>
                    <a:pt x="313" y="462"/>
                    <a:pt x="310" y="456"/>
                  </a:cubicBezTo>
                  <a:lnTo>
                    <a:pt x="117" y="6"/>
                  </a:lnTo>
                  <a:cubicBezTo>
                    <a:pt x="116" y="2"/>
                    <a:pt x="112" y="0"/>
                    <a:pt x="108" y="0"/>
                  </a:cubicBezTo>
                  <a:lnTo>
                    <a:pt x="9" y="0"/>
                  </a:lnTo>
                  <a:cubicBezTo>
                    <a:pt x="4" y="0"/>
                    <a:pt x="0" y="5"/>
                    <a:pt x="2" y="9"/>
                  </a:cubicBezTo>
                  <a:lnTo>
                    <a:pt x="311"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6">
              <a:extLst>
                <a:ext uri="{FF2B5EF4-FFF2-40B4-BE49-F238E27FC236}">
                  <a16:creationId xmlns:a16="http://schemas.microsoft.com/office/drawing/2014/main" id="{2C7E5DEA-DA34-44D7-ACE9-32FBD7872A1D}"/>
                </a:ext>
              </a:extLst>
            </p:cNvPr>
            <p:cNvSpPr>
              <a:spLocks noEditPoints="1"/>
            </p:cNvSpPr>
            <p:nvPr userDrawn="1"/>
          </p:nvSpPr>
          <p:spPr bwMode="auto">
            <a:xfrm>
              <a:off x="6565" y="3974"/>
              <a:ext cx="170" cy="168"/>
            </a:xfrm>
            <a:custGeom>
              <a:avLst/>
              <a:gdLst>
                <a:gd name="T0" fmla="*/ 326 w 736"/>
                <a:gd name="T1" fmla="*/ 466 h 724"/>
                <a:gd name="T2" fmla="*/ 326 w 736"/>
                <a:gd name="T3" fmla="*/ 466 h 724"/>
                <a:gd name="T4" fmla="*/ 411 w 736"/>
                <a:gd name="T5" fmla="*/ 268 h 724"/>
                <a:gd name="T6" fmla="*/ 426 w 736"/>
                <a:gd name="T7" fmla="*/ 268 h 724"/>
                <a:gd name="T8" fmla="*/ 511 w 736"/>
                <a:gd name="T9" fmla="*/ 466 h 724"/>
                <a:gd name="T10" fmla="*/ 326 w 736"/>
                <a:gd name="T11" fmla="*/ 466 h 724"/>
                <a:gd name="T12" fmla="*/ 426 w 736"/>
                <a:gd name="T13" fmla="*/ 6 h 724"/>
                <a:gd name="T14" fmla="*/ 426 w 736"/>
                <a:gd name="T15" fmla="*/ 6 h 724"/>
                <a:gd name="T16" fmla="*/ 409 w 736"/>
                <a:gd name="T17" fmla="*/ 6 h 724"/>
                <a:gd name="T18" fmla="*/ 211 w 736"/>
                <a:gd name="T19" fmla="*/ 466 h 724"/>
                <a:gd name="T20" fmla="*/ 7 w 736"/>
                <a:gd name="T21" fmla="*/ 466 h 724"/>
                <a:gd name="T22" fmla="*/ 1 w 736"/>
                <a:gd name="T23" fmla="*/ 475 h 724"/>
                <a:gd name="T24" fmla="*/ 40 w 736"/>
                <a:gd name="T25" fmla="*/ 560 h 724"/>
                <a:gd name="T26" fmla="*/ 53 w 736"/>
                <a:gd name="T27" fmla="*/ 569 h 724"/>
                <a:gd name="T28" fmla="*/ 167 w 736"/>
                <a:gd name="T29" fmla="*/ 569 h 724"/>
                <a:gd name="T30" fmla="*/ 104 w 736"/>
                <a:gd name="T31" fmla="*/ 715 h 724"/>
                <a:gd name="T32" fmla="*/ 111 w 736"/>
                <a:gd name="T33" fmla="*/ 724 h 724"/>
                <a:gd name="T34" fmla="*/ 209 w 736"/>
                <a:gd name="T35" fmla="*/ 724 h 724"/>
                <a:gd name="T36" fmla="*/ 218 w 736"/>
                <a:gd name="T37" fmla="*/ 719 h 724"/>
                <a:gd name="T38" fmla="*/ 282 w 736"/>
                <a:gd name="T39" fmla="*/ 569 h 724"/>
                <a:gd name="T40" fmla="*/ 555 w 736"/>
                <a:gd name="T41" fmla="*/ 569 h 724"/>
                <a:gd name="T42" fmla="*/ 619 w 736"/>
                <a:gd name="T43" fmla="*/ 719 h 724"/>
                <a:gd name="T44" fmla="*/ 628 w 736"/>
                <a:gd name="T45" fmla="*/ 724 h 724"/>
                <a:gd name="T46" fmla="*/ 727 w 736"/>
                <a:gd name="T47" fmla="*/ 724 h 724"/>
                <a:gd name="T48" fmla="*/ 734 w 736"/>
                <a:gd name="T49" fmla="*/ 715 h 724"/>
                <a:gd name="T50" fmla="*/ 426 w 736"/>
                <a:gd name="T51"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36" h="724">
                  <a:moveTo>
                    <a:pt x="326" y="466"/>
                  </a:moveTo>
                  <a:lnTo>
                    <a:pt x="326" y="466"/>
                  </a:lnTo>
                  <a:lnTo>
                    <a:pt x="411" y="268"/>
                  </a:lnTo>
                  <a:cubicBezTo>
                    <a:pt x="414" y="261"/>
                    <a:pt x="423" y="261"/>
                    <a:pt x="426" y="268"/>
                  </a:cubicBezTo>
                  <a:lnTo>
                    <a:pt x="511" y="466"/>
                  </a:lnTo>
                  <a:lnTo>
                    <a:pt x="326" y="466"/>
                  </a:lnTo>
                  <a:close/>
                  <a:moveTo>
                    <a:pt x="426" y="6"/>
                  </a:moveTo>
                  <a:lnTo>
                    <a:pt x="426" y="6"/>
                  </a:lnTo>
                  <a:cubicBezTo>
                    <a:pt x="423" y="0"/>
                    <a:pt x="412" y="0"/>
                    <a:pt x="409" y="6"/>
                  </a:cubicBezTo>
                  <a:lnTo>
                    <a:pt x="211" y="466"/>
                  </a:lnTo>
                  <a:lnTo>
                    <a:pt x="7" y="466"/>
                  </a:lnTo>
                  <a:cubicBezTo>
                    <a:pt x="2" y="466"/>
                    <a:pt x="0" y="471"/>
                    <a:pt x="1" y="475"/>
                  </a:cubicBezTo>
                  <a:lnTo>
                    <a:pt x="40" y="560"/>
                  </a:lnTo>
                  <a:cubicBezTo>
                    <a:pt x="42" y="566"/>
                    <a:pt x="47" y="569"/>
                    <a:pt x="53" y="569"/>
                  </a:cubicBezTo>
                  <a:lnTo>
                    <a:pt x="167" y="569"/>
                  </a:lnTo>
                  <a:lnTo>
                    <a:pt x="104" y="715"/>
                  </a:lnTo>
                  <a:cubicBezTo>
                    <a:pt x="102" y="719"/>
                    <a:pt x="106" y="724"/>
                    <a:pt x="111" y="724"/>
                  </a:cubicBezTo>
                  <a:lnTo>
                    <a:pt x="209" y="724"/>
                  </a:lnTo>
                  <a:cubicBezTo>
                    <a:pt x="213" y="724"/>
                    <a:pt x="216" y="722"/>
                    <a:pt x="218" y="719"/>
                  </a:cubicBezTo>
                  <a:lnTo>
                    <a:pt x="282" y="569"/>
                  </a:lnTo>
                  <a:lnTo>
                    <a:pt x="555" y="569"/>
                  </a:lnTo>
                  <a:lnTo>
                    <a:pt x="619" y="719"/>
                  </a:lnTo>
                  <a:cubicBezTo>
                    <a:pt x="621" y="722"/>
                    <a:pt x="624" y="724"/>
                    <a:pt x="628" y="724"/>
                  </a:cubicBezTo>
                  <a:lnTo>
                    <a:pt x="727" y="724"/>
                  </a:lnTo>
                  <a:cubicBezTo>
                    <a:pt x="732" y="724"/>
                    <a:pt x="736" y="719"/>
                    <a:pt x="734" y="715"/>
                  </a:cubicBezTo>
                  <a:lnTo>
                    <a:pt x="426"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7">
              <a:extLst>
                <a:ext uri="{FF2B5EF4-FFF2-40B4-BE49-F238E27FC236}">
                  <a16:creationId xmlns:a16="http://schemas.microsoft.com/office/drawing/2014/main" id="{14014E3B-91DD-4937-9B32-D8ADB6791DD4}"/>
                </a:ext>
              </a:extLst>
            </p:cNvPr>
            <p:cNvSpPr>
              <a:spLocks/>
            </p:cNvSpPr>
            <p:nvPr userDrawn="1"/>
          </p:nvSpPr>
          <p:spPr bwMode="auto">
            <a:xfrm>
              <a:off x="7022" y="3974"/>
              <a:ext cx="146" cy="168"/>
            </a:xfrm>
            <a:custGeom>
              <a:avLst/>
              <a:gdLst>
                <a:gd name="T0" fmla="*/ 626 w 634"/>
                <a:gd name="T1" fmla="*/ 0 h 725"/>
                <a:gd name="T2" fmla="*/ 626 w 634"/>
                <a:gd name="T3" fmla="*/ 0 h 725"/>
                <a:gd name="T4" fmla="*/ 527 w 634"/>
                <a:gd name="T5" fmla="*/ 0 h 725"/>
                <a:gd name="T6" fmla="*/ 519 w 634"/>
                <a:gd name="T7" fmla="*/ 6 h 725"/>
                <a:gd name="T8" fmla="*/ 325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0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3" y="0"/>
                    <a:pt x="520" y="2"/>
                    <a:pt x="519" y="6"/>
                  </a:cubicBezTo>
                  <a:lnTo>
                    <a:pt x="325" y="456"/>
                  </a:lnTo>
                  <a:cubicBezTo>
                    <a:pt x="323" y="462"/>
                    <a:pt x="313" y="462"/>
                    <a:pt x="310" y="456"/>
                  </a:cubicBezTo>
                  <a:lnTo>
                    <a:pt x="117" y="6"/>
                  </a:lnTo>
                  <a:cubicBezTo>
                    <a:pt x="115" y="2"/>
                    <a:pt x="112" y="0"/>
                    <a:pt x="108" y="0"/>
                  </a:cubicBezTo>
                  <a:lnTo>
                    <a:pt x="9" y="0"/>
                  </a:lnTo>
                  <a:cubicBezTo>
                    <a:pt x="4" y="0"/>
                    <a:pt x="0" y="5"/>
                    <a:pt x="2" y="9"/>
                  </a:cubicBezTo>
                  <a:lnTo>
                    <a:pt x="310"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8">
              <a:extLst>
                <a:ext uri="{FF2B5EF4-FFF2-40B4-BE49-F238E27FC236}">
                  <a16:creationId xmlns:a16="http://schemas.microsoft.com/office/drawing/2014/main" id="{A7166DEF-2B9E-43F8-B349-2DE7372122F8}"/>
                </a:ext>
              </a:extLst>
            </p:cNvPr>
            <p:cNvSpPr>
              <a:spLocks noEditPoints="1"/>
            </p:cNvSpPr>
            <p:nvPr userDrawn="1"/>
          </p:nvSpPr>
          <p:spPr bwMode="auto">
            <a:xfrm>
              <a:off x="7151" y="3974"/>
              <a:ext cx="146" cy="168"/>
            </a:xfrm>
            <a:custGeom>
              <a:avLst/>
              <a:gdLst>
                <a:gd name="T0" fmla="*/ 223 w 633"/>
                <a:gd name="T1" fmla="*/ 466 h 724"/>
                <a:gd name="T2" fmla="*/ 223 w 633"/>
                <a:gd name="T3" fmla="*/ 466 h 724"/>
                <a:gd name="T4" fmla="*/ 308 w 633"/>
                <a:gd name="T5" fmla="*/ 268 h 724"/>
                <a:gd name="T6" fmla="*/ 324 w 633"/>
                <a:gd name="T7" fmla="*/ 268 h 724"/>
                <a:gd name="T8" fmla="*/ 409 w 633"/>
                <a:gd name="T9" fmla="*/ 466 h 724"/>
                <a:gd name="T10" fmla="*/ 223 w 633"/>
                <a:gd name="T11" fmla="*/ 466 h 724"/>
                <a:gd name="T12" fmla="*/ 323 w 633"/>
                <a:gd name="T13" fmla="*/ 6 h 724"/>
                <a:gd name="T14" fmla="*/ 323 w 633"/>
                <a:gd name="T15" fmla="*/ 6 h 724"/>
                <a:gd name="T16" fmla="*/ 307 w 633"/>
                <a:gd name="T17" fmla="*/ 6 h 724"/>
                <a:gd name="T18" fmla="*/ 2 w 633"/>
                <a:gd name="T19" fmla="*/ 715 h 724"/>
                <a:gd name="T20" fmla="*/ 8 w 633"/>
                <a:gd name="T21" fmla="*/ 724 h 724"/>
                <a:gd name="T22" fmla="*/ 107 w 633"/>
                <a:gd name="T23" fmla="*/ 724 h 724"/>
                <a:gd name="T24" fmla="*/ 115 w 633"/>
                <a:gd name="T25" fmla="*/ 719 h 724"/>
                <a:gd name="T26" fmla="*/ 179 w 633"/>
                <a:gd name="T27" fmla="*/ 569 h 724"/>
                <a:gd name="T28" fmla="*/ 453 w 633"/>
                <a:gd name="T29" fmla="*/ 569 h 724"/>
                <a:gd name="T30" fmla="*/ 517 w 633"/>
                <a:gd name="T31" fmla="*/ 719 h 724"/>
                <a:gd name="T32" fmla="*/ 525 w 633"/>
                <a:gd name="T33" fmla="*/ 724 h 724"/>
                <a:gd name="T34" fmla="*/ 625 w 633"/>
                <a:gd name="T35" fmla="*/ 724 h 724"/>
                <a:gd name="T36" fmla="*/ 631 w 633"/>
                <a:gd name="T37" fmla="*/ 715 h 724"/>
                <a:gd name="T38" fmla="*/ 323 w 633"/>
                <a:gd name="T39"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3" h="724">
                  <a:moveTo>
                    <a:pt x="223" y="466"/>
                  </a:moveTo>
                  <a:lnTo>
                    <a:pt x="223" y="466"/>
                  </a:lnTo>
                  <a:lnTo>
                    <a:pt x="308" y="268"/>
                  </a:lnTo>
                  <a:cubicBezTo>
                    <a:pt x="311" y="261"/>
                    <a:pt x="321" y="261"/>
                    <a:pt x="324" y="268"/>
                  </a:cubicBezTo>
                  <a:lnTo>
                    <a:pt x="409" y="466"/>
                  </a:lnTo>
                  <a:lnTo>
                    <a:pt x="223" y="466"/>
                  </a:lnTo>
                  <a:close/>
                  <a:moveTo>
                    <a:pt x="323" y="6"/>
                  </a:moveTo>
                  <a:lnTo>
                    <a:pt x="323" y="6"/>
                  </a:lnTo>
                  <a:cubicBezTo>
                    <a:pt x="320" y="0"/>
                    <a:pt x="310" y="0"/>
                    <a:pt x="307" y="6"/>
                  </a:cubicBezTo>
                  <a:lnTo>
                    <a:pt x="2" y="715"/>
                  </a:lnTo>
                  <a:cubicBezTo>
                    <a:pt x="0" y="719"/>
                    <a:pt x="3" y="724"/>
                    <a:pt x="8" y="724"/>
                  </a:cubicBezTo>
                  <a:lnTo>
                    <a:pt x="107" y="724"/>
                  </a:lnTo>
                  <a:cubicBezTo>
                    <a:pt x="110" y="724"/>
                    <a:pt x="114" y="722"/>
                    <a:pt x="115" y="719"/>
                  </a:cubicBezTo>
                  <a:lnTo>
                    <a:pt x="179" y="569"/>
                  </a:lnTo>
                  <a:lnTo>
                    <a:pt x="453" y="569"/>
                  </a:lnTo>
                  <a:lnTo>
                    <a:pt x="517" y="719"/>
                  </a:lnTo>
                  <a:cubicBezTo>
                    <a:pt x="518" y="722"/>
                    <a:pt x="522" y="724"/>
                    <a:pt x="525" y="724"/>
                  </a:cubicBezTo>
                  <a:lnTo>
                    <a:pt x="625" y="724"/>
                  </a:lnTo>
                  <a:cubicBezTo>
                    <a:pt x="630" y="724"/>
                    <a:pt x="633" y="719"/>
                    <a:pt x="631" y="715"/>
                  </a:cubicBezTo>
                  <a:lnTo>
                    <a:pt x="323"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9">
              <a:extLst>
                <a:ext uri="{FF2B5EF4-FFF2-40B4-BE49-F238E27FC236}">
                  <a16:creationId xmlns:a16="http://schemas.microsoft.com/office/drawing/2014/main" id="{7868DEBD-9196-41C8-A3F4-755F985685A7}"/>
                </a:ext>
              </a:extLst>
            </p:cNvPr>
            <p:cNvSpPr>
              <a:spLocks/>
            </p:cNvSpPr>
            <p:nvPr userDrawn="1"/>
          </p:nvSpPr>
          <p:spPr bwMode="auto">
            <a:xfrm>
              <a:off x="6888" y="3974"/>
              <a:ext cx="111" cy="24"/>
            </a:xfrm>
            <a:custGeom>
              <a:avLst/>
              <a:gdLst>
                <a:gd name="T0" fmla="*/ 473 w 480"/>
                <a:gd name="T1" fmla="*/ 0 h 105"/>
                <a:gd name="T2" fmla="*/ 473 w 480"/>
                <a:gd name="T3" fmla="*/ 0 h 105"/>
                <a:gd name="T4" fmla="*/ 7 w 480"/>
                <a:gd name="T5" fmla="*/ 0 h 105"/>
                <a:gd name="T6" fmla="*/ 0 w 480"/>
                <a:gd name="T7" fmla="*/ 6 h 105"/>
                <a:gd name="T8" fmla="*/ 0 w 480"/>
                <a:gd name="T9" fmla="*/ 98 h 105"/>
                <a:gd name="T10" fmla="*/ 7 w 480"/>
                <a:gd name="T11" fmla="*/ 105 h 105"/>
                <a:gd name="T12" fmla="*/ 473 w 480"/>
                <a:gd name="T13" fmla="*/ 105 h 105"/>
                <a:gd name="T14" fmla="*/ 480 w 480"/>
                <a:gd name="T15" fmla="*/ 98 h 105"/>
                <a:gd name="T16" fmla="*/ 480 w 480"/>
                <a:gd name="T17" fmla="*/ 6 h 105"/>
                <a:gd name="T18" fmla="*/ 473 w 480"/>
                <a:gd name="T19" fmla="*/ 0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5">
                  <a:moveTo>
                    <a:pt x="473" y="0"/>
                  </a:moveTo>
                  <a:lnTo>
                    <a:pt x="473" y="0"/>
                  </a:lnTo>
                  <a:lnTo>
                    <a:pt x="7" y="0"/>
                  </a:lnTo>
                  <a:cubicBezTo>
                    <a:pt x="3" y="0"/>
                    <a:pt x="0" y="3"/>
                    <a:pt x="0" y="6"/>
                  </a:cubicBezTo>
                  <a:lnTo>
                    <a:pt x="0" y="98"/>
                  </a:lnTo>
                  <a:cubicBezTo>
                    <a:pt x="0" y="102"/>
                    <a:pt x="3" y="105"/>
                    <a:pt x="7" y="105"/>
                  </a:cubicBezTo>
                  <a:lnTo>
                    <a:pt x="473" y="105"/>
                  </a:lnTo>
                  <a:cubicBezTo>
                    <a:pt x="477" y="105"/>
                    <a:pt x="480" y="102"/>
                    <a:pt x="480" y="98"/>
                  </a:cubicBezTo>
                  <a:lnTo>
                    <a:pt x="480" y="6"/>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Freeform 10">
              <a:extLst>
                <a:ext uri="{FF2B5EF4-FFF2-40B4-BE49-F238E27FC236}">
                  <a16:creationId xmlns:a16="http://schemas.microsoft.com/office/drawing/2014/main" id="{93AD75E9-9DBC-4352-BE73-BA4D8CC97EF5}"/>
                </a:ext>
              </a:extLst>
            </p:cNvPr>
            <p:cNvSpPr>
              <a:spLocks/>
            </p:cNvSpPr>
            <p:nvPr userDrawn="1"/>
          </p:nvSpPr>
          <p:spPr bwMode="auto">
            <a:xfrm>
              <a:off x="6888" y="4045"/>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99 h 106"/>
                <a:gd name="T10" fmla="*/ 7 w 480"/>
                <a:gd name="T11" fmla="*/ 106 h 106"/>
                <a:gd name="T12" fmla="*/ 473 w 480"/>
                <a:gd name="T13" fmla="*/ 106 h 106"/>
                <a:gd name="T14" fmla="*/ 480 w 480"/>
                <a:gd name="T15" fmla="*/ 99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99"/>
                  </a:lnTo>
                  <a:cubicBezTo>
                    <a:pt x="0" y="103"/>
                    <a:pt x="3" y="106"/>
                    <a:pt x="7" y="106"/>
                  </a:cubicBezTo>
                  <a:lnTo>
                    <a:pt x="473" y="106"/>
                  </a:lnTo>
                  <a:cubicBezTo>
                    <a:pt x="477" y="106"/>
                    <a:pt x="480" y="103"/>
                    <a:pt x="480" y="99"/>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 name="Freeform 11">
              <a:extLst>
                <a:ext uri="{FF2B5EF4-FFF2-40B4-BE49-F238E27FC236}">
                  <a16:creationId xmlns:a16="http://schemas.microsoft.com/office/drawing/2014/main" id="{F9683FFC-62CA-4760-BB37-64E8DEE61445}"/>
                </a:ext>
              </a:extLst>
            </p:cNvPr>
            <p:cNvSpPr>
              <a:spLocks/>
            </p:cNvSpPr>
            <p:nvPr userDrawn="1"/>
          </p:nvSpPr>
          <p:spPr bwMode="auto">
            <a:xfrm>
              <a:off x="6888" y="4116"/>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100 h 106"/>
                <a:gd name="T10" fmla="*/ 7 w 480"/>
                <a:gd name="T11" fmla="*/ 106 h 106"/>
                <a:gd name="T12" fmla="*/ 473 w 480"/>
                <a:gd name="T13" fmla="*/ 106 h 106"/>
                <a:gd name="T14" fmla="*/ 480 w 480"/>
                <a:gd name="T15" fmla="*/ 100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100"/>
                  </a:lnTo>
                  <a:cubicBezTo>
                    <a:pt x="0" y="103"/>
                    <a:pt x="3" y="106"/>
                    <a:pt x="7" y="106"/>
                  </a:cubicBezTo>
                  <a:lnTo>
                    <a:pt x="473" y="106"/>
                  </a:lnTo>
                  <a:cubicBezTo>
                    <a:pt x="477" y="106"/>
                    <a:pt x="480" y="103"/>
                    <a:pt x="480" y="100"/>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4" name="Footer Placeholder 3">
            <a:extLst>
              <a:ext uri="{FF2B5EF4-FFF2-40B4-BE49-F238E27FC236}">
                <a16:creationId xmlns:a16="http://schemas.microsoft.com/office/drawing/2014/main" id="{DF238032-A99E-1344-BEAE-3C0CBFCABE13}"/>
              </a:ext>
            </a:extLst>
          </p:cNvPr>
          <p:cNvSpPr>
            <a:spLocks noGrp="1"/>
          </p:cNvSpPr>
          <p:nvPr>
            <p:ph type="ftr" sz="quarter" idx="11"/>
          </p:nvPr>
        </p:nvSpPr>
        <p:spPr/>
        <p:txBody>
          <a:bodyPr/>
          <a:lstStyle>
            <a:lvl1pPr>
              <a:defRPr>
                <a:solidFill>
                  <a:schemeClr val="bg1">
                    <a:lumMod val="75000"/>
                  </a:schemeClr>
                </a:solidFill>
              </a:defRPr>
            </a:lvl1pPr>
          </a:lstStyle>
          <a:p>
            <a:r>
              <a:rPr lang="en-US" dirty="0"/>
              <a:t>For Internal Use Only. © 2026 AVEVA Group Limited or its subsidiaries. All rights reserved.</a:t>
            </a:r>
            <a:endParaRPr lang="en-GB" dirty="0"/>
          </a:p>
        </p:txBody>
      </p:sp>
      <p:sp>
        <p:nvSpPr>
          <p:cNvPr id="7" name="Slide Number Placeholder 6">
            <a:extLst>
              <a:ext uri="{FF2B5EF4-FFF2-40B4-BE49-F238E27FC236}">
                <a16:creationId xmlns:a16="http://schemas.microsoft.com/office/drawing/2014/main" id="{68684F10-B6AC-9949-B930-AD13E50278ED}"/>
              </a:ext>
            </a:extLst>
          </p:cNvPr>
          <p:cNvSpPr>
            <a:spLocks noGrp="1"/>
          </p:cNvSpPr>
          <p:nvPr>
            <p:ph type="sldNum" sz="quarter" idx="12"/>
          </p:nvPr>
        </p:nvSpPr>
        <p:spPr/>
        <p:txBody>
          <a:bodyPr/>
          <a:lstStyle>
            <a:lvl1pPr>
              <a:defRPr>
                <a:solidFill>
                  <a:schemeClr val="bg1">
                    <a:lumMod val="75000"/>
                  </a:schemeClr>
                </a:solidFill>
              </a:defRPr>
            </a:lvl1pPr>
          </a:lstStyle>
          <a:p>
            <a:fld id="{267CDB12-45E5-4FD7-AE50-9CB5AFC72BA1}" type="slidenum">
              <a:rPr lang="en-GB" smtClean="0"/>
              <a:pPr/>
              <a:t>‹#›</a:t>
            </a:fld>
            <a:endParaRPr lang="en-GB" dirty="0"/>
          </a:p>
        </p:txBody>
      </p:sp>
      <p:sp>
        <p:nvSpPr>
          <p:cNvPr id="72" name="TextBox 71">
            <a:extLst>
              <a:ext uri="{FF2B5EF4-FFF2-40B4-BE49-F238E27FC236}">
                <a16:creationId xmlns:a16="http://schemas.microsoft.com/office/drawing/2014/main" id="{204C57BA-8BE7-48C1-83EE-B886DF617553}"/>
              </a:ext>
            </a:extLst>
          </p:cNvPr>
          <p:cNvSpPr txBox="1"/>
          <p:nvPr userDrawn="1"/>
        </p:nvSpPr>
        <p:spPr>
          <a:xfrm>
            <a:off x="0" y="-345748"/>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sp>
        <p:nvSpPr>
          <p:cNvPr id="73" name="TextBox 72">
            <a:extLst>
              <a:ext uri="{FF2B5EF4-FFF2-40B4-BE49-F238E27FC236}">
                <a16:creationId xmlns:a16="http://schemas.microsoft.com/office/drawing/2014/main" id="{3C0DF04D-C13C-463F-AA3C-3C5F452395EC}"/>
              </a:ext>
            </a:extLst>
          </p:cNvPr>
          <p:cNvSpPr txBox="1"/>
          <p:nvPr userDrawn="1"/>
        </p:nvSpPr>
        <p:spPr>
          <a:xfrm>
            <a:off x="1008711" y="2725743"/>
            <a:ext cx="4681182" cy="720000"/>
          </a:xfrm>
          <a:prstGeom prst="rect">
            <a:avLst/>
          </a:prstGeom>
          <a:noFill/>
        </p:spPr>
        <p:txBody>
          <a:bodyPr wrap="square" lIns="0" tIns="0" rIns="0" bIns="0" rtlCol="0">
            <a:noAutofit/>
          </a:bodyPr>
          <a:lstStyle/>
          <a:p>
            <a:pPr>
              <a:lnSpc>
                <a:spcPct val="150000"/>
              </a:lnSpc>
            </a:pPr>
            <a:r>
              <a:rPr lang="en-GB" sz="1800" b="0" dirty="0">
                <a:solidFill>
                  <a:schemeClr val="bg1"/>
                </a:solidFill>
                <a:latin typeface="+mn-lt"/>
                <a:cs typeface="Calibri" panose="020F0502020204030204" pitchFamily="34" charset="0"/>
              </a:rPr>
              <a:t>linkedin.com/company/</a:t>
            </a:r>
            <a:r>
              <a:rPr lang="en-GB" sz="1800" b="0" dirty="0" err="1">
                <a:solidFill>
                  <a:schemeClr val="bg1"/>
                </a:solidFill>
                <a:latin typeface="+mn-lt"/>
                <a:cs typeface="Calibri" panose="020F0502020204030204" pitchFamily="34" charset="0"/>
              </a:rPr>
              <a:t>aveva</a:t>
            </a:r>
            <a:r>
              <a:rPr lang="en-GB" sz="1800" b="0" dirty="0">
                <a:solidFill>
                  <a:schemeClr val="bg1"/>
                </a:solidFill>
                <a:latin typeface="+mn-lt"/>
                <a:cs typeface="Calibri" panose="020F0502020204030204" pitchFamily="34" charset="0"/>
              </a:rPr>
              <a:t> </a:t>
            </a:r>
          </a:p>
          <a:p>
            <a:pPr>
              <a:lnSpc>
                <a:spcPct val="150000"/>
              </a:lnSpc>
            </a:pPr>
            <a:r>
              <a:rPr lang="en-GB" sz="1800" b="0" noProof="1">
                <a:solidFill>
                  <a:schemeClr val="bg1"/>
                </a:solidFill>
                <a:latin typeface="+mn-lt"/>
                <a:cs typeface="Calibri" panose="020F0502020204030204" pitchFamily="34" charset="0"/>
              </a:rPr>
              <a:t>@avevagroup</a:t>
            </a:r>
            <a:r>
              <a:rPr lang="en-GB" sz="1800" b="0" dirty="0">
                <a:solidFill>
                  <a:schemeClr val="bg1"/>
                </a:solidFill>
                <a:latin typeface="+mn-lt"/>
                <a:cs typeface="Calibri" panose="020F0502020204030204" pitchFamily="34" charset="0"/>
              </a:rPr>
              <a:t> </a:t>
            </a:r>
          </a:p>
        </p:txBody>
      </p:sp>
      <p:sp>
        <p:nvSpPr>
          <p:cNvPr id="74" name="TextBox 73">
            <a:extLst>
              <a:ext uri="{FF2B5EF4-FFF2-40B4-BE49-F238E27FC236}">
                <a16:creationId xmlns:a16="http://schemas.microsoft.com/office/drawing/2014/main" id="{5CC7D704-5F56-4F2C-A11C-B264B4121718}"/>
              </a:ext>
            </a:extLst>
          </p:cNvPr>
          <p:cNvSpPr txBox="1"/>
          <p:nvPr userDrawn="1"/>
        </p:nvSpPr>
        <p:spPr>
          <a:xfrm>
            <a:off x="609599" y="4142232"/>
            <a:ext cx="6593768" cy="1915668"/>
          </a:xfrm>
          <a:prstGeom prst="rect">
            <a:avLst/>
          </a:prstGeom>
          <a:noFill/>
        </p:spPr>
        <p:txBody>
          <a:bodyPr wrap="square" lIns="0" tIns="0" rIns="0" bIns="0" rtlCol="0" anchor="b">
            <a:noAutofit/>
          </a:bodyPr>
          <a:lstStyle/>
          <a:p>
            <a:pPr>
              <a:lnSpc>
                <a:spcPts val="1200"/>
              </a:lnSpc>
              <a:spcAft>
                <a:spcPts val="600"/>
              </a:spcAft>
            </a:pPr>
            <a:r>
              <a:rPr lang="en-GB" sz="1000" b="0" cap="all" spc="20" baseline="0" dirty="0">
                <a:solidFill>
                  <a:schemeClr val="bg1"/>
                </a:solidFill>
                <a:latin typeface="+mn-lt"/>
                <a:cs typeface="Calibri" panose="020F0502020204030204" pitchFamily="34" charset="0"/>
              </a:rPr>
              <a:t>About AVEVA </a:t>
            </a:r>
          </a:p>
          <a:p>
            <a:pPr>
              <a:lnSpc>
                <a:spcPts val="1200"/>
              </a:lnSpc>
              <a:spcAft>
                <a:spcPts val="600"/>
              </a:spcAft>
            </a:pPr>
            <a:r>
              <a:rPr lang="en-US" sz="1000" spc="20" dirty="0">
                <a:solidFill>
                  <a:schemeClr val="bg1"/>
                </a:solidFill>
                <a:latin typeface="+mn-lt"/>
                <a:cs typeface="Calibri" panose="020F0502020204030204" pitchFamily="34" charset="0"/>
              </a:rPr>
              <a:t>AVEVA is a world leader in industrial software, providing engineering and operational solutions across multiple industries, including oil and gas, chemical, pharmaceutical, power and utilities, marine, renewables, and food and beverage. Our agnostic and open architecture helps organizations design, build, operate, maintain and optimize the complete lifecycle of complex industrial assets, from production plants and offshore platforms to manufactured consumer goods.</a:t>
            </a:r>
          </a:p>
          <a:p>
            <a:pPr>
              <a:lnSpc>
                <a:spcPts val="1200"/>
              </a:lnSpc>
              <a:spcAft>
                <a:spcPts val="600"/>
              </a:spcAft>
            </a:pPr>
            <a:r>
              <a:rPr lang="en-US" sz="1000" spc="20" dirty="0">
                <a:solidFill>
                  <a:schemeClr val="bg1"/>
                </a:solidFill>
                <a:latin typeface="+mn-lt"/>
                <a:cs typeface="Calibri" panose="020F0502020204030204" pitchFamily="34" charset="0"/>
              </a:rPr>
              <a:t>Over 20,000 enterprises in over 100 countries rely on AVEVA to help them deliver life’s essentials: safe and reliable energy, food, medicines, infrastructure and more. By connecting people with trusted information and AI-enriched insights, AVEVA enables teams to engineer efficiently and optimize operations, driving growth and sustainability.</a:t>
            </a:r>
          </a:p>
          <a:p>
            <a:pPr>
              <a:lnSpc>
                <a:spcPts val="1200"/>
              </a:lnSpc>
              <a:spcAft>
                <a:spcPts val="600"/>
              </a:spcAft>
            </a:pPr>
            <a:r>
              <a:rPr lang="en-US" sz="1000" spc="20" dirty="0">
                <a:solidFill>
                  <a:schemeClr val="bg1"/>
                </a:solidFill>
                <a:latin typeface="+mn-lt"/>
                <a:cs typeface="Calibri" panose="020F0502020204030204" pitchFamily="34" charset="0"/>
              </a:rPr>
              <a:t>Named as one of the world’s most innovative companies, AVEVA supports customers with open solutions and the expertise of more than 6,400 employees, 5,000 partners and 5,700 certified developers. The company is headquartered in Cambridge, UK.</a:t>
            </a:r>
          </a:p>
          <a:p>
            <a:pPr>
              <a:lnSpc>
                <a:spcPts val="1200"/>
              </a:lnSpc>
              <a:spcAft>
                <a:spcPts val="600"/>
              </a:spcAft>
            </a:pPr>
            <a:r>
              <a:rPr lang="en-US" sz="1000" spc="20" dirty="0">
                <a:solidFill>
                  <a:schemeClr val="bg1"/>
                </a:solidFill>
                <a:latin typeface="+mn-lt"/>
                <a:cs typeface="Calibri" panose="020F0502020204030204" pitchFamily="34" charset="0"/>
              </a:rPr>
              <a:t>Learn more at </a:t>
            </a:r>
            <a:r>
              <a:rPr lang="en-US" sz="1000" spc="20" dirty="0">
                <a:solidFill>
                  <a:schemeClr val="bg1"/>
                </a:solidFill>
                <a:latin typeface="+mn-lt"/>
                <a:cs typeface="Calibri" panose="020F0502020204030204" pitchFamily="34" charset="0"/>
                <a:hlinkClick r:id="rId3">
                  <a:extLst>
                    <a:ext uri="{A12FA001-AC4F-418D-AE19-62706E023703}">
                      <ahyp:hlinkClr xmlns:ahyp="http://schemas.microsoft.com/office/drawing/2018/hyperlinkcolor" val="tx"/>
                    </a:ext>
                  </a:extLst>
                </a:hlinkClick>
              </a:rPr>
              <a:t>www.aveva.com</a:t>
            </a:r>
            <a:r>
              <a:rPr lang="en-US" sz="1000" spc="20" dirty="0">
                <a:solidFill>
                  <a:schemeClr val="bg1"/>
                </a:solidFill>
                <a:latin typeface="+mn-lt"/>
                <a:cs typeface="Calibri" panose="020F0502020204030204" pitchFamily="34" charset="0"/>
              </a:rPr>
              <a:t> </a:t>
            </a:r>
            <a:endParaRPr lang="en-GB" sz="1000" b="0" spc="20" dirty="0">
              <a:solidFill>
                <a:schemeClr val="bg1"/>
              </a:solidFill>
              <a:latin typeface="+mn-lt"/>
              <a:cs typeface="Calibri" panose="020F0502020204030204" pitchFamily="34" charset="0"/>
            </a:endParaRPr>
          </a:p>
        </p:txBody>
      </p:sp>
      <p:sp>
        <p:nvSpPr>
          <p:cNvPr id="75" name="Freeform 5">
            <a:extLst>
              <a:ext uri="{FF2B5EF4-FFF2-40B4-BE49-F238E27FC236}">
                <a16:creationId xmlns:a16="http://schemas.microsoft.com/office/drawing/2014/main" id="{E899E916-B706-4A4F-A3DA-FB6BEA94FA39}"/>
              </a:ext>
            </a:extLst>
          </p:cNvPr>
          <p:cNvSpPr>
            <a:spLocks noChangeAspect="1" noEditPoints="1"/>
          </p:cNvSpPr>
          <p:nvPr userDrawn="1"/>
        </p:nvSpPr>
        <p:spPr bwMode="auto">
          <a:xfrm>
            <a:off x="609600" y="2791479"/>
            <a:ext cx="301752" cy="301752"/>
          </a:xfrm>
          <a:custGeom>
            <a:avLst/>
            <a:gdLst>
              <a:gd name="T0" fmla="*/ 42 w 84"/>
              <a:gd name="T1" fmla="*/ 0 h 84"/>
              <a:gd name="T2" fmla="*/ 0 w 84"/>
              <a:gd name="T3" fmla="*/ 42 h 84"/>
              <a:gd name="T4" fmla="*/ 42 w 84"/>
              <a:gd name="T5" fmla="*/ 84 h 84"/>
              <a:gd name="T6" fmla="*/ 84 w 84"/>
              <a:gd name="T7" fmla="*/ 42 h 84"/>
              <a:gd name="T8" fmla="*/ 42 w 84"/>
              <a:gd name="T9" fmla="*/ 0 h 84"/>
              <a:gd name="T10" fmla="*/ 32 w 84"/>
              <a:gd name="T11" fmla="*/ 61 h 84"/>
              <a:gd name="T12" fmla="*/ 23 w 84"/>
              <a:gd name="T13" fmla="*/ 61 h 84"/>
              <a:gd name="T14" fmla="*/ 23 w 84"/>
              <a:gd name="T15" fmla="*/ 33 h 84"/>
              <a:gd name="T16" fmla="*/ 32 w 84"/>
              <a:gd name="T17" fmla="*/ 33 h 84"/>
              <a:gd name="T18" fmla="*/ 32 w 84"/>
              <a:gd name="T19" fmla="*/ 61 h 84"/>
              <a:gd name="T20" fmla="*/ 27 w 84"/>
              <a:gd name="T21" fmla="*/ 30 h 84"/>
              <a:gd name="T22" fmla="*/ 27 w 84"/>
              <a:gd name="T23" fmla="*/ 30 h 84"/>
              <a:gd name="T24" fmla="*/ 22 w 84"/>
              <a:gd name="T25" fmla="*/ 25 h 84"/>
              <a:gd name="T26" fmla="*/ 27 w 84"/>
              <a:gd name="T27" fmla="*/ 20 h 84"/>
              <a:gd name="T28" fmla="*/ 33 w 84"/>
              <a:gd name="T29" fmla="*/ 25 h 84"/>
              <a:gd name="T30" fmla="*/ 27 w 84"/>
              <a:gd name="T31" fmla="*/ 30 h 84"/>
              <a:gd name="T32" fmla="*/ 65 w 84"/>
              <a:gd name="T33" fmla="*/ 61 h 84"/>
              <a:gd name="T34" fmla="*/ 56 w 84"/>
              <a:gd name="T35" fmla="*/ 61 h 84"/>
              <a:gd name="T36" fmla="*/ 56 w 84"/>
              <a:gd name="T37" fmla="*/ 46 h 84"/>
              <a:gd name="T38" fmla="*/ 51 w 84"/>
              <a:gd name="T39" fmla="*/ 40 h 84"/>
              <a:gd name="T40" fmla="*/ 47 w 84"/>
              <a:gd name="T41" fmla="*/ 43 h 84"/>
              <a:gd name="T42" fmla="*/ 46 w 84"/>
              <a:gd name="T43" fmla="*/ 46 h 84"/>
              <a:gd name="T44" fmla="*/ 46 w 84"/>
              <a:gd name="T45" fmla="*/ 61 h 84"/>
              <a:gd name="T46" fmla="*/ 37 w 84"/>
              <a:gd name="T47" fmla="*/ 61 h 84"/>
              <a:gd name="T48" fmla="*/ 37 w 84"/>
              <a:gd name="T49" fmla="*/ 33 h 84"/>
              <a:gd name="T50" fmla="*/ 46 w 84"/>
              <a:gd name="T51" fmla="*/ 33 h 84"/>
              <a:gd name="T52" fmla="*/ 46 w 84"/>
              <a:gd name="T53" fmla="*/ 37 h 84"/>
              <a:gd name="T54" fmla="*/ 55 w 84"/>
              <a:gd name="T55" fmla="*/ 33 h 84"/>
              <a:gd name="T56" fmla="*/ 65 w 84"/>
              <a:gd name="T57" fmla="*/ 45 h 84"/>
              <a:gd name="T58" fmla="*/ 65 w 84"/>
              <a:gd name="T59" fmla="*/ 61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4" h="84">
                <a:moveTo>
                  <a:pt x="42" y="0"/>
                </a:moveTo>
                <a:cubicBezTo>
                  <a:pt x="19" y="0"/>
                  <a:pt x="0" y="19"/>
                  <a:pt x="0" y="42"/>
                </a:cubicBezTo>
                <a:cubicBezTo>
                  <a:pt x="0" y="65"/>
                  <a:pt x="19" y="84"/>
                  <a:pt x="42" y="84"/>
                </a:cubicBezTo>
                <a:cubicBezTo>
                  <a:pt x="65" y="84"/>
                  <a:pt x="84" y="65"/>
                  <a:pt x="84" y="42"/>
                </a:cubicBezTo>
                <a:cubicBezTo>
                  <a:pt x="84" y="19"/>
                  <a:pt x="65" y="0"/>
                  <a:pt x="42" y="0"/>
                </a:cubicBezTo>
                <a:close/>
                <a:moveTo>
                  <a:pt x="32" y="61"/>
                </a:moveTo>
                <a:cubicBezTo>
                  <a:pt x="23" y="61"/>
                  <a:pt x="23" y="61"/>
                  <a:pt x="23" y="61"/>
                </a:cubicBezTo>
                <a:cubicBezTo>
                  <a:pt x="23" y="33"/>
                  <a:pt x="23" y="33"/>
                  <a:pt x="23" y="33"/>
                </a:cubicBezTo>
                <a:cubicBezTo>
                  <a:pt x="32" y="33"/>
                  <a:pt x="32" y="33"/>
                  <a:pt x="32" y="33"/>
                </a:cubicBezTo>
                <a:lnTo>
                  <a:pt x="32" y="61"/>
                </a:lnTo>
                <a:close/>
                <a:moveTo>
                  <a:pt x="27" y="30"/>
                </a:moveTo>
                <a:cubicBezTo>
                  <a:pt x="27" y="30"/>
                  <a:pt x="27" y="30"/>
                  <a:pt x="27" y="30"/>
                </a:cubicBezTo>
                <a:cubicBezTo>
                  <a:pt x="24" y="30"/>
                  <a:pt x="22" y="27"/>
                  <a:pt x="22" y="25"/>
                </a:cubicBezTo>
                <a:cubicBezTo>
                  <a:pt x="22" y="22"/>
                  <a:pt x="24" y="20"/>
                  <a:pt x="27" y="20"/>
                </a:cubicBezTo>
                <a:cubicBezTo>
                  <a:pt x="31" y="20"/>
                  <a:pt x="32" y="22"/>
                  <a:pt x="33" y="25"/>
                </a:cubicBezTo>
                <a:cubicBezTo>
                  <a:pt x="33" y="27"/>
                  <a:pt x="31" y="30"/>
                  <a:pt x="27" y="30"/>
                </a:cubicBezTo>
                <a:close/>
                <a:moveTo>
                  <a:pt x="65" y="61"/>
                </a:moveTo>
                <a:cubicBezTo>
                  <a:pt x="56" y="61"/>
                  <a:pt x="56" y="61"/>
                  <a:pt x="56" y="61"/>
                </a:cubicBezTo>
                <a:cubicBezTo>
                  <a:pt x="56" y="46"/>
                  <a:pt x="56" y="46"/>
                  <a:pt x="56" y="46"/>
                </a:cubicBezTo>
                <a:cubicBezTo>
                  <a:pt x="56" y="43"/>
                  <a:pt x="55" y="40"/>
                  <a:pt x="51" y="40"/>
                </a:cubicBezTo>
                <a:cubicBezTo>
                  <a:pt x="49" y="40"/>
                  <a:pt x="47" y="42"/>
                  <a:pt x="47" y="43"/>
                </a:cubicBezTo>
                <a:cubicBezTo>
                  <a:pt x="46" y="44"/>
                  <a:pt x="46" y="45"/>
                  <a:pt x="46" y="46"/>
                </a:cubicBezTo>
                <a:cubicBezTo>
                  <a:pt x="46" y="61"/>
                  <a:pt x="46" y="61"/>
                  <a:pt x="46" y="61"/>
                </a:cubicBezTo>
                <a:cubicBezTo>
                  <a:pt x="37" y="61"/>
                  <a:pt x="37" y="61"/>
                  <a:pt x="37" y="61"/>
                </a:cubicBezTo>
                <a:cubicBezTo>
                  <a:pt x="37" y="61"/>
                  <a:pt x="37" y="36"/>
                  <a:pt x="37" y="33"/>
                </a:cubicBezTo>
                <a:cubicBezTo>
                  <a:pt x="46" y="33"/>
                  <a:pt x="46" y="33"/>
                  <a:pt x="46" y="33"/>
                </a:cubicBezTo>
                <a:cubicBezTo>
                  <a:pt x="46" y="37"/>
                  <a:pt x="46" y="37"/>
                  <a:pt x="46" y="37"/>
                </a:cubicBezTo>
                <a:cubicBezTo>
                  <a:pt x="48" y="35"/>
                  <a:pt x="50" y="33"/>
                  <a:pt x="55" y="33"/>
                </a:cubicBezTo>
                <a:cubicBezTo>
                  <a:pt x="61" y="33"/>
                  <a:pt x="65" y="37"/>
                  <a:pt x="65" y="45"/>
                </a:cubicBezTo>
                <a:lnTo>
                  <a:pt x="65" y="6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6" name="Freeform 6">
            <a:extLst>
              <a:ext uri="{FF2B5EF4-FFF2-40B4-BE49-F238E27FC236}">
                <a16:creationId xmlns:a16="http://schemas.microsoft.com/office/drawing/2014/main" id="{7562E154-11E8-4A95-88DA-555C550432A5}"/>
              </a:ext>
            </a:extLst>
          </p:cNvPr>
          <p:cNvSpPr>
            <a:spLocks noChangeAspect="1" noEditPoints="1"/>
          </p:cNvSpPr>
          <p:nvPr userDrawn="1"/>
        </p:nvSpPr>
        <p:spPr bwMode="auto">
          <a:xfrm>
            <a:off x="609600" y="3228624"/>
            <a:ext cx="301752" cy="301752"/>
          </a:xfrm>
          <a:custGeom>
            <a:avLst/>
            <a:gdLst>
              <a:gd name="T0" fmla="*/ 42 w 84"/>
              <a:gd name="T1" fmla="*/ 0 h 83"/>
              <a:gd name="T2" fmla="*/ 0 w 84"/>
              <a:gd name="T3" fmla="*/ 42 h 83"/>
              <a:gd name="T4" fmla="*/ 42 w 84"/>
              <a:gd name="T5" fmla="*/ 83 h 83"/>
              <a:gd name="T6" fmla="*/ 84 w 84"/>
              <a:gd name="T7" fmla="*/ 42 h 83"/>
              <a:gd name="T8" fmla="*/ 42 w 84"/>
              <a:gd name="T9" fmla="*/ 0 h 83"/>
              <a:gd name="T10" fmla="*/ 61 w 84"/>
              <a:gd name="T11" fmla="*/ 35 h 83"/>
              <a:gd name="T12" fmla="*/ 61 w 84"/>
              <a:gd name="T13" fmla="*/ 36 h 83"/>
              <a:gd name="T14" fmla="*/ 36 w 84"/>
              <a:gd name="T15" fmla="*/ 61 h 83"/>
              <a:gd name="T16" fmla="*/ 22 w 84"/>
              <a:gd name="T17" fmla="*/ 57 h 83"/>
              <a:gd name="T18" fmla="*/ 24 w 84"/>
              <a:gd name="T19" fmla="*/ 57 h 83"/>
              <a:gd name="T20" fmla="*/ 35 w 84"/>
              <a:gd name="T21" fmla="*/ 53 h 83"/>
              <a:gd name="T22" fmla="*/ 27 w 84"/>
              <a:gd name="T23" fmla="*/ 47 h 83"/>
              <a:gd name="T24" fmla="*/ 29 w 84"/>
              <a:gd name="T25" fmla="*/ 47 h 83"/>
              <a:gd name="T26" fmla="*/ 31 w 84"/>
              <a:gd name="T27" fmla="*/ 47 h 83"/>
              <a:gd name="T28" fmla="*/ 24 w 84"/>
              <a:gd name="T29" fmla="*/ 38 h 83"/>
              <a:gd name="T30" fmla="*/ 24 w 84"/>
              <a:gd name="T31" fmla="*/ 38 h 83"/>
              <a:gd name="T32" fmla="*/ 28 w 84"/>
              <a:gd name="T33" fmla="*/ 39 h 83"/>
              <a:gd name="T34" fmla="*/ 24 w 84"/>
              <a:gd name="T35" fmla="*/ 32 h 83"/>
              <a:gd name="T36" fmla="*/ 25 w 84"/>
              <a:gd name="T37" fmla="*/ 27 h 83"/>
              <a:gd name="T38" fmla="*/ 44 w 84"/>
              <a:gd name="T39" fmla="*/ 37 h 83"/>
              <a:gd name="T40" fmla="*/ 43 w 84"/>
              <a:gd name="T41" fmla="*/ 35 h 83"/>
              <a:gd name="T42" fmla="*/ 52 w 84"/>
              <a:gd name="T43" fmla="*/ 26 h 83"/>
              <a:gd name="T44" fmla="*/ 59 w 84"/>
              <a:gd name="T45" fmla="*/ 29 h 83"/>
              <a:gd name="T46" fmla="*/ 64 w 84"/>
              <a:gd name="T47" fmla="*/ 26 h 83"/>
              <a:gd name="T48" fmla="*/ 61 w 84"/>
              <a:gd name="T49" fmla="*/ 31 h 83"/>
              <a:gd name="T50" fmla="*/ 66 w 84"/>
              <a:gd name="T51" fmla="*/ 30 h 83"/>
              <a:gd name="T52" fmla="*/ 61 w 84"/>
              <a:gd name="T53" fmla="*/ 35 h 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4" h="83">
                <a:moveTo>
                  <a:pt x="42" y="0"/>
                </a:moveTo>
                <a:cubicBezTo>
                  <a:pt x="19" y="0"/>
                  <a:pt x="0" y="18"/>
                  <a:pt x="0" y="42"/>
                </a:cubicBezTo>
                <a:cubicBezTo>
                  <a:pt x="0" y="65"/>
                  <a:pt x="19" y="83"/>
                  <a:pt x="42" y="83"/>
                </a:cubicBezTo>
                <a:cubicBezTo>
                  <a:pt x="65" y="83"/>
                  <a:pt x="84" y="65"/>
                  <a:pt x="84" y="42"/>
                </a:cubicBezTo>
                <a:cubicBezTo>
                  <a:pt x="84" y="18"/>
                  <a:pt x="65" y="0"/>
                  <a:pt x="42" y="0"/>
                </a:cubicBezTo>
                <a:close/>
                <a:moveTo>
                  <a:pt x="61" y="35"/>
                </a:moveTo>
                <a:cubicBezTo>
                  <a:pt x="61" y="35"/>
                  <a:pt x="61" y="35"/>
                  <a:pt x="61" y="36"/>
                </a:cubicBezTo>
                <a:cubicBezTo>
                  <a:pt x="61" y="47"/>
                  <a:pt x="52" y="61"/>
                  <a:pt x="36" y="61"/>
                </a:cubicBezTo>
                <a:cubicBezTo>
                  <a:pt x="31" y="61"/>
                  <a:pt x="26" y="60"/>
                  <a:pt x="22" y="57"/>
                </a:cubicBezTo>
                <a:cubicBezTo>
                  <a:pt x="23" y="57"/>
                  <a:pt x="24" y="57"/>
                  <a:pt x="24" y="57"/>
                </a:cubicBezTo>
                <a:cubicBezTo>
                  <a:pt x="29" y="57"/>
                  <a:pt x="32" y="56"/>
                  <a:pt x="35" y="53"/>
                </a:cubicBezTo>
                <a:cubicBezTo>
                  <a:pt x="32" y="53"/>
                  <a:pt x="28" y="51"/>
                  <a:pt x="27" y="47"/>
                </a:cubicBezTo>
                <a:cubicBezTo>
                  <a:pt x="28" y="47"/>
                  <a:pt x="28" y="47"/>
                  <a:pt x="29" y="47"/>
                </a:cubicBezTo>
                <a:cubicBezTo>
                  <a:pt x="30" y="47"/>
                  <a:pt x="30" y="47"/>
                  <a:pt x="31" y="47"/>
                </a:cubicBezTo>
                <a:cubicBezTo>
                  <a:pt x="27" y="46"/>
                  <a:pt x="24" y="43"/>
                  <a:pt x="24" y="38"/>
                </a:cubicBezTo>
                <a:cubicBezTo>
                  <a:pt x="24" y="38"/>
                  <a:pt x="24" y="38"/>
                  <a:pt x="24" y="38"/>
                </a:cubicBezTo>
                <a:cubicBezTo>
                  <a:pt x="25" y="39"/>
                  <a:pt x="27" y="39"/>
                  <a:pt x="28" y="39"/>
                </a:cubicBezTo>
                <a:cubicBezTo>
                  <a:pt x="26" y="38"/>
                  <a:pt x="24" y="35"/>
                  <a:pt x="24" y="32"/>
                </a:cubicBezTo>
                <a:cubicBezTo>
                  <a:pt x="24" y="30"/>
                  <a:pt x="25" y="29"/>
                  <a:pt x="25" y="27"/>
                </a:cubicBezTo>
                <a:cubicBezTo>
                  <a:pt x="30" y="33"/>
                  <a:pt x="36" y="36"/>
                  <a:pt x="44" y="37"/>
                </a:cubicBezTo>
                <a:cubicBezTo>
                  <a:pt x="43" y="36"/>
                  <a:pt x="43" y="35"/>
                  <a:pt x="43" y="35"/>
                </a:cubicBezTo>
                <a:cubicBezTo>
                  <a:pt x="43" y="30"/>
                  <a:pt x="47" y="26"/>
                  <a:pt x="52" y="26"/>
                </a:cubicBezTo>
                <a:cubicBezTo>
                  <a:pt x="55" y="26"/>
                  <a:pt x="57" y="27"/>
                  <a:pt x="59" y="29"/>
                </a:cubicBezTo>
                <a:cubicBezTo>
                  <a:pt x="61" y="28"/>
                  <a:pt x="63" y="28"/>
                  <a:pt x="64" y="26"/>
                </a:cubicBezTo>
                <a:cubicBezTo>
                  <a:pt x="64" y="29"/>
                  <a:pt x="62" y="30"/>
                  <a:pt x="61" y="31"/>
                </a:cubicBezTo>
                <a:cubicBezTo>
                  <a:pt x="62" y="31"/>
                  <a:pt x="64" y="31"/>
                  <a:pt x="66" y="30"/>
                </a:cubicBezTo>
                <a:cubicBezTo>
                  <a:pt x="64" y="32"/>
                  <a:pt x="63" y="33"/>
                  <a:pt x="61" y="35"/>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3" name="Group 2">
            <a:extLst>
              <a:ext uri="{FF2B5EF4-FFF2-40B4-BE49-F238E27FC236}">
                <a16:creationId xmlns:a16="http://schemas.microsoft.com/office/drawing/2014/main" id="{B29EC1BB-C352-7265-9FB7-66825A10FCD5}"/>
              </a:ext>
            </a:extLst>
          </p:cNvPr>
          <p:cNvGrpSpPr/>
          <p:nvPr userDrawn="1"/>
        </p:nvGrpSpPr>
        <p:grpSpPr>
          <a:xfrm>
            <a:off x="12485568" y="112729"/>
            <a:ext cx="2936672" cy="5883149"/>
            <a:chOff x="12485568" y="112729"/>
            <a:chExt cx="2936672" cy="5883149"/>
          </a:xfrm>
        </p:grpSpPr>
        <p:sp>
          <p:nvSpPr>
            <p:cNvPr id="5" name="Oval 4">
              <a:extLst>
                <a:ext uri="{FF2B5EF4-FFF2-40B4-BE49-F238E27FC236}">
                  <a16:creationId xmlns:a16="http://schemas.microsoft.com/office/drawing/2014/main" id="{668F9F16-922C-F306-B7B8-8C50642257AC}"/>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6" name="Oval 5">
              <a:extLst>
                <a:ext uri="{FF2B5EF4-FFF2-40B4-BE49-F238E27FC236}">
                  <a16:creationId xmlns:a16="http://schemas.microsoft.com/office/drawing/2014/main" id="{597E19AD-C68B-5B71-008E-1044B0B92236}"/>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8" name="Oval 7">
              <a:extLst>
                <a:ext uri="{FF2B5EF4-FFF2-40B4-BE49-F238E27FC236}">
                  <a16:creationId xmlns:a16="http://schemas.microsoft.com/office/drawing/2014/main" id="{63514A64-2D45-87B5-2776-99B61E8519DD}"/>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9" name="Rectangle 8">
              <a:extLst>
                <a:ext uri="{FF2B5EF4-FFF2-40B4-BE49-F238E27FC236}">
                  <a16:creationId xmlns:a16="http://schemas.microsoft.com/office/drawing/2014/main" id="{0B2A6D26-0CE3-1ACA-2E79-B357C2EC7A26}"/>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10" name="Oval 9">
              <a:extLst>
                <a:ext uri="{FF2B5EF4-FFF2-40B4-BE49-F238E27FC236}">
                  <a16:creationId xmlns:a16="http://schemas.microsoft.com/office/drawing/2014/main" id="{07AD09EB-38F7-D704-7458-C868E5C76801}"/>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1" name="Oval 10">
              <a:extLst>
                <a:ext uri="{FF2B5EF4-FFF2-40B4-BE49-F238E27FC236}">
                  <a16:creationId xmlns:a16="http://schemas.microsoft.com/office/drawing/2014/main" id="{7E53BE03-C2C8-94C4-C48F-A6342CEF43C9}"/>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0" name="Oval 19">
              <a:extLst>
                <a:ext uri="{FF2B5EF4-FFF2-40B4-BE49-F238E27FC236}">
                  <a16:creationId xmlns:a16="http://schemas.microsoft.com/office/drawing/2014/main" id="{BFA19EB2-2914-5DDA-37F6-EB2F1AE103BB}"/>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1" name="Oval 20">
              <a:extLst>
                <a:ext uri="{FF2B5EF4-FFF2-40B4-BE49-F238E27FC236}">
                  <a16:creationId xmlns:a16="http://schemas.microsoft.com/office/drawing/2014/main" id="{04A64ACA-4030-BDAC-0A80-1D3254C312C4}"/>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22" name="Group 21">
              <a:extLst>
                <a:ext uri="{FF2B5EF4-FFF2-40B4-BE49-F238E27FC236}">
                  <a16:creationId xmlns:a16="http://schemas.microsoft.com/office/drawing/2014/main" id="{76E22E3C-F673-9BE6-AB72-690005D273E9}"/>
                </a:ext>
              </a:extLst>
            </p:cNvPr>
            <p:cNvGrpSpPr/>
            <p:nvPr userDrawn="1"/>
          </p:nvGrpSpPr>
          <p:grpSpPr>
            <a:xfrm>
              <a:off x="12500773" y="3802778"/>
              <a:ext cx="971741" cy="1940780"/>
              <a:chOff x="12431200" y="2678506"/>
              <a:chExt cx="971741" cy="1940780"/>
            </a:xfrm>
          </p:grpSpPr>
          <p:sp>
            <p:nvSpPr>
              <p:cNvPr id="26" name="Rectangle 25">
                <a:extLst>
                  <a:ext uri="{FF2B5EF4-FFF2-40B4-BE49-F238E27FC236}">
                    <a16:creationId xmlns:a16="http://schemas.microsoft.com/office/drawing/2014/main" id="{F31CBAE5-370E-4541-F578-5C145C1AB1A0}"/>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27" name="Oval 26">
                <a:extLst>
                  <a:ext uri="{FF2B5EF4-FFF2-40B4-BE49-F238E27FC236}">
                    <a16:creationId xmlns:a16="http://schemas.microsoft.com/office/drawing/2014/main" id="{48DEDADA-91DB-404F-8B3B-C807DCF627A2}"/>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8" name="Oval 27">
                <a:extLst>
                  <a:ext uri="{FF2B5EF4-FFF2-40B4-BE49-F238E27FC236}">
                    <a16:creationId xmlns:a16="http://schemas.microsoft.com/office/drawing/2014/main" id="{B5A1FD53-F1A2-B799-CEFF-BADCF4E325F8}"/>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9" name="Oval 28">
                <a:extLst>
                  <a:ext uri="{FF2B5EF4-FFF2-40B4-BE49-F238E27FC236}">
                    <a16:creationId xmlns:a16="http://schemas.microsoft.com/office/drawing/2014/main" id="{1343E4D4-F359-A2EF-1B29-CFB2B58E71B1}"/>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0" name="Oval 29">
                <a:extLst>
                  <a:ext uri="{FF2B5EF4-FFF2-40B4-BE49-F238E27FC236}">
                    <a16:creationId xmlns:a16="http://schemas.microsoft.com/office/drawing/2014/main" id="{548CA2D4-EA1F-139A-E04A-F94EF04AEC0A}"/>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1" name="Oval 30">
                <a:extLst>
                  <a:ext uri="{FF2B5EF4-FFF2-40B4-BE49-F238E27FC236}">
                    <a16:creationId xmlns:a16="http://schemas.microsoft.com/office/drawing/2014/main" id="{948DEB87-5779-E4AC-1C61-8BB1793A4DF1}"/>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2" name="Oval 31">
                <a:extLst>
                  <a:ext uri="{FF2B5EF4-FFF2-40B4-BE49-F238E27FC236}">
                    <a16:creationId xmlns:a16="http://schemas.microsoft.com/office/drawing/2014/main" id="{1974A7B8-F284-05AF-1A70-CEB5C5B1DE16}"/>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23" name="TextBox 22">
              <a:extLst>
                <a:ext uri="{FF2B5EF4-FFF2-40B4-BE49-F238E27FC236}">
                  <a16:creationId xmlns:a16="http://schemas.microsoft.com/office/drawing/2014/main" id="{09D6623D-5B00-EE23-72D0-FCF7181F1D03}"/>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24" name="Picture 23">
              <a:extLst>
                <a:ext uri="{FF2B5EF4-FFF2-40B4-BE49-F238E27FC236}">
                  <a16:creationId xmlns:a16="http://schemas.microsoft.com/office/drawing/2014/main" id="{3943358F-37AA-EC84-5610-FACF83D9A071}"/>
                </a:ext>
              </a:extLst>
            </p:cNvPr>
            <p:cNvPicPr>
              <a:picLocks noChangeAspect="1"/>
            </p:cNvPicPr>
            <p:nvPr userDrawn="1"/>
          </p:nvPicPr>
          <p:blipFill>
            <a:blip r:embed="rId4"/>
            <a:stretch>
              <a:fillRect/>
            </a:stretch>
          </p:blipFill>
          <p:spPr>
            <a:xfrm>
              <a:off x="14012244" y="4384548"/>
              <a:ext cx="1088171" cy="1611330"/>
            </a:xfrm>
            <a:prstGeom prst="rect">
              <a:avLst/>
            </a:prstGeom>
          </p:spPr>
        </p:pic>
        <p:sp>
          <p:nvSpPr>
            <p:cNvPr id="25" name="Rectangle 24">
              <a:extLst>
                <a:ext uri="{FF2B5EF4-FFF2-40B4-BE49-F238E27FC236}">
                  <a16:creationId xmlns:a16="http://schemas.microsoft.com/office/drawing/2014/main" id="{56CA96C4-5398-87E4-19C0-C832AD84566B}"/>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15427607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1_End -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2" name="Group 4">
            <a:extLst>
              <a:ext uri="{FF2B5EF4-FFF2-40B4-BE49-F238E27FC236}">
                <a16:creationId xmlns:a16="http://schemas.microsoft.com/office/drawing/2014/main" id="{5D535710-110B-4BA6-A0F8-6B15B1C93D3C}"/>
              </a:ext>
            </a:extLst>
          </p:cNvPr>
          <p:cNvGrpSpPr>
            <a:grpSpLocks noChangeAspect="1"/>
          </p:cNvGrpSpPr>
          <p:nvPr userDrawn="1"/>
        </p:nvGrpSpPr>
        <p:grpSpPr bwMode="auto">
          <a:xfrm>
            <a:off x="10421934" y="6308714"/>
            <a:ext cx="1162049" cy="266699"/>
            <a:chOff x="6565" y="3974"/>
            <a:chExt cx="732" cy="168"/>
          </a:xfrm>
          <a:solidFill>
            <a:schemeClr val="tx2"/>
          </a:solidFill>
        </p:grpSpPr>
        <p:sp>
          <p:nvSpPr>
            <p:cNvPr id="13" name="Freeform 5">
              <a:extLst>
                <a:ext uri="{FF2B5EF4-FFF2-40B4-BE49-F238E27FC236}">
                  <a16:creationId xmlns:a16="http://schemas.microsoft.com/office/drawing/2014/main" id="{ABFE6996-7BB9-4768-952C-92EB906C148D}"/>
                </a:ext>
              </a:extLst>
            </p:cNvPr>
            <p:cNvSpPr>
              <a:spLocks/>
            </p:cNvSpPr>
            <p:nvPr userDrawn="1"/>
          </p:nvSpPr>
          <p:spPr bwMode="auto">
            <a:xfrm>
              <a:off x="6718" y="3974"/>
              <a:ext cx="146" cy="168"/>
            </a:xfrm>
            <a:custGeom>
              <a:avLst/>
              <a:gdLst>
                <a:gd name="T0" fmla="*/ 626 w 634"/>
                <a:gd name="T1" fmla="*/ 0 h 725"/>
                <a:gd name="T2" fmla="*/ 626 w 634"/>
                <a:gd name="T3" fmla="*/ 0 h 725"/>
                <a:gd name="T4" fmla="*/ 527 w 634"/>
                <a:gd name="T5" fmla="*/ 0 h 725"/>
                <a:gd name="T6" fmla="*/ 519 w 634"/>
                <a:gd name="T7" fmla="*/ 6 h 725"/>
                <a:gd name="T8" fmla="*/ 326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1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4" y="0"/>
                    <a:pt x="520" y="2"/>
                    <a:pt x="519" y="6"/>
                  </a:cubicBezTo>
                  <a:lnTo>
                    <a:pt x="326" y="456"/>
                  </a:lnTo>
                  <a:cubicBezTo>
                    <a:pt x="323" y="462"/>
                    <a:pt x="313" y="462"/>
                    <a:pt x="310" y="456"/>
                  </a:cubicBezTo>
                  <a:lnTo>
                    <a:pt x="117" y="6"/>
                  </a:lnTo>
                  <a:cubicBezTo>
                    <a:pt x="116" y="2"/>
                    <a:pt x="112" y="0"/>
                    <a:pt x="108" y="0"/>
                  </a:cubicBezTo>
                  <a:lnTo>
                    <a:pt x="9" y="0"/>
                  </a:lnTo>
                  <a:cubicBezTo>
                    <a:pt x="4" y="0"/>
                    <a:pt x="0" y="5"/>
                    <a:pt x="2" y="9"/>
                  </a:cubicBezTo>
                  <a:lnTo>
                    <a:pt x="311"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6">
              <a:extLst>
                <a:ext uri="{FF2B5EF4-FFF2-40B4-BE49-F238E27FC236}">
                  <a16:creationId xmlns:a16="http://schemas.microsoft.com/office/drawing/2014/main" id="{2C7E5DEA-DA34-44D7-ACE9-32FBD7872A1D}"/>
                </a:ext>
              </a:extLst>
            </p:cNvPr>
            <p:cNvSpPr>
              <a:spLocks noEditPoints="1"/>
            </p:cNvSpPr>
            <p:nvPr userDrawn="1"/>
          </p:nvSpPr>
          <p:spPr bwMode="auto">
            <a:xfrm>
              <a:off x="6565" y="3974"/>
              <a:ext cx="170" cy="168"/>
            </a:xfrm>
            <a:custGeom>
              <a:avLst/>
              <a:gdLst>
                <a:gd name="T0" fmla="*/ 326 w 736"/>
                <a:gd name="T1" fmla="*/ 466 h 724"/>
                <a:gd name="T2" fmla="*/ 326 w 736"/>
                <a:gd name="T3" fmla="*/ 466 h 724"/>
                <a:gd name="T4" fmla="*/ 411 w 736"/>
                <a:gd name="T5" fmla="*/ 268 h 724"/>
                <a:gd name="T6" fmla="*/ 426 w 736"/>
                <a:gd name="T7" fmla="*/ 268 h 724"/>
                <a:gd name="T8" fmla="*/ 511 w 736"/>
                <a:gd name="T9" fmla="*/ 466 h 724"/>
                <a:gd name="T10" fmla="*/ 326 w 736"/>
                <a:gd name="T11" fmla="*/ 466 h 724"/>
                <a:gd name="T12" fmla="*/ 426 w 736"/>
                <a:gd name="T13" fmla="*/ 6 h 724"/>
                <a:gd name="T14" fmla="*/ 426 w 736"/>
                <a:gd name="T15" fmla="*/ 6 h 724"/>
                <a:gd name="T16" fmla="*/ 409 w 736"/>
                <a:gd name="T17" fmla="*/ 6 h 724"/>
                <a:gd name="T18" fmla="*/ 211 w 736"/>
                <a:gd name="T19" fmla="*/ 466 h 724"/>
                <a:gd name="T20" fmla="*/ 7 w 736"/>
                <a:gd name="T21" fmla="*/ 466 h 724"/>
                <a:gd name="T22" fmla="*/ 1 w 736"/>
                <a:gd name="T23" fmla="*/ 475 h 724"/>
                <a:gd name="T24" fmla="*/ 40 w 736"/>
                <a:gd name="T25" fmla="*/ 560 h 724"/>
                <a:gd name="T26" fmla="*/ 53 w 736"/>
                <a:gd name="T27" fmla="*/ 569 h 724"/>
                <a:gd name="T28" fmla="*/ 167 w 736"/>
                <a:gd name="T29" fmla="*/ 569 h 724"/>
                <a:gd name="T30" fmla="*/ 104 w 736"/>
                <a:gd name="T31" fmla="*/ 715 h 724"/>
                <a:gd name="T32" fmla="*/ 111 w 736"/>
                <a:gd name="T33" fmla="*/ 724 h 724"/>
                <a:gd name="T34" fmla="*/ 209 w 736"/>
                <a:gd name="T35" fmla="*/ 724 h 724"/>
                <a:gd name="T36" fmla="*/ 218 w 736"/>
                <a:gd name="T37" fmla="*/ 719 h 724"/>
                <a:gd name="T38" fmla="*/ 282 w 736"/>
                <a:gd name="T39" fmla="*/ 569 h 724"/>
                <a:gd name="T40" fmla="*/ 555 w 736"/>
                <a:gd name="T41" fmla="*/ 569 h 724"/>
                <a:gd name="T42" fmla="*/ 619 w 736"/>
                <a:gd name="T43" fmla="*/ 719 h 724"/>
                <a:gd name="T44" fmla="*/ 628 w 736"/>
                <a:gd name="T45" fmla="*/ 724 h 724"/>
                <a:gd name="T46" fmla="*/ 727 w 736"/>
                <a:gd name="T47" fmla="*/ 724 h 724"/>
                <a:gd name="T48" fmla="*/ 734 w 736"/>
                <a:gd name="T49" fmla="*/ 715 h 724"/>
                <a:gd name="T50" fmla="*/ 426 w 736"/>
                <a:gd name="T51"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36" h="724">
                  <a:moveTo>
                    <a:pt x="326" y="466"/>
                  </a:moveTo>
                  <a:lnTo>
                    <a:pt x="326" y="466"/>
                  </a:lnTo>
                  <a:lnTo>
                    <a:pt x="411" y="268"/>
                  </a:lnTo>
                  <a:cubicBezTo>
                    <a:pt x="414" y="261"/>
                    <a:pt x="423" y="261"/>
                    <a:pt x="426" y="268"/>
                  </a:cubicBezTo>
                  <a:lnTo>
                    <a:pt x="511" y="466"/>
                  </a:lnTo>
                  <a:lnTo>
                    <a:pt x="326" y="466"/>
                  </a:lnTo>
                  <a:close/>
                  <a:moveTo>
                    <a:pt x="426" y="6"/>
                  </a:moveTo>
                  <a:lnTo>
                    <a:pt x="426" y="6"/>
                  </a:lnTo>
                  <a:cubicBezTo>
                    <a:pt x="423" y="0"/>
                    <a:pt x="412" y="0"/>
                    <a:pt x="409" y="6"/>
                  </a:cubicBezTo>
                  <a:lnTo>
                    <a:pt x="211" y="466"/>
                  </a:lnTo>
                  <a:lnTo>
                    <a:pt x="7" y="466"/>
                  </a:lnTo>
                  <a:cubicBezTo>
                    <a:pt x="2" y="466"/>
                    <a:pt x="0" y="471"/>
                    <a:pt x="1" y="475"/>
                  </a:cubicBezTo>
                  <a:lnTo>
                    <a:pt x="40" y="560"/>
                  </a:lnTo>
                  <a:cubicBezTo>
                    <a:pt x="42" y="566"/>
                    <a:pt x="47" y="569"/>
                    <a:pt x="53" y="569"/>
                  </a:cubicBezTo>
                  <a:lnTo>
                    <a:pt x="167" y="569"/>
                  </a:lnTo>
                  <a:lnTo>
                    <a:pt x="104" y="715"/>
                  </a:lnTo>
                  <a:cubicBezTo>
                    <a:pt x="102" y="719"/>
                    <a:pt x="106" y="724"/>
                    <a:pt x="111" y="724"/>
                  </a:cubicBezTo>
                  <a:lnTo>
                    <a:pt x="209" y="724"/>
                  </a:lnTo>
                  <a:cubicBezTo>
                    <a:pt x="213" y="724"/>
                    <a:pt x="216" y="722"/>
                    <a:pt x="218" y="719"/>
                  </a:cubicBezTo>
                  <a:lnTo>
                    <a:pt x="282" y="569"/>
                  </a:lnTo>
                  <a:lnTo>
                    <a:pt x="555" y="569"/>
                  </a:lnTo>
                  <a:lnTo>
                    <a:pt x="619" y="719"/>
                  </a:lnTo>
                  <a:cubicBezTo>
                    <a:pt x="621" y="722"/>
                    <a:pt x="624" y="724"/>
                    <a:pt x="628" y="724"/>
                  </a:cubicBezTo>
                  <a:lnTo>
                    <a:pt x="727" y="724"/>
                  </a:lnTo>
                  <a:cubicBezTo>
                    <a:pt x="732" y="724"/>
                    <a:pt x="736" y="719"/>
                    <a:pt x="734" y="715"/>
                  </a:cubicBezTo>
                  <a:lnTo>
                    <a:pt x="426"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7">
              <a:extLst>
                <a:ext uri="{FF2B5EF4-FFF2-40B4-BE49-F238E27FC236}">
                  <a16:creationId xmlns:a16="http://schemas.microsoft.com/office/drawing/2014/main" id="{14014E3B-91DD-4937-9B32-D8ADB6791DD4}"/>
                </a:ext>
              </a:extLst>
            </p:cNvPr>
            <p:cNvSpPr>
              <a:spLocks/>
            </p:cNvSpPr>
            <p:nvPr userDrawn="1"/>
          </p:nvSpPr>
          <p:spPr bwMode="auto">
            <a:xfrm>
              <a:off x="7022" y="3974"/>
              <a:ext cx="146" cy="168"/>
            </a:xfrm>
            <a:custGeom>
              <a:avLst/>
              <a:gdLst>
                <a:gd name="T0" fmla="*/ 626 w 634"/>
                <a:gd name="T1" fmla="*/ 0 h 725"/>
                <a:gd name="T2" fmla="*/ 626 w 634"/>
                <a:gd name="T3" fmla="*/ 0 h 725"/>
                <a:gd name="T4" fmla="*/ 527 w 634"/>
                <a:gd name="T5" fmla="*/ 0 h 725"/>
                <a:gd name="T6" fmla="*/ 519 w 634"/>
                <a:gd name="T7" fmla="*/ 6 h 725"/>
                <a:gd name="T8" fmla="*/ 325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0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3" y="0"/>
                    <a:pt x="520" y="2"/>
                    <a:pt x="519" y="6"/>
                  </a:cubicBezTo>
                  <a:lnTo>
                    <a:pt x="325" y="456"/>
                  </a:lnTo>
                  <a:cubicBezTo>
                    <a:pt x="323" y="462"/>
                    <a:pt x="313" y="462"/>
                    <a:pt x="310" y="456"/>
                  </a:cubicBezTo>
                  <a:lnTo>
                    <a:pt x="117" y="6"/>
                  </a:lnTo>
                  <a:cubicBezTo>
                    <a:pt x="115" y="2"/>
                    <a:pt x="112" y="0"/>
                    <a:pt x="108" y="0"/>
                  </a:cubicBezTo>
                  <a:lnTo>
                    <a:pt x="9" y="0"/>
                  </a:lnTo>
                  <a:cubicBezTo>
                    <a:pt x="4" y="0"/>
                    <a:pt x="0" y="5"/>
                    <a:pt x="2" y="9"/>
                  </a:cubicBezTo>
                  <a:lnTo>
                    <a:pt x="310"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8">
              <a:extLst>
                <a:ext uri="{FF2B5EF4-FFF2-40B4-BE49-F238E27FC236}">
                  <a16:creationId xmlns:a16="http://schemas.microsoft.com/office/drawing/2014/main" id="{A7166DEF-2B9E-43F8-B349-2DE7372122F8}"/>
                </a:ext>
              </a:extLst>
            </p:cNvPr>
            <p:cNvSpPr>
              <a:spLocks noEditPoints="1"/>
            </p:cNvSpPr>
            <p:nvPr userDrawn="1"/>
          </p:nvSpPr>
          <p:spPr bwMode="auto">
            <a:xfrm>
              <a:off x="7151" y="3974"/>
              <a:ext cx="146" cy="168"/>
            </a:xfrm>
            <a:custGeom>
              <a:avLst/>
              <a:gdLst>
                <a:gd name="T0" fmla="*/ 223 w 633"/>
                <a:gd name="T1" fmla="*/ 466 h 724"/>
                <a:gd name="T2" fmla="*/ 223 w 633"/>
                <a:gd name="T3" fmla="*/ 466 h 724"/>
                <a:gd name="T4" fmla="*/ 308 w 633"/>
                <a:gd name="T5" fmla="*/ 268 h 724"/>
                <a:gd name="T6" fmla="*/ 324 w 633"/>
                <a:gd name="T7" fmla="*/ 268 h 724"/>
                <a:gd name="T8" fmla="*/ 409 w 633"/>
                <a:gd name="T9" fmla="*/ 466 h 724"/>
                <a:gd name="T10" fmla="*/ 223 w 633"/>
                <a:gd name="T11" fmla="*/ 466 h 724"/>
                <a:gd name="T12" fmla="*/ 323 w 633"/>
                <a:gd name="T13" fmla="*/ 6 h 724"/>
                <a:gd name="T14" fmla="*/ 323 w 633"/>
                <a:gd name="T15" fmla="*/ 6 h 724"/>
                <a:gd name="T16" fmla="*/ 307 w 633"/>
                <a:gd name="T17" fmla="*/ 6 h 724"/>
                <a:gd name="T18" fmla="*/ 2 w 633"/>
                <a:gd name="T19" fmla="*/ 715 h 724"/>
                <a:gd name="T20" fmla="*/ 8 w 633"/>
                <a:gd name="T21" fmla="*/ 724 h 724"/>
                <a:gd name="T22" fmla="*/ 107 w 633"/>
                <a:gd name="T23" fmla="*/ 724 h 724"/>
                <a:gd name="T24" fmla="*/ 115 w 633"/>
                <a:gd name="T25" fmla="*/ 719 h 724"/>
                <a:gd name="T26" fmla="*/ 179 w 633"/>
                <a:gd name="T27" fmla="*/ 569 h 724"/>
                <a:gd name="T28" fmla="*/ 453 w 633"/>
                <a:gd name="T29" fmla="*/ 569 h 724"/>
                <a:gd name="T30" fmla="*/ 517 w 633"/>
                <a:gd name="T31" fmla="*/ 719 h 724"/>
                <a:gd name="T32" fmla="*/ 525 w 633"/>
                <a:gd name="T33" fmla="*/ 724 h 724"/>
                <a:gd name="T34" fmla="*/ 625 w 633"/>
                <a:gd name="T35" fmla="*/ 724 h 724"/>
                <a:gd name="T36" fmla="*/ 631 w 633"/>
                <a:gd name="T37" fmla="*/ 715 h 724"/>
                <a:gd name="T38" fmla="*/ 323 w 633"/>
                <a:gd name="T39"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3" h="724">
                  <a:moveTo>
                    <a:pt x="223" y="466"/>
                  </a:moveTo>
                  <a:lnTo>
                    <a:pt x="223" y="466"/>
                  </a:lnTo>
                  <a:lnTo>
                    <a:pt x="308" y="268"/>
                  </a:lnTo>
                  <a:cubicBezTo>
                    <a:pt x="311" y="261"/>
                    <a:pt x="321" y="261"/>
                    <a:pt x="324" y="268"/>
                  </a:cubicBezTo>
                  <a:lnTo>
                    <a:pt x="409" y="466"/>
                  </a:lnTo>
                  <a:lnTo>
                    <a:pt x="223" y="466"/>
                  </a:lnTo>
                  <a:close/>
                  <a:moveTo>
                    <a:pt x="323" y="6"/>
                  </a:moveTo>
                  <a:lnTo>
                    <a:pt x="323" y="6"/>
                  </a:lnTo>
                  <a:cubicBezTo>
                    <a:pt x="320" y="0"/>
                    <a:pt x="310" y="0"/>
                    <a:pt x="307" y="6"/>
                  </a:cubicBezTo>
                  <a:lnTo>
                    <a:pt x="2" y="715"/>
                  </a:lnTo>
                  <a:cubicBezTo>
                    <a:pt x="0" y="719"/>
                    <a:pt x="3" y="724"/>
                    <a:pt x="8" y="724"/>
                  </a:cubicBezTo>
                  <a:lnTo>
                    <a:pt x="107" y="724"/>
                  </a:lnTo>
                  <a:cubicBezTo>
                    <a:pt x="110" y="724"/>
                    <a:pt x="114" y="722"/>
                    <a:pt x="115" y="719"/>
                  </a:cubicBezTo>
                  <a:lnTo>
                    <a:pt x="179" y="569"/>
                  </a:lnTo>
                  <a:lnTo>
                    <a:pt x="453" y="569"/>
                  </a:lnTo>
                  <a:lnTo>
                    <a:pt x="517" y="719"/>
                  </a:lnTo>
                  <a:cubicBezTo>
                    <a:pt x="518" y="722"/>
                    <a:pt x="522" y="724"/>
                    <a:pt x="525" y="724"/>
                  </a:cubicBezTo>
                  <a:lnTo>
                    <a:pt x="625" y="724"/>
                  </a:lnTo>
                  <a:cubicBezTo>
                    <a:pt x="630" y="724"/>
                    <a:pt x="633" y="719"/>
                    <a:pt x="631" y="715"/>
                  </a:cubicBezTo>
                  <a:lnTo>
                    <a:pt x="323"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9">
              <a:extLst>
                <a:ext uri="{FF2B5EF4-FFF2-40B4-BE49-F238E27FC236}">
                  <a16:creationId xmlns:a16="http://schemas.microsoft.com/office/drawing/2014/main" id="{7868DEBD-9196-41C8-A3F4-755F985685A7}"/>
                </a:ext>
              </a:extLst>
            </p:cNvPr>
            <p:cNvSpPr>
              <a:spLocks/>
            </p:cNvSpPr>
            <p:nvPr userDrawn="1"/>
          </p:nvSpPr>
          <p:spPr bwMode="auto">
            <a:xfrm>
              <a:off x="6888" y="3974"/>
              <a:ext cx="111" cy="24"/>
            </a:xfrm>
            <a:custGeom>
              <a:avLst/>
              <a:gdLst>
                <a:gd name="T0" fmla="*/ 473 w 480"/>
                <a:gd name="T1" fmla="*/ 0 h 105"/>
                <a:gd name="T2" fmla="*/ 473 w 480"/>
                <a:gd name="T3" fmla="*/ 0 h 105"/>
                <a:gd name="T4" fmla="*/ 7 w 480"/>
                <a:gd name="T5" fmla="*/ 0 h 105"/>
                <a:gd name="T6" fmla="*/ 0 w 480"/>
                <a:gd name="T7" fmla="*/ 6 h 105"/>
                <a:gd name="T8" fmla="*/ 0 w 480"/>
                <a:gd name="T9" fmla="*/ 98 h 105"/>
                <a:gd name="T10" fmla="*/ 7 w 480"/>
                <a:gd name="T11" fmla="*/ 105 h 105"/>
                <a:gd name="T12" fmla="*/ 473 w 480"/>
                <a:gd name="T13" fmla="*/ 105 h 105"/>
                <a:gd name="T14" fmla="*/ 480 w 480"/>
                <a:gd name="T15" fmla="*/ 98 h 105"/>
                <a:gd name="T16" fmla="*/ 480 w 480"/>
                <a:gd name="T17" fmla="*/ 6 h 105"/>
                <a:gd name="T18" fmla="*/ 473 w 480"/>
                <a:gd name="T19" fmla="*/ 0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5">
                  <a:moveTo>
                    <a:pt x="473" y="0"/>
                  </a:moveTo>
                  <a:lnTo>
                    <a:pt x="473" y="0"/>
                  </a:lnTo>
                  <a:lnTo>
                    <a:pt x="7" y="0"/>
                  </a:lnTo>
                  <a:cubicBezTo>
                    <a:pt x="3" y="0"/>
                    <a:pt x="0" y="3"/>
                    <a:pt x="0" y="6"/>
                  </a:cubicBezTo>
                  <a:lnTo>
                    <a:pt x="0" y="98"/>
                  </a:lnTo>
                  <a:cubicBezTo>
                    <a:pt x="0" y="102"/>
                    <a:pt x="3" y="105"/>
                    <a:pt x="7" y="105"/>
                  </a:cubicBezTo>
                  <a:lnTo>
                    <a:pt x="473" y="105"/>
                  </a:lnTo>
                  <a:cubicBezTo>
                    <a:pt x="477" y="105"/>
                    <a:pt x="480" y="102"/>
                    <a:pt x="480" y="98"/>
                  </a:cubicBezTo>
                  <a:lnTo>
                    <a:pt x="480" y="6"/>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Freeform 10">
              <a:extLst>
                <a:ext uri="{FF2B5EF4-FFF2-40B4-BE49-F238E27FC236}">
                  <a16:creationId xmlns:a16="http://schemas.microsoft.com/office/drawing/2014/main" id="{93AD75E9-9DBC-4352-BE73-BA4D8CC97EF5}"/>
                </a:ext>
              </a:extLst>
            </p:cNvPr>
            <p:cNvSpPr>
              <a:spLocks/>
            </p:cNvSpPr>
            <p:nvPr userDrawn="1"/>
          </p:nvSpPr>
          <p:spPr bwMode="auto">
            <a:xfrm>
              <a:off x="6888" y="4045"/>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99 h 106"/>
                <a:gd name="T10" fmla="*/ 7 w 480"/>
                <a:gd name="T11" fmla="*/ 106 h 106"/>
                <a:gd name="T12" fmla="*/ 473 w 480"/>
                <a:gd name="T13" fmla="*/ 106 h 106"/>
                <a:gd name="T14" fmla="*/ 480 w 480"/>
                <a:gd name="T15" fmla="*/ 99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99"/>
                  </a:lnTo>
                  <a:cubicBezTo>
                    <a:pt x="0" y="103"/>
                    <a:pt x="3" y="106"/>
                    <a:pt x="7" y="106"/>
                  </a:cubicBezTo>
                  <a:lnTo>
                    <a:pt x="473" y="106"/>
                  </a:lnTo>
                  <a:cubicBezTo>
                    <a:pt x="477" y="106"/>
                    <a:pt x="480" y="103"/>
                    <a:pt x="480" y="99"/>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 name="Freeform 11">
              <a:extLst>
                <a:ext uri="{FF2B5EF4-FFF2-40B4-BE49-F238E27FC236}">
                  <a16:creationId xmlns:a16="http://schemas.microsoft.com/office/drawing/2014/main" id="{F9683FFC-62CA-4760-BB37-64E8DEE61445}"/>
                </a:ext>
              </a:extLst>
            </p:cNvPr>
            <p:cNvSpPr>
              <a:spLocks/>
            </p:cNvSpPr>
            <p:nvPr userDrawn="1"/>
          </p:nvSpPr>
          <p:spPr bwMode="auto">
            <a:xfrm>
              <a:off x="6888" y="4116"/>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100 h 106"/>
                <a:gd name="T10" fmla="*/ 7 w 480"/>
                <a:gd name="T11" fmla="*/ 106 h 106"/>
                <a:gd name="T12" fmla="*/ 473 w 480"/>
                <a:gd name="T13" fmla="*/ 106 h 106"/>
                <a:gd name="T14" fmla="*/ 480 w 480"/>
                <a:gd name="T15" fmla="*/ 100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100"/>
                  </a:lnTo>
                  <a:cubicBezTo>
                    <a:pt x="0" y="103"/>
                    <a:pt x="3" y="106"/>
                    <a:pt x="7" y="106"/>
                  </a:cubicBezTo>
                  <a:lnTo>
                    <a:pt x="473" y="106"/>
                  </a:lnTo>
                  <a:cubicBezTo>
                    <a:pt x="477" y="106"/>
                    <a:pt x="480" y="103"/>
                    <a:pt x="480" y="100"/>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4" name="Footer Placeholder 3">
            <a:extLst>
              <a:ext uri="{FF2B5EF4-FFF2-40B4-BE49-F238E27FC236}">
                <a16:creationId xmlns:a16="http://schemas.microsoft.com/office/drawing/2014/main" id="{DF238032-A99E-1344-BEAE-3C0CBFCABE13}"/>
              </a:ext>
            </a:extLst>
          </p:cNvPr>
          <p:cNvSpPr>
            <a:spLocks noGrp="1"/>
          </p:cNvSpPr>
          <p:nvPr>
            <p:ph type="ftr" sz="quarter" idx="11"/>
          </p:nvPr>
        </p:nvSpPr>
        <p:spPr/>
        <p:txBody>
          <a:bodyPr/>
          <a:lstStyle/>
          <a:p>
            <a:r>
              <a:rPr lang="en-US" dirty="0"/>
              <a:t>For Internal Use Only. © 2026 AVEVA Group Limited or its subsidiaries. All rights reserved.</a:t>
            </a:r>
            <a:endParaRPr lang="en-GB" dirty="0"/>
          </a:p>
        </p:txBody>
      </p:sp>
      <p:sp>
        <p:nvSpPr>
          <p:cNvPr id="7" name="Slide Number Placeholder 6">
            <a:extLst>
              <a:ext uri="{FF2B5EF4-FFF2-40B4-BE49-F238E27FC236}">
                <a16:creationId xmlns:a16="http://schemas.microsoft.com/office/drawing/2014/main" id="{68684F10-B6AC-9949-B930-AD13E50278ED}"/>
              </a:ext>
            </a:extLst>
          </p:cNvPr>
          <p:cNvSpPr>
            <a:spLocks noGrp="1"/>
          </p:cNvSpPr>
          <p:nvPr>
            <p:ph type="sldNum" sz="quarter" idx="12"/>
          </p:nvPr>
        </p:nvSpPr>
        <p:spPr/>
        <p:txBody>
          <a:bodyPr/>
          <a:lstStyle/>
          <a:p>
            <a:fld id="{267CDB12-45E5-4FD7-AE50-9CB5AFC72BA1}" type="slidenum">
              <a:rPr lang="en-GB" smtClean="0"/>
              <a:pPr/>
              <a:t>‹#›</a:t>
            </a:fld>
            <a:endParaRPr lang="en-GB" dirty="0"/>
          </a:p>
        </p:txBody>
      </p:sp>
      <p:sp>
        <p:nvSpPr>
          <p:cNvPr id="72" name="TextBox 71">
            <a:extLst>
              <a:ext uri="{FF2B5EF4-FFF2-40B4-BE49-F238E27FC236}">
                <a16:creationId xmlns:a16="http://schemas.microsoft.com/office/drawing/2014/main" id="{204C57BA-8BE7-48C1-83EE-B886DF617553}"/>
              </a:ext>
            </a:extLst>
          </p:cNvPr>
          <p:cNvSpPr txBox="1"/>
          <p:nvPr userDrawn="1"/>
        </p:nvSpPr>
        <p:spPr>
          <a:xfrm>
            <a:off x="0" y="-345748"/>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sp>
        <p:nvSpPr>
          <p:cNvPr id="73" name="TextBox 72">
            <a:extLst>
              <a:ext uri="{FF2B5EF4-FFF2-40B4-BE49-F238E27FC236}">
                <a16:creationId xmlns:a16="http://schemas.microsoft.com/office/drawing/2014/main" id="{3C0DF04D-C13C-463F-AA3C-3C5F452395EC}"/>
              </a:ext>
            </a:extLst>
          </p:cNvPr>
          <p:cNvSpPr txBox="1"/>
          <p:nvPr userDrawn="1"/>
        </p:nvSpPr>
        <p:spPr>
          <a:xfrm>
            <a:off x="1008711" y="2725743"/>
            <a:ext cx="4681182" cy="720000"/>
          </a:xfrm>
          <a:prstGeom prst="rect">
            <a:avLst/>
          </a:prstGeom>
          <a:noFill/>
        </p:spPr>
        <p:txBody>
          <a:bodyPr wrap="square" lIns="0" tIns="0" rIns="0" bIns="0" rtlCol="0">
            <a:noAutofit/>
          </a:bodyPr>
          <a:lstStyle/>
          <a:p>
            <a:pPr>
              <a:lnSpc>
                <a:spcPct val="150000"/>
              </a:lnSpc>
            </a:pPr>
            <a:r>
              <a:rPr lang="en-GB" sz="1800" b="0" dirty="0">
                <a:solidFill>
                  <a:schemeClr val="tx2"/>
                </a:solidFill>
                <a:latin typeface="+mn-lt"/>
                <a:cs typeface="Calibri" panose="020F0502020204030204" pitchFamily="34" charset="0"/>
              </a:rPr>
              <a:t>linkedin.com/company/</a:t>
            </a:r>
            <a:r>
              <a:rPr lang="en-GB" sz="1800" b="0" dirty="0" err="1">
                <a:solidFill>
                  <a:schemeClr val="tx2"/>
                </a:solidFill>
                <a:latin typeface="+mn-lt"/>
                <a:cs typeface="Calibri" panose="020F0502020204030204" pitchFamily="34" charset="0"/>
              </a:rPr>
              <a:t>aveva</a:t>
            </a:r>
            <a:r>
              <a:rPr lang="en-GB" sz="1800" b="0" dirty="0">
                <a:solidFill>
                  <a:schemeClr val="tx2"/>
                </a:solidFill>
                <a:latin typeface="+mn-lt"/>
                <a:cs typeface="Calibri" panose="020F0502020204030204" pitchFamily="34" charset="0"/>
              </a:rPr>
              <a:t> </a:t>
            </a:r>
          </a:p>
          <a:p>
            <a:pPr>
              <a:lnSpc>
                <a:spcPct val="150000"/>
              </a:lnSpc>
            </a:pPr>
            <a:r>
              <a:rPr lang="en-GB" sz="1800" b="0" noProof="1">
                <a:solidFill>
                  <a:schemeClr val="tx2"/>
                </a:solidFill>
                <a:latin typeface="+mn-lt"/>
                <a:cs typeface="Calibri" panose="020F0502020204030204" pitchFamily="34" charset="0"/>
              </a:rPr>
              <a:t>@avevagroup</a:t>
            </a:r>
            <a:r>
              <a:rPr lang="en-GB" sz="1800" b="0" dirty="0">
                <a:solidFill>
                  <a:schemeClr val="tx2"/>
                </a:solidFill>
                <a:latin typeface="+mn-lt"/>
                <a:cs typeface="Calibri" panose="020F0502020204030204" pitchFamily="34" charset="0"/>
              </a:rPr>
              <a:t> </a:t>
            </a:r>
          </a:p>
        </p:txBody>
      </p:sp>
      <p:sp>
        <p:nvSpPr>
          <p:cNvPr id="75" name="Freeform 5">
            <a:extLst>
              <a:ext uri="{FF2B5EF4-FFF2-40B4-BE49-F238E27FC236}">
                <a16:creationId xmlns:a16="http://schemas.microsoft.com/office/drawing/2014/main" id="{E899E916-B706-4A4F-A3DA-FB6BEA94FA39}"/>
              </a:ext>
            </a:extLst>
          </p:cNvPr>
          <p:cNvSpPr>
            <a:spLocks noChangeAspect="1" noEditPoints="1"/>
          </p:cNvSpPr>
          <p:nvPr userDrawn="1"/>
        </p:nvSpPr>
        <p:spPr bwMode="auto">
          <a:xfrm>
            <a:off x="609600" y="2791479"/>
            <a:ext cx="301752" cy="301752"/>
          </a:xfrm>
          <a:custGeom>
            <a:avLst/>
            <a:gdLst>
              <a:gd name="T0" fmla="*/ 42 w 84"/>
              <a:gd name="T1" fmla="*/ 0 h 84"/>
              <a:gd name="T2" fmla="*/ 0 w 84"/>
              <a:gd name="T3" fmla="*/ 42 h 84"/>
              <a:gd name="T4" fmla="*/ 42 w 84"/>
              <a:gd name="T5" fmla="*/ 84 h 84"/>
              <a:gd name="T6" fmla="*/ 84 w 84"/>
              <a:gd name="T7" fmla="*/ 42 h 84"/>
              <a:gd name="T8" fmla="*/ 42 w 84"/>
              <a:gd name="T9" fmla="*/ 0 h 84"/>
              <a:gd name="T10" fmla="*/ 32 w 84"/>
              <a:gd name="T11" fmla="*/ 61 h 84"/>
              <a:gd name="T12" fmla="*/ 23 w 84"/>
              <a:gd name="T13" fmla="*/ 61 h 84"/>
              <a:gd name="T14" fmla="*/ 23 w 84"/>
              <a:gd name="T15" fmla="*/ 33 h 84"/>
              <a:gd name="T16" fmla="*/ 32 w 84"/>
              <a:gd name="T17" fmla="*/ 33 h 84"/>
              <a:gd name="T18" fmla="*/ 32 w 84"/>
              <a:gd name="T19" fmla="*/ 61 h 84"/>
              <a:gd name="T20" fmla="*/ 27 w 84"/>
              <a:gd name="T21" fmla="*/ 30 h 84"/>
              <a:gd name="T22" fmla="*/ 27 w 84"/>
              <a:gd name="T23" fmla="*/ 30 h 84"/>
              <a:gd name="T24" fmla="*/ 22 w 84"/>
              <a:gd name="T25" fmla="*/ 25 h 84"/>
              <a:gd name="T26" fmla="*/ 27 w 84"/>
              <a:gd name="T27" fmla="*/ 20 h 84"/>
              <a:gd name="T28" fmla="*/ 33 w 84"/>
              <a:gd name="T29" fmla="*/ 25 h 84"/>
              <a:gd name="T30" fmla="*/ 27 w 84"/>
              <a:gd name="T31" fmla="*/ 30 h 84"/>
              <a:gd name="T32" fmla="*/ 65 w 84"/>
              <a:gd name="T33" fmla="*/ 61 h 84"/>
              <a:gd name="T34" fmla="*/ 56 w 84"/>
              <a:gd name="T35" fmla="*/ 61 h 84"/>
              <a:gd name="T36" fmla="*/ 56 w 84"/>
              <a:gd name="T37" fmla="*/ 46 h 84"/>
              <a:gd name="T38" fmla="*/ 51 w 84"/>
              <a:gd name="T39" fmla="*/ 40 h 84"/>
              <a:gd name="T40" fmla="*/ 47 w 84"/>
              <a:gd name="T41" fmla="*/ 43 h 84"/>
              <a:gd name="T42" fmla="*/ 46 w 84"/>
              <a:gd name="T43" fmla="*/ 46 h 84"/>
              <a:gd name="T44" fmla="*/ 46 w 84"/>
              <a:gd name="T45" fmla="*/ 61 h 84"/>
              <a:gd name="T46" fmla="*/ 37 w 84"/>
              <a:gd name="T47" fmla="*/ 61 h 84"/>
              <a:gd name="T48" fmla="*/ 37 w 84"/>
              <a:gd name="T49" fmla="*/ 33 h 84"/>
              <a:gd name="T50" fmla="*/ 46 w 84"/>
              <a:gd name="T51" fmla="*/ 33 h 84"/>
              <a:gd name="T52" fmla="*/ 46 w 84"/>
              <a:gd name="T53" fmla="*/ 37 h 84"/>
              <a:gd name="T54" fmla="*/ 55 w 84"/>
              <a:gd name="T55" fmla="*/ 33 h 84"/>
              <a:gd name="T56" fmla="*/ 65 w 84"/>
              <a:gd name="T57" fmla="*/ 45 h 84"/>
              <a:gd name="T58" fmla="*/ 65 w 84"/>
              <a:gd name="T59" fmla="*/ 61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4" h="84">
                <a:moveTo>
                  <a:pt x="42" y="0"/>
                </a:moveTo>
                <a:cubicBezTo>
                  <a:pt x="19" y="0"/>
                  <a:pt x="0" y="19"/>
                  <a:pt x="0" y="42"/>
                </a:cubicBezTo>
                <a:cubicBezTo>
                  <a:pt x="0" y="65"/>
                  <a:pt x="19" y="84"/>
                  <a:pt x="42" y="84"/>
                </a:cubicBezTo>
                <a:cubicBezTo>
                  <a:pt x="65" y="84"/>
                  <a:pt x="84" y="65"/>
                  <a:pt x="84" y="42"/>
                </a:cubicBezTo>
                <a:cubicBezTo>
                  <a:pt x="84" y="19"/>
                  <a:pt x="65" y="0"/>
                  <a:pt x="42" y="0"/>
                </a:cubicBezTo>
                <a:close/>
                <a:moveTo>
                  <a:pt x="32" y="61"/>
                </a:moveTo>
                <a:cubicBezTo>
                  <a:pt x="23" y="61"/>
                  <a:pt x="23" y="61"/>
                  <a:pt x="23" y="61"/>
                </a:cubicBezTo>
                <a:cubicBezTo>
                  <a:pt x="23" y="33"/>
                  <a:pt x="23" y="33"/>
                  <a:pt x="23" y="33"/>
                </a:cubicBezTo>
                <a:cubicBezTo>
                  <a:pt x="32" y="33"/>
                  <a:pt x="32" y="33"/>
                  <a:pt x="32" y="33"/>
                </a:cubicBezTo>
                <a:lnTo>
                  <a:pt x="32" y="61"/>
                </a:lnTo>
                <a:close/>
                <a:moveTo>
                  <a:pt x="27" y="30"/>
                </a:moveTo>
                <a:cubicBezTo>
                  <a:pt x="27" y="30"/>
                  <a:pt x="27" y="30"/>
                  <a:pt x="27" y="30"/>
                </a:cubicBezTo>
                <a:cubicBezTo>
                  <a:pt x="24" y="30"/>
                  <a:pt x="22" y="27"/>
                  <a:pt x="22" y="25"/>
                </a:cubicBezTo>
                <a:cubicBezTo>
                  <a:pt x="22" y="22"/>
                  <a:pt x="24" y="20"/>
                  <a:pt x="27" y="20"/>
                </a:cubicBezTo>
                <a:cubicBezTo>
                  <a:pt x="31" y="20"/>
                  <a:pt x="32" y="22"/>
                  <a:pt x="33" y="25"/>
                </a:cubicBezTo>
                <a:cubicBezTo>
                  <a:pt x="33" y="27"/>
                  <a:pt x="31" y="30"/>
                  <a:pt x="27" y="30"/>
                </a:cubicBezTo>
                <a:close/>
                <a:moveTo>
                  <a:pt x="65" y="61"/>
                </a:moveTo>
                <a:cubicBezTo>
                  <a:pt x="56" y="61"/>
                  <a:pt x="56" y="61"/>
                  <a:pt x="56" y="61"/>
                </a:cubicBezTo>
                <a:cubicBezTo>
                  <a:pt x="56" y="46"/>
                  <a:pt x="56" y="46"/>
                  <a:pt x="56" y="46"/>
                </a:cubicBezTo>
                <a:cubicBezTo>
                  <a:pt x="56" y="43"/>
                  <a:pt x="55" y="40"/>
                  <a:pt x="51" y="40"/>
                </a:cubicBezTo>
                <a:cubicBezTo>
                  <a:pt x="49" y="40"/>
                  <a:pt x="47" y="42"/>
                  <a:pt x="47" y="43"/>
                </a:cubicBezTo>
                <a:cubicBezTo>
                  <a:pt x="46" y="44"/>
                  <a:pt x="46" y="45"/>
                  <a:pt x="46" y="46"/>
                </a:cubicBezTo>
                <a:cubicBezTo>
                  <a:pt x="46" y="61"/>
                  <a:pt x="46" y="61"/>
                  <a:pt x="46" y="61"/>
                </a:cubicBezTo>
                <a:cubicBezTo>
                  <a:pt x="37" y="61"/>
                  <a:pt x="37" y="61"/>
                  <a:pt x="37" y="61"/>
                </a:cubicBezTo>
                <a:cubicBezTo>
                  <a:pt x="37" y="61"/>
                  <a:pt x="37" y="36"/>
                  <a:pt x="37" y="33"/>
                </a:cubicBezTo>
                <a:cubicBezTo>
                  <a:pt x="46" y="33"/>
                  <a:pt x="46" y="33"/>
                  <a:pt x="46" y="33"/>
                </a:cubicBezTo>
                <a:cubicBezTo>
                  <a:pt x="46" y="37"/>
                  <a:pt x="46" y="37"/>
                  <a:pt x="46" y="37"/>
                </a:cubicBezTo>
                <a:cubicBezTo>
                  <a:pt x="48" y="35"/>
                  <a:pt x="50" y="33"/>
                  <a:pt x="55" y="33"/>
                </a:cubicBezTo>
                <a:cubicBezTo>
                  <a:pt x="61" y="33"/>
                  <a:pt x="65" y="37"/>
                  <a:pt x="65" y="45"/>
                </a:cubicBezTo>
                <a:lnTo>
                  <a:pt x="65" y="61"/>
                </a:lnTo>
                <a:close/>
              </a:path>
            </a:pathLst>
          </a:custGeom>
          <a:solidFill>
            <a:schemeClr val="tx2"/>
          </a:solidFill>
          <a:ln>
            <a:noFill/>
          </a:ln>
        </p:spPr>
        <p:txBody>
          <a:bodyPr vert="horz" wrap="square" lIns="91440" tIns="45720" rIns="91440" bIns="45720" numCol="1" anchor="t" anchorCtr="0" compatLnSpc="1">
            <a:prstTxWarp prst="textNoShape">
              <a:avLst/>
            </a:prstTxWarp>
          </a:bodyPr>
          <a:lstStyle/>
          <a:p>
            <a:endParaRPr lang="en-US"/>
          </a:p>
        </p:txBody>
      </p:sp>
      <p:sp>
        <p:nvSpPr>
          <p:cNvPr id="76" name="Freeform 6">
            <a:extLst>
              <a:ext uri="{FF2B5EF4-FFF2-40B4-BE49-F238E27FC236}">
                <a16:creationId xmlns:a16="http://schemas.microsoft.com/office/drawing/2014/main" id="{7562E154-11E8-4A95-88DA-555C550432A5}"/>
              </a:ext>
            </a:extLst>
          </p:cNvPr>
          <p:cNvSpPr>
            <a:spLocks noChangeAspect="1" noEditPoints="1"/>
          </p:cNvSpPr>
          <p:nvPr userDrawn="1"/>
        </p:nvSpPr>
        <p:spPr bwMode="auto">
          <a:xfrm>
            <a:off x="609600" y="3228624"/>
            <a:ext cx="301752" cy="301752"/>
          </a:xfrm>
          <a:custGeom>
            <a:avLst/>
            <a:gdLst>
              <a:gd name="T0" fmla="*/ 42 w 84"/>
              <a:gd name="T1" fmla="*/ 0 h 83"/>
              <a:gd name="T2" fmla="*/ 0 w 84"/>
              <a:gd name="T3" fmla="*/ 42 h 83"/>
              <a:gd name="T4" fmla="*/ 42 w 84"/>
              <a:gd name="T5" fmla="*/ 83 h 83"/>
              <a:gd name="T6" fmla="*/ 84 w 84"/>
              <a:gd name="T7" fmla="*/ 42 h 83"/>
              <a:gd name="T8" fmla="*/ 42 w 84"/>
              <a:gd name="T9" fmla="*/ 0 h 83"/>
              <a:gd name="T10" fmla="*/ 61 w 84"/>
              <a:gd name="T11" fmla="*/ 35 h 83"/>
              <a:gd name="T12" fmla="*/ 61 w 84"/>
              <a:gd name="T13" fmla="*/ 36 h 83"/>
              <a:gd name="T14" fmla="*/ 36 w 84"/>
              <a:gd name="T15" fmla="*/ 61 h 83"/>
              <a:gd name="T16" fmla="*/ 22 w 84"/>
              <a:gd name="T17" fmla="*/ 57 h 83"/>
              <a:gd name="T18" fmla="*/ 24 w 84"/>
              <a:gd name="T19" fmla="*/ 57 h 83"/>
              <a:gd name="T20" fmla="*/ 35 w 84"/>
              <a:gd name="T21" fmla="*/ 53 h 83"/>
              <a:gd name="T22" fmla="*/ 27 w 84"/>
              <a:gd name="T23" fmla="*/ 47 h 83"/>
              <a:gd name="T24" fmla="*/ 29 w 84"/>
              <a:gd name="T25" fmla="*/ 47 h 83"/>
              <a:gd name="T26" fmla="*/ 31 w 84"/>
              <a:gd name="T27" fmla="*/ 47 h 83"/>
              <a:gd name="T28" fmla="*/ 24 w 84"/>
              <a:gd name="T29" fmla="*/ 38 h 83"/>
              <a:gd name="T30" fmla="*/ 24 w 84"/>
              <a:gd name="T31" fmla="*/ 38 h 83"/>
              <a:gd name="T32" fmla="*/ 28 w 84"/>
              <a:gd name="T33" fmla="*/ 39 h 83"/>
              <a:gd name="T34" fmla="*/ 24 w 84"/>
              <a:gd name="T35" fmla="*/ 32 h 83"/>
              <a:gd name="T36" fmla="*/ 25 w 84"/>
              <a:gd name="T37" fmla="*/ 27 h 83"/>
              <a:gd name="T38" fmla="*/ 44 w 84"/>
              <a:gd name="T39" fmla="*/ 37 h 83"/>
              <a:gd name="T40" fmla="*/ 43 w 84"/>
              <a:gd name="T41" fmla="*/ 35 h 83"/>
              <a:gd name="T42" fmla="*/ 52 w 84"/>
              <a:gd name="T43" fmla="*/ 26 h 83"/>
              <a:gd name="T44" fmla="*/ 59 w 84"/>
              <a:gd name="T45" fmla="*/ 29 h 83"/>
              <a:gd name="T46" fmla="*/ 64 w 84"/>
              <a:gd name="T47" fmla="*/ 26 h 83"/>
              <a:gd name="T48" fmla="*/ 61 w 84"/>
              <a:gd name="T49" fmla="*/ 31 h 83"/>
              <a:gd name="T50" fmla="*/ 66 w 84"/>
              <a:gd name="T51" fmla="*/ 30 h 83"/>
              <a:gd name="T52" fmla="*/ 61 w 84"/>
              <a:gd name="T53" fmla="*/ 35 h 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4" h="83">
                <a:moveTo>
                  <a:pt x="42" y="0"/>
                </a:moveTo>
                <a:cubicBezTo>
                  <a:pt x="19" y="0"/>
                  <a:pt x="0" y="18"/>
                  <a:pt x="0" y="42"/>
                </a:cubicBezTo>
                <a:cubicBezTo>
                  <a:pt x="0" y="65"/>
                  <a:pt x="19" y="83"/>
                  <a:pt x="42" y="83"/>
                </a:cubicBezTo>
                <a:cubicBezTo>
                  <a:pt x="65" y="83"/>
                  <a:pt x="84" y="65"/>
                  <a:pt x="84" y="42"/>
                </a:cubicBezTo>
                <a:cubicBezTo>
                  <a:pt x="84" y="18"/>
                  <a:pt x="65" y="0"/>
                  <a:pt x="42" y="0"/>
                </a:cubicBezTo>
                <a:close/>
                <a:moveTo>
                  <a:pt x="61" y="35"/>
                </a:moveTo>
                <a:cubicBezTo>
                  <a:pt x="61" y="35"/>
                  <a:pt x="61" y="35"/>
                  <a:pt x="61" y="36"/>
                </a:cubicBezTo>
                <a:cubicBezTo>
                  <a:pt x="61" y="47"/>
                  <a:pt x="52" y="61"/>
                  <a:pt x="36" y="61"/>
                </a:cubicBezTo>
                <a:cubicBezTo>
                  <a:pt x="31" y="61"/>
                  <a:pt x="26" y="60"/>
                  <a:pt x="22" y="57"/>
                </a:cubicBezTo>
                <a:cubicBezTo>
                  <a:pt x="23" y="57"/>
                  <a:pt x="24" y="57"/>
                  <a:pt x="24" y="57"/>
                </a:cubicBezTo>
                <a:cubicBezTo>
                  <a:pt x="29" y="57"/>
                  <a:pt x="32" y="56"/>
                  <a:pt x="35" y="53"/>
                </a:cubicBezTo>
                <a:cubicBezTo>
                  <a:pt x="32" y="53"/>
                  <a:pt x="28" y="51"/>
                  <a:pt x="27" y="47"/>
                </a:cubicBezTo>
                <a:cubicBezTo>
                  <a:pt x="28" y="47"/>
                  <a:pt x="28" y="47"/>
                  <a:pt x="29" y="47"/>
                </a:cubicBezTo>
                <a:cubicBezTo>
                  <a:pt x="30" y="47"/>
                  <a:pt x="30" y="47"/>
                  <a:pt x="31" y="47"/>
                </a:cubicBezTo>
                <a:cubicBezTo>
                  <a:pt x="27" y="46"/>
                  <a:pt x="24" y="43"/>
                  <a:pt x="24" y="38"/>
                </a:cubicBezTo>
                <a:cubicBezTo>
                  <a:pt x="24" y="38"/>
                  <a:pt x="24" y="38"/>
                  <a:pt x="24" y="38"/>
                </a:cubicBezTo>
                <a:cubicBezTo>
                  <a:pt x="25" y="39"/>
                  <a:pt x="27" y="39"/>
                  <a:pt x="28" y="39"/>
                </a:cubicBezTo>
                <a:cubicBezTo>
                  <a:pt x="26" y="38"/>
                  <a:pt x="24" y="35"/>
                  <a:pt x="24" y="32"/>
                </a:cubicBezTo>
                <a:cubicBezTo>
                  <a:pt x="24" y="30"/>
                  <a:pt x="25" y="29"/>
                  <a:pt x="25" y="27"/>
                </a:cubicBezTo>
                <a:cubicBezTo>
                  <a:pt x="30" y="33"/>
                  <a:pt x="36" y="36"/>
                  <a:pt x="44" y="37"/>
                </a:cubicBezTo>
                <a:cubicBezTo>
                  <a:pt x="43" y="36"/>
                  <a:pt x="43" y="35"/>
                  <a:pt x="43" y="35"/>
                </a:cubicBezTo>
                <a:cubicBezTo>
                  <a:pt x="43" y="30"/>
                  <a:pt x="47" y="26"/>
                  <a:pt x="52" y="26"/>
                </a:cubicBezTo>
                <a:cubicBezTo>
                  <a:pt x="55" y="26"/>
                  <a:pt x="57" y="27"/>
                  <a:pt x="59" y="29"/>
                </a:cubicBezTo>
                <a:cubicBezTo>
                  <a:pt x="61" y="28"/>
                  <a:pt x="63" y="28"/>
                  <a:pt x="64" y="26"/>
                </a:cubicBezTo>
                <a:cubicBezTo>
                  <a:pt x="64" y="29"/>
                  <a:pt x="62" y="30"/>
                  <a:pt x="61" y="31"/>
                </a:cubicBezTo>
                <a:cubicBezTo>
                  <a:pt x="62" y="31"/>
                  <a:pt x="64" y="31"/>
                  <a:pt x="66" y="30"/>
                </a:cubicBezTo>
                <a:cubicBezTo>
                  <a:pt x="64" y="32"/>
                  <a:pt x="63" y="33"/>
                  <a:pt x="61" y="35"/>
                </a:cubicBezTo>
                <a:close/>
              </a:path>
            </a:pathLst>
          </a:custGeom>
          <a:solidFill>
            <a:schemeClr val="tx2"/>
          </a:solidFill>
          <a:ln>
            <a:noFill/>
          </a:ln>
        </p:spPr>
        <p:txBody>
          <a:bodyPr vert="horz" wrap="square" lIns="91440" tIns="45720" rIns="91440" bIns="45720" numCol="1" anchor="t" anchorCtr="0" compatLnSpc="1">
            <a:prstTxWarp prst="textNoShape">
              <a:avLst/>
            </a:prstTxWarp>
          </a:bodyPr>
          <a:lstStyle/>
          <a:p>
            <a:endParaRPr lang="en-US"/>
          </a:p>
        </p:txBody>
      </p:sp>
      <p:sp>
        <p:nvSpPr>
          <p:cNvPr id="3" name="TextBox 2">
            <a:extLst>
              <a:ext uri="{FF2B5EF4-FFF2-40B4-BE49-F238E27FC236}">
                <a16:creationId xmlns:a16="http://schemas.microsoft.com/office/drawing/2014/main" id="{F6179662-44EA-7BE1-18D4-33B691394926}"/>
              </a:ext>
            </a:extLst>
          </p:cNvPr>
          <p:cNvSpPr txBox="1"/>
          <p:nvPr userDrawn="1"/>
        </p:nvSpPr>
        <p:spPr>
          <a:xfrm>
            <a:off x="609599" y="4142232"/>
            <a:ext cx="6593768" cy="1915668"/>
          </a:xfrm>
          <a:prstGeom prst="rect">
            <a:avLst/>
          </a:prstGeom>
          <a:noFill/>
        </p:spPr>
        <p:txBody>
          <a:bodyPr wrap="square" lIns="0" tIns="0" rIns="0" bIns="0" rtlCol="0" anchor="b">
            <a:noAutofit/>
          </a:bodyPr>
          <a:lstStyle/>
          <a:p>
            <a:pPr>
              <a:lnSpc>
                <a:spcPts val="1200"/>
              </a:lnSpc>
              <a:spcAft>
                <a:spcPts val="600"/>
              </a:spcAft>
            </a:pPr>
            <a:r>
              <a:rPr lang="en-GB" sz="1000" b="0" cap="all" spc="20" baseline="0" dirty="0">
                <a:solidFill>
                  <a:schemeClr val="tx2"/>
                </a:solidFill>
                <a:latin typeface="+mn-lt"/>
                <a:cs typeface="Calibri" panose="020F0502020204030204" pitchFamily="34" charset="0"/>
              </a:rPr>
              <a:t>About AVEVA </a:t>
            </a:r>
          </a:p>
          <a:p>
            <a:pPr>
              <a:lnSpc>
                <a:spcPts val="1200"/>
              </a:lnSpc>
              <a:spcAft>
                <a:spcPts val="600"/>
              </a:spcAft>
            </a:pPr>
            <a:r>
              <a:rPr lang="en-US" sz="1000" spc="20" dirty="0">
                <a:solidFill>
                  <a:schemeClr val="tx2"/>
                </a:solidFill>
                <a:latin typeface="+mn-lt"/>
                <a:cs typeface="Calibri" panose="020F0502020204030204" pitchFamily="34" charset="0"/>
              </a:rPr>
              <a:t>AVEVA is a world leader in industrial software, providing engineering and operational solutions across multiple industries, including oil and gas, chemical, pharmaceutical, power and utilities, marine, renewables, and food and beverage. Our agnostic and open architecture helps organizations design, build, operate, maintain and optimize the complete lifecycle of complex industrial assets, from production plants and offshore platforms to manufactured consumer goods.</a:t>
            </a:r>
          </a:p>
          <a:p>
            <a:pPr>
              <a:lnSpc>
                <a:spcPts val="1200"/>
              </a:lnSpc>
              <a:spcAft>
                <a:spcPts val="600"/>
              </a:spcAft>
            </a:pPr>
            <a:r>
              <a:rPr lang="en-US" sz="1000" spc="20" dirty="0">
                <a:solidFill>
                  <a:schemeClr val="tx2"/>
                </a:solidFill>
                <a:latin typeface="+mn-lt"/>
                <a:cs typeface="Calibri" panose="020F0502020204030204" pitchFamily="34" charset="0"/>
              </a:rPr>
              <a:t>Over 20,000 enterprises in over 100 countries rely on AVEVA to help them deliver life’s essentials: safe and reliable energy, food, medicines, infrastructure and more. By connecting people with trusted information and AI-enriched insights, AVEVA enables teams to engineer efficiently and optimize operations, driving growth and sustainability.</a:t>
            </a:r>
          </a:p>
          <a:p>
            <a:pPr>
              <a:lnSpc>
                <a:spcPts val="1200"/>
              </a:lnSpc>
              <a:spcAft>
                <a:spcPts val="600"/>
              </a:spcAft>
            </a:pPr>
            <a:r>
              <a:rPr lang="en-US" sz="1000" spc="20" dirty="0">
                <a:solidFill>
                  <a:schemeClr val="tx2"/>
                </a:solidFill>
                <a:latin typeface="+mn-lt"/>
                <a:cs typeface="Calibri" panose="020F0502020204030204" pitchFamily="34" charset="0"/>
              </a:rPr>
              <a:t>Named as one of the world’s most innovative companies, AVEVA supports customers with open solutions and the expertise of more than 6,400 employees, 5,000 partners and 5,700 certified developers. The company is headquartered in Cambridge, UK.</a:t>
            </a:r>
          </a:p>
          <a:p>
            <a:pPr>
              <a:lnSpc>
                <a:spcPts val="1200"/>
              </a:lnSpc>
              <a:spcAft>
                <a:spcPts val="600"/>
              </a:spcAft>
            </a:pPr>
            <a:r>
              <a:rPr lang="en-US" sz="1000" spc="20" dirty="0">
                <a:solidFill>
                  <a:schemeClr val="tx2"/>
                </a:solidFill>
                <a:latin typeface="+mn-lt"/>
                <a:cs typeface="Calibri" panose="020F0502020204030204" pitchFamily="34" charset="0"/>
              </a:rPr>
              <a:t>Learn more at </a:t>
            </a:r>
            <a:r>
              <a:rPr lang="en-US" sz="1000" kern="1200" spc="20" dirty="0">
                <a:solidFill>
                  <a:srgbClr val="4D69E0"/>
                </a:solidFill>
                <a:latin typeface="+mn-lt"/>
                <a:ea typeface="+mn-ea"/>
                <a:cs typeface="Calibri" panose="020F0502020204030204" pitchFamily="34" charset="0"/>
                <a:hlinkClick r:id="rId3">
                  <a:extLst>
                    <a:ext uri="{A12FA001-AC4F-418D-AE19-62706E023703}">
                      <ahyp:hlinkClr xmlns:ahyp="http://schemas.microsoft.com/office/drawing/2018/hyperlinkcolor" val="tx"/>
                    </a:ext>
                  </a:extLst>
                </a:hlinkClick>
              </a:rPr>
              <a:t>www.aveva.com</a:t>
            </a:r>
            <a:r>
              <a:rPr lang="en-US" sz="1000" kern="1200" spc="20" dirty="0">
                <a:solidFill>
                  <a:srgbClr val="4D69E0"/>
                </a:solidFill>
                <a:latin typeface="+mn-lt"/>
                <a:ea typeface="+mn-ea"/>
                <a:cs typeface="Calibri" panose="020F0502020204030204" pitchFamily="34" charset="0"/>
              </a:rPr>
              <a:t> </a:t>
            </a:r>
            <a:endParaRPr lang="en-GB" sz="1000" kern="1200" spc="20" dirty="0">
              <a:solidFill>
                <a:srgbClr val="4D69E0"/>
              </a:solidFill>
              <a:latin typeface="+mn-lt"/>
              <a:ea typeface="+mn-ea"/>
              <a:cs typeface="Calibri" panose="020F0502020204030204" pitchFamily="34" charset="0"/>
            </a:endParaRPr>
          </a:p>
        </p:txBody>
      </p:sp>
      <p:grpSp>
        <p:nvGrpSpPr>
          <p:cNvPr id="2" name="Group 1">
            <a:extLst>
              <a:ext uri="{FF2B5EF4-FFF2-40B4-BE49-F238E27FC236}">
                <a16:creationId xmlns:a16="http://schemas.microsoft.com/office/drawing/2014/main" id="{BB2430E1-636E-EDC9-E6FC-6080540BB519}"/>
              </a:ext>
            </a:extLst>
          </p:cNvPr>
          <p:cNvGrpSpPr/>
          <p:nvPr userDrawn="1"/>
        </p:nvGrpSpPr>
        <p:grpSpPr>
          <a:xfrm>
            <a:off x="12485568" y="112729"/>
            <a:ext cx="2936672" cy="5883149"/>
            <a:chOff x="12485568" y="112729"/>
            <a:chExt cx="2936672" cy="5883149"/>
          </a:xfrm>
        </p:grpSpPr>
        <p:sp>
          <p:nvSpPr>
            <p:cNvPr id="5" name="Oval 4">
              <a:extLst>
                <a:ext uri="{FF2B5EF4-FFF2-40B4-BE49-F238E27FC236}">
                  <a16:creationId xmlns:a16="http://schemas.microsoft.com/office/drawing/2014/main" id="{15085843-4EB3-F510-9130-16CCC29BABC4}"/>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6" name="Oval 5">
              <a:extLst>
                <a:ext uri="{FF2B5EF4-FFF2-40B4-BE49-F238E27FC236}">
                  <a16:creationId xmlns:a16="http://schemas.microsoft.com/office/drawing/2014/main" id="{26075EB9-3B3D-695A-279E-CD7F82007C98}"/>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8" name="Oval 7">
              <a:extLst>
                <a:ext uri="{FF2B5EF4-FFF2-40B4-BE49-F238E27FC236}">
                  <a16:creationId xmlns:a16="http://schemas.microsoft.com/office/drawing/2014/main" id="{30B79E33-6912-452A-9329-4E240D6FD841}"/>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9" name="Rectangle 8">
              <a:extLst>
                <a:ext uri="{FF2B5EF4-FFF2-40B4-BE49-F238E27FC236}">
                  <a16:creationId xmlns:a16="http://schemas.microsoft.com/office/drawing/2014/main" id="{E12798D0-69A6-D7AC-29D5-70D07A56F73F}"/>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10" name="Oval 9">
              <a:extLst>
                <a:ext uri="{FF2B5EF4-FFF2-40B4-BE49-F238E27FC236}">
                  <a16:creationId xmlns:a16="http://schemas.microsoft.com/office/drawing/2014/main" id="{BA3EC460-5EB3-010C-99E7-3B19A6F5F66A}"/>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1" name="Oval 10">
              <a:extLst>
                <a:ext uri="{FF2B5EF4-FFF2-40B4-BE49-F238E27FC236}">
                  <a16:creationId xmlns:a16="http://schemas.microsoft.com/office/drawing/2014/main" id="{4DD3F717-B8E7-F5D9-9EE5-464E8081D49C}"/>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0" name="Oval 19">
              <a:extLst>
                <a:ext uri="{FF2B5EF4-FFF2-40B4-BE49-F238E27FC236}">
                  <a16:creationId xmlns:a16="http://schemas.microsoft.com/office/drawing/2014/main" id="{65FA4C4D-6112-10FC-F26B-B64C8D6861B8}"/>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1" name="Oval 20">
              <a:extLst>
                <a:ext uri="{FF2B5EF4-FFF2-40B4-BE49-F238E27FC236}">
                  <a16:creationId xmlns:a16="http://schemas.microsoft.com/office/drawing/2014/main" id="{44A09789-6CE7-BC2E-66A4-E62EE09F4C45}"/>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22" name="Group 21">
              <a:extLst>
                <a:ext uri="{FF2B5EF4-FFF2-40B4-BE49-F238E27FC236}">
                  <a16:creationId xmlns:a16="http://schemas.microsoft.com/office/drawing/2014/main" id="{AFF3DA62-A555-64D9-8E46-BF39BB3C5024}"/>
                </a:ext>
              </a:extLst>
            </p:cNvPr>
            <p:cNvGrpSpPr/>
            <p:nvPr userDrawn="1"/>
          </p:nvGrpSpPr>
          <p:grpSpPr>
            <a:xfrm>
              <a:off x="12500773" y="3802778"/>
              <a:ext cx="971741" cy="1940780"/>
              <a:chOff x="12431200" y="2678506"/>
              <a:chExt cx="971741" cy="1940780"/>
            </a:xfrm>
          </p:grpSpPr>
          <p:sp>
            <p:nvSpPr>
              <p:cNvPr id="26" name="Rectangle 25">
                <a:extLst>
                  <a:ext uri="{FF2B5EF4-FFF2-40B4-BE49-F238E27FC236}">
                    <a16:creationId xmlns:a16="http://schemas.microsoft.com/office/drawing/2014/main" id="{426C6E5D-39F9-A195-2145-CC24CD358749}"/>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27" name="Oval 26">
                <a:extLst>
                  <a:ext uri="{FF2B5EF4-FFF2-40B4-BE49-F238E27FC236}">
                    <a16:creationId xmlns:a16="http://schemas.microsoft.com/office/drawing/2014/main" id="{A9D7E05A-2FD0-78D3-BF7E-C16C2E0AF3BA}"/>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8" name="Oval 27">
                <a:extLst>
                  <a:ext uri="{FF2B5EF4-FFF2-40B4-BE49-F238E27FC236}">
                    <a16:creationId xmlns:a16="http://schemas.microsoft.com/office/drawing/2014/main" id="{6F4056A1-6EF9-10C6-3158-4F67E33FCF84}"/>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9" name="Oval 28">
                <a:extLst>
                  <a:ext uri="{FF2B5EF4-FFF2-40B4-BE49-F238E27FC236}">
                    <a16:creationId xmlns:a16="http://schemas.microsoft.com/office/drawing/2014/main" id="{6409B074-66DB-D368-FB19-238BC10DBB73}"/>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0" name="Oval 29">
                <a:extLst>
                  <a:ext uri="{FF2B5EF4-FFF2-40B4-BE49-F238E27FC236}">
                    <a16:creationId xmlns:a16="http://schemas.microsoft.com/office/drawing/2014/main" id="{E2AC9F7B-11B7-B210-7C8F-1D924BA59A07}"/>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1" name="Oval 30">
                <a:extLst>
                  <a:ext uri="{FF2B5EF4-FFF2-40B4-BE49-F238E27FC236}">
                    <a16:creationId xmlns:a16="http://schemas.microsoft.com/office/drawing/2014/main" id="{0127CBB3-FDBB-481B-D00F-2BED4746A86F}"/>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2" name="Oval 31">
                <a:extLst>
                  <a:ext uri="{FF2B5EF4-FFF2-40B4-BE49-F238E27FC236}">
                    <a16:creationId xmlns:a16="http://schemas.microsoft.com/office/drawing/2014/main" id="{F9013E1A-7304-4322-7565-7B58FA8F1C62}"/>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23" name="TextBox 22">
              <a:extLst>
                <a:ext uri="{FF2B5EF4-FFF2-40B4-BE49-F238E27FC236}">
                  <a16:creationId xmlns:a16="http://schemas.microsoft.com/office/drawing/2014/main" id="{28DC1FE8-6406-BAF3-24A7-15C80974A26E}"/>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24" name="Picture 23">
              <a:extLst>
                <a:ext uri="{FF2B5EF4-FFF2-40B4-BE49-F238E27FC236}">
                  <a16:creationId xmlns:a16="http://schemas.microsoft.com/office/drawing/2014/main" id="{D3CDCE64-0C7C-359A-B381-EA8E3082D094}"/>
                </a:ext>
              </a:extLst>
            </p:cNvPr>
            <p:cNvPicPr>
              <a:picLocks noChangeAspect="1"/>
            </p:cNvPicPr>
            <p:nvPr userDrawn="1"/>
          </p:nvPicPr>
          <p:blipFill>
            <a:blip r:embed="rId4"/>
            <a:stretch>
              <a:fillRect/>
            </a:stretch>
          </p:blipFill>
          <p:spPr>
            <a:xfrm>
              <a:off x="14012244" y="4384548"/>
              <a:ext cx="1088171" cy="1611330"/>
            </a:xfrm>
            <a:prstGeom prst="rect">
              <a:avLst/>
            </a:prstGeom>
          </p:spPr>
        </p:pic>
        <p:sp>
          <p:nvSpPr>
            <p:cNvPr id="25" name="Rectangle 24">
              <a:extLst>
                <a:ext uri="{FF2B5EF4-FFF2-40B4-BE49-F238E27FC236}">
                  <a16:creationId xmlns:a16="http://schemas.microsoft.com/office/drawing/2014/main" id="{95EFD596-0DA5-3B9C-C378-413B0891A2C7}"/>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42179114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2_End -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2" name="Group 4">
            <a:extLst>
              <a:ext uri="{FF2B5EF4-FFF2-40B4-BE49-F238E27FC236}">
                <a16:creationId xmlns:a16="http://schemas.microsoft.com/office/drawing/2014/main" id="{5D535710-110B-4BA6-A0F8-6B15B1C93D3C}"/>
              </a:ext>
            </a:extLst>
          </p:cNvPr>
          <p:cNvGrpSpPr>
            <a:grpSpLocks noChangeAspect="1"/>
          </p:cNvGrpSpPr>
          <p:nvPr userDrawn="1"/>
        </p:nvGrpSpPr>
        <p:grpSpPr bwMode="auto">
          <a:xfrm>
            <a:off x="10421934" y="6308714"/>
            <a:ext cx="1162049" cy="266699"/>
            <a:chOff x="6565" y="3974"/>
            <a:chExt cx="732" cy="168"/>
          </a:xfrm>
          <a:solidFill>
            <a:schemeClr val="bg1"/>
          </a:solidFill>
        </p:grpSpPr>
        <p:sp>
          <p:nvSpPr>
            <p:cNvPr id="13" name="Freeform 5">
              <a:extLst>
                <a:ext uri="{FF2B5EF4-FFF2-40B4-BE49-F238E27FC236}">
                  <a16:creationId xmlns:a16="http://schemas.microsoft.com/office/drawing/2014/main" id="{ABFE6996-7BB9-4768-952C-92EB906C148D}"/>
                </a:ext>
              </a:extLst>
            </p:cNvPr>
            <p:cNvSpPr>
              <a:spLocks/>
            </p:cNvSpPr>
            <p:nvPr userDrawn="1"/>
          </p:nvSpPr>
          <p:spPr bwMode="auto">
            <a:xfrm>
              <a:off x="6718" y="3974"/>
              <a:ext cx="146" cy="168"/>
            </a:xfrm>
            <a:custGeom>
              <a:avLst/>
              <a:gdLst>
                <a:gd name="T0" fmla="*/ 626 w 634"/>
                <a:gd name="T1" fmla="*/ 0 h 725"/>
                <a:gd name="T2" fmla="*/ 626 w 634"/>
                <a:gd name="T3" fmla="*/ 0 h 725"/>
                <a:gd name="T4" fmla="*/ 527 w 634"/>
                <a:gd name="T5" fmla="*/ 0 h 725"/>
                <a:gd name="T6" fmla="*/ 519 w 634"/>
                <a:gd name="T7" fmla="*/ 6 h 725"/>
                <a:gd name="T8" fmla="*/ 326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1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4" y="0"/>
                    <a:pt x="520" y="2"/>
                    <a:pt x="519" y="6"/>
                  </a:cubicBezTo>
                  <a:lnTo>
                    <a:pt x="326" y="456"/>
                  </a:lnTo>
                  <a:cubicBezTo>
                    <a:pt x="323" y="462"/>
                    <a:pt x="313" y="462"/>
                    <a:pt x="310" y="456"/>
                  </a:cubicBezTo>
                  <a:lnTo>
                    <a:pt x="117" y="6"/>
                  </a:lnTo>
                  <a:cubicBezTo>
                    <a:pt x="116" y="2"/>
                    <a:pt x="112" y="0"/>
                    <a:pt x="108" y="0"/>
                  </a:cubicBezTo>
                  <a:lnTo>
                    <a:pt x="9" y="0"/>
                  </a:lnTo>
                  <a:cubicBezTo>
                    <a:pt x="4" y="0"/>
                    <a:pt x="0" y="5"/>
                    <a:pt x="2" y="9"/>
                  </a:cubicBezTo>
                  <a:lnTo>
                    <a:pt x="311"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6">
              <a:extLst>
                <a:ext uri="{FF2B5EF4-FFF2-40B4-BE49-F238E27FC236}">
                  <a16:creationId xmlns:a16="http://schemas.microsoft.com/office/drawing/2014/main" id="{2C7E5DEA-DA34-44D7-ACE9-32FBD7872A1D}"/>
                </a:ext>
              </a:extLst>
            </p:cNvPr>
            <p:cNvSpPr>
              <a:spLocks noEditPoints="1"/>
            </p:cNvSpPr>
            <p:nvPr userDrawn="1"/>
          </p:nvSpPr>
          <p:spPr bwMode="auto">
            <a:xfrm>
              <a:off x="6565" y="3974"/>
              <a:ext cx="170" cy="168"/>
            </a:xfrm>
            <a:custGeom>
              <a:avLst/>
              <a:gdLst>
                <a:gd name="T0" fmla="*/ 326 w 736"/>
                <a:gd name="T1" fmla="*/ 466 h 724"/>
                <a:gd name="T2" fmla="*/ 326 w 736"/>
                <a:gd name="T3" fmla="*/ 466 h 724"/>
                <a:gd name="T4" fmla="*/ 411 w 736"/>
                <a:gd name="T5" fmla="*/ 268 h 724"/>
                <a:gd name="T6" fmla="*/ 426 w 736"/>
                <a:gd name="T7" fmla="*/ 268 h 724"/>
                <a:gd name="T8" fmla="*/ 511 w 736"/>
                <a:gd name="T9" fmla="*/ 466 h 724"/>
                <a:gd name="T10" fmla="*/ 326 w 736"/>
                <a:gd name="T11" fmla="*/ 466 h 724"/>
                <a:gd name="T12" fmla="*/ 426 w 736"/>
                <a:gd name="T13" fmla="*/ 6 h 724"/>
                <a:gd name="T14" fmla="*/ 426 w 736"/>
                <a:gd name="T15" fmla="*/ 6 h 724"/>
                <a:gd name="T16" fmla="*/ 409 w 736"/>
                <a:gd name="T17" fmla="*/ 6 h 724"/>
                <a:gd name="T18" fmla="*/ 211 w 736"/>
                <a:gd name="T19" fmla="*/ 466 h 724"/>
                <a:gd name="T20" fmla="*/ 7 w 736"/>
                <a:gd name="T21" fmla="*/ 466 h 724"/>
                <a:gd name="T22" fmla="*/ 1 w 736"/>
                <a:gd name="T23" fmla="*/ 475 h 724"/>
                <a:gd name="T24" fmla="*/ 40 w 736"/>
                <a:gd name="T25" fmla="*/ 560 h 724"/>
                <a:gd name="T26" fmla="*/ 53 w 736"/>
                <a:gd name="T27" fmla="*/ 569 h 724"/>
                <a:gd name="T28" fmla="*/ 167 w 736"/>
                <a:gd name="T29" fmla="*/ 569 h 724"/>
                <a:gd name="T30" fmla="*/ 104 w 736"/>
                <a:gd name="T31" fmla="*/ 715 h 724"/>
                <a:gd name="T32" fmla="*/ 111 w 736"/>
                <a:gd name="T33" fmla="*/ 724 h 724"/>
                <a:gd name="T34" fmla="*/ 209 w 736"/>
                <a:gd name="T35" fmla="*/ 724 h 724"/>
                <a:gd name="T36" fmla="*/ 218 w 736"/>
                <a:gd name="T37" fmla="*/ 719 h 724"/>
                <a:gd name="T38" fmla="*/ 282 w 736"/>
                <a:gd name="T39" fmla="*/ 569 h 724"/>
                <a:gd name="T40" fmla="*/ 555 w 736"/>
                <a:gd name="T41" fmla="*/ 569 h 724"/>
                <a:gd name="T42" fmla="*/ 619 w 736"/>
                <a:gd name="T43" fmla="*/ 719 h 724"/>
                <a:gd name="T44" fmla="*/ 628 w 736"/>
                <a:gd name="T45" fmla="*/ 724 h 724"/>
                <a:gd name="T46" fmla="*/ 727 w 736"/>
                <a:gd name="T47" fmla="*/ 724 h 724"/>
                <a:gd name="T48" fmla="*/ 734 w 736"/>
                <a:gd name="T49" fmla="*/ 715 h 724"/>
                <a:gd name="T50" fmla="*/ 426 w 736"/>
                <a:gd name="T51"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36" h="724">
                  <a:moveTo>
                    <a:pt x="326" y="466"/>
                  </a:moveTo>
                  <a:lnTo>
                    <a:pt x="326" y="466"/>
                  </a:lnTo>
                  <a:lnTo>
                    <a:pt x="411" y="268"/>
                  </a:lnTo>
                  <a:cubicBezTo>
                    <a:pt x="414" y="261"/>
                    <a:pt x="423" y="261"/>
                    <a:pt x="426" y="268"/>
                  </a:cubicBezTo>
                  <a:lnTo>
                    <a:pt x="511" y="466"/>
                  </a:lnTo>
                  <a:lnTo>
                    <a:pt x="326" y="466"/>
                  </a:lnTo>
                  <a:close/>
                  <a:moveTo>
                    <a:pt x="426" y="6"/>
                  </a:moveTo>
                  <a:lnTo>
                    <a:pt x="426" y="6"/>
                  </a:lnTo>
                  <a:cubicBezTo>
                    <a:pt x="423" y="0"/>
                    <a:pt x="412" y="0"/>
                    <a:pt x="409" y="6"/>
                  </a:cubicBezTo>
                  <a:lnTo>
                    <a:pt x="211" y="466"/>
                  </a:lnTo>
                  <a:lnTo>
                    <a:pt x="7" y="466"/>
                  </a:lnTo>
                  <a:cubicBezTo>
                    <a:pt x="2" y="466"/>
                    <a:pt x="0" y="471"/>
                    <a:pt x="1" y="475"/>
                  </a:cubicBezTo>
                  <a:lnTo>
                    <a:pt x="40" y="560"/>
                  </a:lnTo>
                  <a:cubicBezTo>
                    <a:pt x="42" y="566"/>
                    <a:pt x="47" y="569"/>
                    <a:pt x="53" y="569"/>
                  </a:cubicBezTo>
                  <a:lnTo>
                    <a:pt x="167" y="569"/>
                  </a:lnTo>
                  <a:lnTo>
                    <a:pt x="104" y="715"/>
                  </a:lnTo>
                  <a:cubicBezTo>
                    <a:pt x="102" y="719"/>
                    <a:pt x="106" y="724"/>
                    <a:pt x="111" y="724"/>
                  </a:cubicBezTo>
                  <a:lnTo>
                    <a:pt x="209" y="724"/>
                  </a:lnTo>
                  <a:cubicBezTo>
                    <a:pt x="213" y="724"/>
                    <a:pt x="216" y="722"/>
                    <a:pt x="218" y="719"/>
                  </a:cubicBezTo>
                  <a:lnTo>
                    <a:pt x="282" y="569"/>
                  </a:lnTo>
                  <a:lnTo>
                    <a:pt x="555" y="569"/>
                  </a:lnTo>
                  <a:lnTo>
                    <a:pt x="619" y="719"/>
                  </a:lnTo>
                  <a:cubicBezTo>
                    <a:pt x="621" y="722"/>
                    <a:pt x="624" y="724"/>
                    <a:pt x="628" y="724"/>
                  </a:cubicBezTo>
                  <a:lnTo>
                    <a:pt x="727" y="724"/>
                  </a:lnTo>
                  <a:cubicBezTo>
                    <a:pt x="732" y="724"/>
                    <a:pt x="736" y="719"/>
                    <a:pt x="734" y="715"/>
                  </a:cubicBezTo>
                  <a:lnTo>
                    <a:pt x="426"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7">
              <a:extLst>
                <a:ext uri="{FF2B5EF4-FFF2-40B4-BE49-F238E27FC236}">
                  <a16:creationId xmlns:a16="http://schemas.microsoft.com/office/drawing/2014/main" id="{14014E3B-91DD-4937-9B32-D8ADB6791DD4}"/>
                </a:ext>
              </a:extLst>
            </p:cNvPr>
            <p:cNvSpPr>
              <a:spLocks/>
            </p:cNvSpPr>
            <p:nvPr userDrawn="1"/>
          </p:nvSpPr>
          <p:spPr bwMode="auto">
            <a:xfrm>
              <a:off x="7022" y="3974"/>
              <a:ext cx="146" cy="168"/>
            </a:xfrm>
            <a:custGeom>
              <a:avLst/>
              <a:gdLst>
                <a:gd name="T0" fmla="*/ 626 w 634"/>
                <a:gd name="T1" fmla="*/ 0 h 725"/>
                <a:gd name="T2" fmla="*/ 626 w 634"/>
                <a:gd name="T3" fmla="*/ 0 h 725"/>
                <a:gd name="T4" fmla="*/ 527 w 634"/>
                <a:gd name="T5" fmla="*/ 0 h 725"/>
                <a:gd name="T6" fmla="*/ 519 w 634"/>
                <a:gd name="T7" fmla="*/ 6 h 725"/>
                <a:gd name="T8" fmla="*/ 325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0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3" y="0"/>
                    <a:pt x="520" y="2"/>
                    <a:pt x="519" y="6"/>
                  </a:cubicBezTo>
                  <a:lnTo>
                    <a:pt x="325" y="456"/>
                  </a:lnTo>
                  <a:cubicBezTo>
                    <a:pt x="323" y="462"/>
                    <a:pt x="313" y="462"/>
                    <a:pt x="310" y="456"/>
                  </a:cubicBezTo>
                  <a:lnTo>
                    <a:pt x="117" y="6"/>
                  </a:lnTo>
                  <a:cubicBezTo>
                    <a:pt x="115" y="2"/>
                    <a:pt x="112" y="0"/>
                    <a:pt x="108" y="0"/>
                  </a:cubicBezTo>
                  <a:lnTo>
                    <a:pt x="9" y="0"/>
                  </a:lnTo>
                  <a:cubicBezTo>
                    <a:pt x="4" y="0"/>
                    <a:pt x="0" y="5"/>
                    <a:pt x="2" y="9"/>
                  </a:cubicBezTo>
                  <a:lnTo>
                    <a:pt x="310"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8">
              <a:extLst>
                <a:ext uri="{FF2B5EF4-FFF2-40B4-BE49-F238E27FC236}">
                  <a16:creationId xmlns:a16="http://schemas.microsoft.com/office/drawing/2014/main" id="{A7166DEF-2B9E-43F8-B349-2DE7372122F8}"/>
                </a:ext>
              </a:extLst>
            </p:cNvPr>
            <p:cNvSpPr>
              <a:spLocks noEditPoints="1"/>
            </p:cNvSpPr>
            <p:nvPr userDrawn="1"/>
          </p:nvSpPr>
          <p:spPr bwMode="auto">
            <a:xfrm>
              <a:off x="7151" y="3974"/>
              <a:ext cx="146" cy="168"/>
            </a:xfrm>
            <a:custGeom>
              <a:avLst/>
              <a:gdLst>
                <a:gd name="T0" fmla="*/ 223 w 633"/>
                <a:gd name="T1" fmla="*/ 466 h 724"/>
                <a:gd name="T2" fmla="*/ 223 w 633"/>
                <a:gd name="T3" fmla="*/ 466 h 724"/>
                <a:gd name="T4" fmla="*/ 308 w 633"/>
                <a:gd name="T5" fmla="*/ 268 h 724"/>
                <a:gd name="T6" fmla="*/ 324 w 633"/>
                <a:gd name="T7" fmla="*/ 268 h 724"/>
                <a:gd name="T8" fmla="*/ 409 w 633"/>
                <a:gd name="T9" fmla="*/ 466 h 724"/>
                <a:gd name="T10" fmla="*/ 223 w 633"/>
                <a:gd name="T11" fmla="*/ 466 h 724"/>
                <a:gd name="T12" fmla="*/ 323 w 633"/>
                <a:gd name="T13" fmla="*/ 6 h 724"/>
                <a:gd name="T14" fmla="*/ 323 w 633"/>
                <a:gd name="T15" fmla="*/ 6 h 724"/>
                <a:gd name="T16" fmla="*/ 307 w 633"/>
                <a:gd name="T17" fmla="*/ 6 h 724"/>
                <a:gd name="T18" fmla="*/ 2 w 633"/>
                <a:gd name="T19" fmla="*/ 715 h 724"/>
                <a:gd name="T20" fmla="*/ 8 w 633"/>
                <a:gd name="T21" fmla="*/ 724 h 724"/>
                <a:gd name="T22" fmla="*/ 107 w 633"/>
                <a:gd name="T23" fmla="*/ 724 h 724"/>
                <a:gd name="T24" fmla="*/ 115 w 633"/>
                <a:gd name="T25" fmla="*/ 719 h 724"/>
                <a:gd name="T26" fmla="*/ 179 w 633"/>
                <a:gd name="T27" fmla="*/ 569 h 724"/>
                <a:gd name="T28" fmla="*/ 453 w 633"/>
                <a:gd name="T29" fmla="*/ 569 h 724"/>
                <a:gd name="T30" fmla="*/ 517 w 633"/>
                <a:gd name="T31" fmla="*/ 719 h 724"/>
                <a:gd name="T32" fmla="*/ 525 w 633"/>
                <a:gd name="T33" fmla="*/ 724 h 724"/>
                <a:gd name="T34" fmla="*/ 625 w 633"/>
                <a:gd name="T35" fmla="*/ 724 h 724"/>
                <a:gd name="T36" fmla="*/ 631 w 633"/>
                <a:gd name="T37" fmla="*/ 715 h 724"/>
                <a:gd name="T38" fmla="*/ 323 w 633"/>
                <a:gd name="T39"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3" h="724">
                  <a:moveTo>
                    <a:pt x="223" y="466"/>
                  </a:moveTo>
                  <a:lnTo>
                    <a:pt x="223" y="466"/>
                  </a:lnTo>
                  <a:lnTo>
                    <a:pt x="308" y="268"/>
                  </a:lnTo>
                  <a:cubicBezTo>
                    <a:pt x="311" y="261"/>
                    <a:pt x="321" y="261"/>
                    <a:pt x="324" y="268"/>
                  </a:cubicBezTo>
                  <a:lnTo>
                    <a:pt x="409" y="466"/>
                  </a:lnTo>
                  <a:lnTo>
                    <a:pt x="223" y="466"/>
                  </a:lnTo>
                  <a:close/>
                  <a:moveTo>
                    <a:pt x="323" y="6"/>
                  </a:moveTo>
                  <a:lnTo>
                    <a:pt x="323" y="6"/>
                  </a:lnTo>
                  <a:cubicBezTo>
                    <a:pt x="320" y="0"/>
                    <a:pt x="310" y="0"/>
                    <a:pt x="307" y="6"/>
                  </a:cubicBezTo>
                  <a:lnTo>
                    <a:pt x="2" y="715"/>
                  </a:lnTo>
                  <a:cubicBezTo>
                    <a:pt x="0" y="719"/>
                    <a:pt x="3" y="724"/>
                    <a:pt x="8" y="724"/>
                  </a:cubicBezTo>
                  <a:lnTo>
                    <a:pt x="107" y="724"/>
                  </a:lnTo>
                  <a:cubicBezTo>
                    <a:pt x="110" y="724"/>
                    <a:pt x="114" y="722"/>
                    <a:pt x="115" y="719"/>
                  </a:cubicBezTo>
                  <a:lnTo>
                    <a:pt x="179" y="569"/>
                  </a:lnTo>
                  <a:lnTo>
                    <a:pt x="453" y="569"/>
                  </a:lnTo>
                  <a:lnTo>
                    <a:pt x="517" y="719"/>
                  </a:lnTo>
                  <a:cubicBezTo>
                    <a:pt x="518" y="722"/>
                    <a:pt x="522" y="724"/>
                    <a:pt x="525" y="724"/>
                  </a:cubicBezTo>
                  <a:lnTo>
                    <a:pt x="625" y="724"/>
                  </a:lnTo>
                  <a:cubicBezTo>
                    <a:pt x="630" y="724"/>
                    <a:pt x="633" y="719"/>
                    <a:pt x="631" y="715"/>
                  </a:cubicBezTo>
                  <a:lnTo>
                    <a:pt x="323"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9">
              <a:extLst>
                <a:ext uri="{FF2B5EF4-FFF2-40B4-BE49-F238E27FC236}">
                  <a16:creationId xmlns:a16="http://schemas.microsoft.com/office/drawing/2014/main" id="{7868DEBD-9196-41C8-A3F4-755F985685A7}"/>
                </a:ext>
              </a:extLst>
            </p:cNvPr>
            <p:cNvSpPr>
              <a:spLocks/>
            </p:cNvSpPr>
            <p:nvPr userDrawn="1"/>
          </p:nvSpPr>
          <p:spPr bwMode="auto">
            <a:xfrm>
              <a:off x="6888" y="3974"/>
              <a:ext cx="111" cy="24"/>
            </a:xfrm>
            <a:custGeom>
              <a:avLst/>
              <a:gdLst>
                <a:gd name="T0" fmla="*/ 473 w 480"/>
                <a:gd name="T1" fmla="*/ 0 h 105"/>
                <a:gd name="T2" fmla="*/ 473 w 480"/>
                <a:gd name="T3" fmla="*/ 0 h 105"/>
                <a:gd name="T4" fmla="*/ 7 w 480"/>
                <a:gd name="T5" fmla="*/ 0 h 105"/>
                <a:gd name="T6" fmla="*/ 0 w 480"/>
                <a:gd name="T7" fmla="*/ 6 h 105"/>
                <a:gd name="T8" fmla="*/ 0 w 480"/>
                <a:gd name="T9" fmla="*/ 98 h 105"/>
                <a:gd name="T10" fmla="*/ 7 w 480"/>
                <a:gd name="T11" fmla="*/ 105 h 105"/>
                <a:gd name="T12" fmla="*/ 473 w 480"/>
                <a:gd name="T13" fmla="*/ 105 h 105"/>
                <a:gd name="T14" fmla="*/ 480 w 480"/>
                <a:gd name="T15" fmla="*/ 98 h 105"/>
                <a:gd name="T16" fmla="*/ 480 w 480"/>
                <a:gd name="T17" fmla="*/ 6 h 105"/>
                <a:gd name="T18" fmla="*/ 473 w 480"/>
                <a:gd name="T19" fmla="*/ 0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5">
                  <a:moveTo>
                    <a:pt x="473" y="0"/>
                  </a:moveTo>
                  <a:lnTo>
                    <a:pt x="473" y="0"/>
                  </a:lnTo>
                  <a:lnTo>
                    <a:pt x="7" y="0"/>
                  </a:lnTo>
                  <a:cubicBezTo>
                    <a:pt x="3" y="0"/>
                    <a:pt x="0" y="3"/>
                    <a:pt x="0" y="6"/>
                  </a:cubicBezTo>
                  <a:lnTo>
                    <a:pt x="0" y="98"/>
                  </a:lnTo>
                  <a:cubicBezTo>
                    <a:pt x="0" y="102"/>
                    <a:pt x="3" y="105"/>
                    <a:pt x="7" y="105"/>
                  </a:cubicBezTo>
                  <a:lnTo>
                    <a:pt x="473" y="105"/>
                  </a:lnTo>
                  <a:cubicBezTo>
                    <a:pt x="477" y="105"/>
                    <a:pt x="480" y="102"/>
                    <a:pt x="480" y="98"/>
                  </a:cubicBezTo>
                  <a:lnTo>
                    <a:pt x="480" y="6"/>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Freeform 10">
              <a:extLst>
                <a:ext uri="{FF2B5EF4-FFF2-40B4-BE49-F238E27FC236}">
                  <a16:creationId xmlns:a16="http://schemas.microsoft.com/office/drawing/2014/main" id="{93AD75E9-9DBC-4352-BE73-BA4D8CC97EF5}"/>
                </a:ext>
              </a:extLst>
            </p:cNvPr>
            <p:cNvSpPr>
              <a:spLocks/>
            </p:cNvSpPr>
            <p:nvPr userDrawn="1"/>
          </p:nvSpPr>
          <p:spPr bwMode="auto">
            <a:xfrm>
              <a:off x="6888" y="4045"/>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99 h 106"/>
                <a:gd name="T10" fmla="*/ 7 w 480"/>
                <a:gd name="T11" fmla="*/ 106 h 106"/>
                <a:gd name="T12" fmla="*/ 473 w 480"/>
                <a:gd name="T13" fmla="*/ 106 h 106"/>
                <a:gd name="T14" fmla="*/ 480 w 480"/>
                <a:gd name="T15" fmla="*/ 99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99"/>
                  </a:lnTo>
                  <a:cubicBezTo>
                    <a:pt x="0" y="103"/>
                    <a:pt x="3" y="106"/>
                    <a:pt x="7" y="106"/>
                  </a:cubicBezTo>
                  <a:lnTo>
                    <a:pt x="473" y="106"/>
                  </a:lnTo>
                  <a:cubicBezTo>
                    <a:pt x="477" y="106"/>
                    <a:pt x="480" y="103"/>
                    <a:pt x="480" y="99"/>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 name="Freeform 11">
              <a:extLst>
                <a:ext uri="{FF2B5EF4-FFF2-40B4-BE49-F238E27FC236}">
                  <a16:creationId xmlns:a16="http://schemas.microsoft.com/office/drawing/2014/main" id="{F9683FFC-62CA-4760-BB37-64E8DEE61445}"/>
                </a:ext>
              </a:extLst>
            </p:cNvPr>
            <p:cNvSpPr>
              <a:spLocks/>
            </p:cNvSpPr>
            <p:nvPr userDrawn="1"/>
          </p:nvSpPr>
          <p:spPr bwMode="auto">
            <a:xfrm>
              <a:off x="6888" y="4116"/>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100 h 106"/>
                <a:gd name="T10" fmla="*/ 7 w 480"/>
                <a:gd name="T11" fmla="*/ 106 h 106"/>
                <a:gd name="T12" fmla="*/ 473 w 480"/>
                <a:gd name="T13" fmla="*/ 106 h 106"/>
                <a:gd name="T14" fmla="*/ 480 w 480"/>
                <a:gd name="T15" fmla="*/ 100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100"/>
                  </a:lnTo>
                  <a:cubicBezTo>
                    <a:pt x="0" y="103"/>
                    <a:pt x="3" y="106"/>
                    <a:pt x="7" y="106"/>
                  </a:cubicBezTo>
                  <a:lnTo>
                    <a:pt x="473" y="106"/>
                  </a:lnTo>
                  <a:cubicBezTo>
                    <a:pt x="477" y="106"/>
                    <a:pt x="480" y="103"/>
                    <a:pt x="480" y="100"/>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4" name="Footer Placeholder 3">
            <a:extLst>
              <a:ext uri="{FF2B5EF4-FFF2-40B4-BE49-F238E27FC236}">
                <a16:creationId xmlns:a16="http://schemas.microsoft.com/office/drawing/2014/main" id="{DF238032-A99E-1344-BEAE-3C0CBFCABE13}"/>
              </a:ext>
            </a:extLst>
          </p:cNvPr>
          <p:cNvSpPr>
            <a:spLocks noGrp="1"/>
          </p:cNvSpPr>
          <p:nvPr>
            <p:ph type="ftr" sz="quarter" idx="11"/>
          </p:nvPr>
        </p:nvSpPr>
        <p:spPr/>
        <p:txBody>
          <a:bodyPr/>
          <a:lstStyle>
            <a:lvl1pPr>
              <a:defRPr>
                <a:solidFill>
                  <a:schemeClr val="bg1">
                    <a:lumMod val="75000"/>
                  </a:schemeClr>
                </a:solidFill>
              </a:defRPr>
            </a:lvl1pPr>
          </a:lstStyle>
          <a:p>
            <a:r>
              <a:rPr lang="en-US" dirty="0"/>
              <a:t>For Internal Use Only. © 2026 AVEVA Group Limited or its subsidiaries. All rights reserved.</a:t>
            </a:r>
            <a:endParaRPr lang="en-GB" dirty="0"/>
          </a:p>
        </p:txBody>
      </p:sp>
      <p:sp>
        <p:nvSpPr>
          <p:cNvPr id="7" name="Slide Number Placeholder 6">
            <a:extLst>
              <a:ext uri="{FF2B5EF4-FFF2-40B4-BE49-F238E27FC236}">
                <a16:creationId xmlns:a16="http://schemas.microsoft.com/office/drawing/2014/main" id="{68684F10-B6AC-9949-B930-AD13E50278ED}"/>
              </a:ext>
            </a:extLst>
          </p:cNvPr>
          <p:cNvSpPr>
            <a:spLocks noGrp="1"/>
          </p:cNvSpPr>
          <p:nvPr>
            <p:ph type="sldNum" sz="quarter" idx="12"/>
          </p:nvPr>
        </p:nvSpPr>
        <p:spPr/>
        <p:txBody>
          <a:bodyPr/>
          <a:lstStyle>
            <a:lvl1pPr>
              <a:defRPr>
                <a:solidFill>
                  <a:schemeClr val="bg1">
                    <a:lumMod val="75000"/>
                  </a:schemeClr>
                </a:solidFill>
              </a:defRPr>
            </a:lvl1pPr>
          </a:lstStyle>
          <a:p>
            <a:fld id="{267CDB12-45E5-4FD7-AE50-9CB5AFC72BA1}" type="slidenum">
              <a:rPr lang="en-GB" smtClean="0"/>
              <a:pPr/>
              <a:t>‹#›</a:t>
            </a:fld>
            <a:endParaRPr lang="en-GB" dirty="0"/>
          </a:p>
        </p:txBody>
      </p:sp>
      <p:sp>
        <p:nvSpPr>
          <p:cNvPr id="72" name="TextBox 71">
            <a:extLst>
              <a:ext uri="{FF2B5EF4-FFF2-40B4-BE49-F238E27FC236}">
                <a16:creationId xmlns:a16="http://schemas.microsoft.com/office/drawing/2014/main" id="{204C57BA-8BE7-48C1-83EE-B886DF617553}"/>
              </a:ext>
            </a:extLst>
          </p:cNvPr>
          <p:cNvSpPr txBox="1"/>
          <p:nvPr userDrawn="1"/>
        </p:nvSpPr>
        <p:spPr>
          <a:xfrm>
            <a:off x="0" y="-345748"/>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sp>
        <p:nvSpPr>
          <p:cNvPr id="73" name="TextBox 72">
            <a:extLst>
              <a:ext uri="{FF2B5EF4-FFF2-40B4-BE49-F238E27FC236}">
                <a16:creationId xmlns:a16="http://schemas.microsoft.com/office/drawing/2014/main" id="{3C0DF04D-C13C-463F-AA3C-3C5F452395EC}"/>
              </a:ext>
            </a:extLst>
          </p:cNvPr>
          <p:cNvSpPr txBox="1"/>
          <p:nvPr userDrawn="1"/>
        </p:nvSpPr>
        <p:spPr>
          <a:xfrm>
            <a:off x="1008711" y="2725743"/>
            <a:ext cx="4681182" cy="720000"/>
          </a:xfrm>
          <a:prstGeom prst="rect">
            <a:avLst/>
          </a:prstGeom>
          <a:noFill/>
        </p:spPr>
        <p:txBody>
          <a:bodyPr wrap="square" lIns="0" tIns="0" rIns="0" bIns="0" rtlCol="0">
            <a:noAutofit/>
          </a:bodyPr>
          <a:lstStyle/>
          <a:p>
            <a:pPr>
              <a:lnSpc>
                <a:spcPct val="150000"/>
              </a:lnSpc>
            </a:pPr>
            <a:r>
              <a:rPr lang="en-GB" sz="1800" b="0" dirty="0">
                <a:solidFill>
                  <a:schemeClr val="bg1"/>
                </a:solidFill>
                <a:latin typeface="+mn-lt"/>
                <a:cs typeface="Calibri" panose="020F0502020204030204" pitchFamily="34" charset="0"/>
              </a:rPr>
              <a:t>linkedin.com/company/</a:t>
            </a:r>
            <a:r>
              <a:rPr lang="en-GB" sz="1800" b="0" dirty="0" err="1">
                <a:solidFill>
                  <a:schemeClr val="bg1"/>
                </a:solidFill>
                <a:latin typeface="+mn-lt"/>
                <a:cs typeface="Calibri" panose="020F0502020204030204" pitchFamily="34" charset="0"/>
              </a:rPr>
              <a:t>aveva</a:t>
            </a:r>
            <a:r>
              <a:rPr lang="en-GB" sz="1800" b="0" dirty="0">
                <a:solidFill>
                  <a:schemeClr val="bg1"/>
                </a:solidFill>
                <a:latin typeface="+mn-lt"/>
                <a:cs typeface="Calibri" panose="020F0502020204030204" pitchFamily="34" charset="0"/>
              </a:rPr>
              <a:t> </a:t>
            </a:r>
          </a:p>
          <a:p>
            <a:pPr>
              <a:lnSpc>
                <a:spcPct val="150000"/>
              </a:lnSpc>
            </a:pPr>
            <a:r>
              <a:rPr lang="en-GB" sz="1800" b="0" noProof="1">
                <a:solidFill>
                  <a:schemeClr val="bg1"/>
                </a:solidFill>
                <a:latin typeface="+mn-lt"/>
                <a:cs typeface="Calibri" panose="020F0502020204030204" pitchFamily="34" charset="0"/>
              </a:rPr>
              <a:t>@avevagroup</a:t>
            </a:r>
            <a:r>
              <a:rPr lang="en-GB" sz="1800" b="0" dirty="0">
                <a:solidFill>
                  <a:schemeClr val="bg1"/>
                </a:solidFill>
                <a:latin typeface="+mn-lt"/>
                <a:cs typeface="Calibri" panose="020F0502020204030204" pitchFamily="34" charset="0"/>
              </a:rPr>
              <a:t> </a:t>
            </a:r>
          </a:p>
        </p:txBody>
      </p:sp>
      <p:sp>
        <p:nvSpPr>
          <p:cNvPr id="75" name="Freeform 5">
            <a:extLst>
              <a:ext uri="{FF2B5EF4-FFF2-40B4-BE49-F238E27FC236}">
                <a16:creationId xmlns:a16="http://schemas.microsoft.com/office/drawing/2014/main" id="{E899E916-B706-4A4F-A3DA-FB6BEA94FA39}"/>
              </a:ext>
            </a:extLst>
          </p:cNvPr>
          <p:cNvSpPr>
            <a:spLocks noChangeAspect="1" noEditPoints="1"/>
          </p:cNvSpPr>
          <p:nvPr userDrawn="1"/>
        </p:nvSpPr>
        <p:spPr bwMode="auto">
          <a:xfrm>
            <a:off x="609600" y="2791479"/>
            <a:ext cx="301752" cy="301752"/>
          </a:xfrm>
          <a:custGeom>
            <a:avLst/>
            <a:gdLst>
              <a:gd name="T0" fmla="*/ 42 w 84"/>
              <a:gd name="T1" fmla="*/ 0 h 84"/>
              <a:gd name="T2" fmla="*/ 0 w 84"/>
              <a:gd name="T3" fmla="*/ 42 h 84"/>
              <a:gd name="T4" fmla="*/ 42 w 84"/>
              <a:gd name="T5" fmla="*/ 84 h 84"/>
              <a:gd name="T6" fmla="*/ 84 w 84"/>
              <a:gd name="T7" fmla="*/ 42 h 84"/>
              <a:gd name="T8" fmla="*/ 42 w 84"/>
              <a:gd name="T9" fmla="*/ 0 h 84"/>
              <a:gd name="T10" fmla="*/ 32 w 84"/>
              <a:gd name="T11" fmla="*/ 61 h 84"/>
              <a:gd name="T12" fmla="*/ 23 w 84"/>
              <a:gd name="T13" fmla="*/ 61 h 84"/>
              <a:gd name="T14" fmla="*/ 23 w 84"/>
              <a:gd name="T15" fmla="*/ 33 h 84"/>
              <a:gd name="T16" fmla="*/ 32 w 84"/>
              <a:gd name="T17" fmla="*/ 33 h 84"/>
              <a:gd name="T18" fmla="*/ 32 w 84"/>
              <a:gd name="T19" fmla="*/ 61 h 84"/>
              <a:gd name="T20" fmla="*/ 27 w 84"/>
              <a:gd name="T21" fmla="*/ 30 h 84"/>
              <a:gd name="T22" fmla="*/ 27 w 84"/>
              <a:gd name="T23" fmla="*/ 30 h 84"/>
              <a:gd name="T24" fmla="*/ 22 w 84"/>
              <a:gd name="T25" fmla="*/ 25 h 84"/>
              <a:gd name="T26" fmla="*/ 27 w 84"/>
              <a:gd name="T27" fmla="*/ 20 h 84"/>
              <a:gd name="T28" fmla="*/ 33 w 84"/>
              <a:gd name="T29" fmla="*/ 25 h 84"/>
              <a:gd name="T30" fmla="*/ 27 w 84"/>
              <a:gd name="T31" fmla="*/ 30 h 84"/>
              <a:gd name="T32" fmla="*/ 65 w 84"/>
              <a:gd name="T33" fmla="*/ 61 h 84"/>
              <a:gd name="T34" fmla="*/ 56 w 84"/>
              <a:gd name="T35" fmla="*/ 61 h 84"/>
              <a:gd name="T36" fmla="*/ 56 w 84"/>
              <a:gd name="T37" fmla="*/ 46 h 84"/>
              <a:gd name="T38" fmla="*/ 51 w 84"/>
              <a:gd name="T39" fmla="*/ 40 h 84"/>
              <a:gd name="T40" fmla="*/ 47 w 84"/>
              <a:gd name="T41" fmla="*/ 43 h 84"/>
              <a:gd name="T42" fmla="*/ 46 w 84"/>
              <a:gd name="T43" fmla="*/ 46 h 84"/>
              <a:gd name="T44" fmla="*/ 46 w 84"/>
              <a:gd name="T45" fmla="*/ 61 h 84"/>
              <a:gd name="T46" fmla="*/ 37 w 84"/>
              <a:gd name="T47" fmla="*/ 61 h 84"/>
              <a:gd name="T48" fmla="*/ 37 w 84"/>
              <a:gd name="T49" fmla="*/ 33 h 84"/>
              <a:gd name="T50" fmla="*/ 46 w 84"/>
              <a:gd name="T51" fmla="*/ 33 h 84"/>
              <a:gd name="T52" fmla="*/ 46 w 84"/>
              <a:gd name="T53" fmla="*/ 37 h 84"/>
              <a:gd name="T54" fmla="*/ 55 w 84"/>
              <a:gd name="T55" fmla="*/ 33 h 84"/>
              <a:gd name="T56" fmla="*/ 65 w 84"/>
              <a:gd name="T57" fmla="*/ 45 h 84"/>
              <a:gd name="T58" fmla="*/ 65 w 84"/>
              <a:gd name="T59" fmla="*/ 61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4" h="84">
                <a:moveTo>
                  <a:pt x="42" y="0"/>
                </a:moveTo>
                <a:cubicBezTo>
                  <a:pt x="19" y="0"/>
                  <a:pt x="0" y="19"/>
                  <a:pt x="0" y="42"/>
                </a:cubicBezTo>
                <a:cubicBezTo>
                  <a:pt x="0" y="65"/>
                  <a:pt x="19" y="84"/>
                  <a:pt x="42" y="84"/>
                </a:cubicBezTo>
                <a:cubicBezTo>
                  <a:pt x="65" y="84"/>
                  <a:pt x="84" y="65"/>
                  <a:pt x="84" y="42"/>
                </a:cubicBezTo>
                <a:cubicBezTo>
                  <a:pt x="84" y="19"/>
                  <a:pt x="65" y="0"/>
                  <a:pt x="42" y="0"/>
                </a:cubicBezTo>
                <a:close/>
                <a:moveTo>
                  <a:pt x="32" y="61"/>
                </a:moveTo>
                <a:cubicBezTo>
                  <a:pt x="23" y="61"/>
                  <a:pt x="23" y="61"/>
                  <a:pt x="23" y="61"/>
                </a:cubicBezTo>
                <a:cubicBezTo>
                  <a:pt x="23" y="33"/>
                  <a:pt x="23" y="33"/>
                  <a:pt x="23" y="33"/>
                </a:cubicBezTo>
                <a:cubicBezTo>
                  <a:pt x="32" y="33"/>
                  <a:pt x="32" y="33"/>
                  <a:pt x="32" y="33"/>
                </a:cubicBezTo>
                <a:lnTo>
                  <a:pt x="32" y="61"/>
                </a:lnTo>
                <a:close/>
                <a:moveTo>
                  <a:pt x="27" y="30"/>
                </a:moveTo>
                <a:cubicBezTo>
                  <a:pt x="27" y="30"/>
                  <a:pt x="27" y="30"/>
                  <a:pt x="27" y="30"/>
                </a:cubicBezTo>
                <a:cubicBezTo>
                  <a:pt x="24" y="30"/>
                  <a:pt x="22" y="27"/>
                  <a:pt x="22" y="25"/>
                </a:cubicBezTo>
                <a:cubicBezTo>
                  <a:pt x="22" y="22"/>
                  <a:pt x="24" y="20"/>
                  <a:pt x="27" y="20"/>
                </a:cubicBezTo>
                <a:cubicBezTo>
                  <a:pt x="31" y="20"/>
                  <a:pt x="32" y="22"/>
                  <a:pt x="33" y="25"/>
                </a:cubicBezTo>
                <a:cubicBezTo>
                  <a:pt x="33" y="27"/>
                  <a:pt x="31" y="30"/>
                  <a:pt x="27" y="30"/>
                </a:cubicBezTo>
                <a:close/>
                <a:moveTo>
                  <a:pt x="65" y="61"/>
                </a:moveTo>
                <a:cubicBezTo>
                  <a:pt x="56" y="61"/>
                  <a:pt x="56" y="61"/>
                  <a:pt x="56" y="61"/>
                </a:cubicBezTo>
                <a:cubicBezTo>
                  <a:pt x="56" y="46"/>
                  <a:pt x="56" y="46"/>
                  <a:pt x="56" y="46"/>
                </a:cubicBezTo>
                <a:cubicBezTo>
                  <a:pt x="56" y="43"/>
                  <a:pt x="55" y="40"/>
                  <a:pt x="51" y="40"/>
                </a:cubicBezTo>
                <a:cubicBezTo>
                  <a:pt x="49" y="40"/>
                  <a:pt x="47" y="42"/>
                  <a:pt x="47" y="43"/>
                </a:cubicBezTo>
                <a:cubicBezTo>
                  <a:pt x="46" y="44"/>
                  <a:pt x="46" y="45"/>
                  <a:pt x="46" y="46"/>
                </a:cubicBezTo>
                <a:cubicBezTo>
                  <a:pt x="46" y="61"/>
                  <a:pt x="46" y="61"/>
                  <a:pt x="46" y="61"/>
                </a:cubicBezTo>
                <a:cubicBezTo>
                  <a:pt x="37" y="61"/>
                  <a:pt x="37" y="61"/>
                  <a:pt x="37" y="61"/>
                </a:cubicBezTo>
                <a:cubicBezTo>
                  <a:pt x="37" y="61"/>
                  <a:pt x="37" y="36"/>
                  <a:pt x="37" y="33"/>
                </a:cubicBezTo>
                <a:cubicBezTo>
                  <a:pt x="46" y="33"/>
                  <a:pt x="46" y="33"/>
                  <a:pt x="46" y="33"/>
                </a:cubicBezTo>
                <a:cubicBezTo>
                  <a:pt x="46" y="37"/>
                  <a:pt x="46" y="37"/>
                  <a:pt x="46" y="37"/>
                </a:cubicBezTo>
                <a:cubicBezTo>
                  <a:pt x="48" y="35"/>
                  <a:pt x="50" y="33"/>
                  <a:pt x="55" y="33"/>
                </a:cubicBezTo>
                <a:cubicBezTo>
                  <a:pt x="61" y="33"/>
                  <a:pt x="65" y="37"/>
                  <a:pt x="65" y="45"/>
                </a:cubicBezTo>
                <a:lnTo>
                  <a:pt x="65" y="6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6" name="Freeform 6">
            <a:extLst>
              <a:ext uri="{FF2B5EF4-FFF2-40B4-BE49-F238E27FC236}">
                <a16:creationId xmlns:a16="http://schemas.microsoft.com/office/drawing/2014/main" id="{7562E154-11E8-4A95-88DA-555C550432A5}"/>
              </a:ext>
            </a:extLst>
          </p:cNvPr>
          <p:cNvSpPr>
            <a:spLocks noChangeAspect="1" noEditPoints="1"/>
          </p:cNvSpPr>
          <p:nvPr userDrawn="1"/>
        </p:nvSpPr>
        <p:spPr bwMode="auto">
          <a:xfrm>
            <a:off x="609600" y="3228624"/>
            <a:ext cx="301752" cy="301752"/>
          </a:xfrm>
          <a:custGeom>
            <a:avLst/>
            <a:gdLst>
              <a:gd name="T0" fmla="*/ 42 w 84"/>
              <a:gd name="T1" fmla="*/ 0 h 83"/>
              <a:gd name="T2" fmla="*/ 0 w 84"/>
              <a:gd name="T3" fmla="*/ 42 h 83"/>
              <a:gd name="T4" fmla="*/ 42 w 84"/>
              <a:gd name="T5" fmla="*/ 83 h 83"/>
              <a:gd name="T6" fmla="*/ 84 w 84"/>
              <a:gd name="T7" fmla="*/ 42 h 83"/>
              <a:gd name="T8" fmla="*/ 42 w 84"/>
              <a:gd name="T9" fmla="*/ 0 h 83"/>
              <a:gd name="T10" fmla="*/ 61 w 84"/>
              <a:gd name="T11" fmla="*/ 35 h 83"/>
              <a:gd name="T12" fmla="*/ 61 w 84"/>
              <a:gd name="T13" fmla="*/ 36 h 83"/>
              <a:gd name="T14" fmla="*/ 36 w 84"/>
              <a:gd name="T15" fmla="*/ 61 h 83"/>
              <a:gd name="T16" fmla="*/ 22 w 84"/>
              <a:gd name="T17" fmla="*/ 57 h 83"/>
              <a:gd name="T18" fmla="*/ 24 w 84"/>
              <a:gd name="T19" fmla="*/ 57 h 83"/>
              <a:gd name="T20" fmla="*/ 35 w 84"/>
              <a:gd name="T21" fmla="*/ 53 h 83"/>
              <a:gd name="T22" fmla="*/ 27 w 84"/>
              <a:gd name="T23" fmla="*/ 47 h 83"/>
              <a:gd name="T24" fmla="*/ 29 w 84"/>
              <a:gd name="T25" fmla="*/ 47 h 83"/>
              <a:gd name="T26" fmla="*/ 31 w 84"/>
              <a:gd name="T27" fmla="*/ 47 h 83"/>
              <a:gd name="T28" fmla="*/ 24 w 84"/>
              <a:gd name="T29" fmla="*/ 38 h 83"/>
              <a:gd name="T30" fmla="*/ 24 w 84"/>
              <a:gd name="T31" fmla="*/ 38 h 83"/>
              <a:gd name="T32" fmla="*/ 28 w 84"/>
              <a:gd name="T33" fmla="*/ 39 h 83"/>
              <a:gd name="T34" fmla="*/ 24 w 84"/>
              <a:gd name="T35" fmla="*/ 32 h 83"/>
              <a:gd name="T36" fmla="*/ 25 w 84"/>
              <a:gd name="T37" fmla="*/ 27 h 83"/>
              <a:gd name="T38" fmla="*/ 44 w 84"/>
              <a:gd name="T39" fmla="*/ 37 h 83"/>
              <a:gd name="T40" fmla="*/ 43 w 84"/>
              <a:gd name="T41" fmla="*/ 35 h 83"/>
              <a:gd name="T42" fmla="*/ 52 w 84"/>
              <a:gd name="T43" fmla="*/ 26 h 83"/>
              <a:gd name="T44" fmla="*/ 59 w 84"/>
              <a:gd name="T45" fmla="*/ 29 h 83"/>
              <a:gd name="T46" fmla="*/ 64 w 84"/>
              <a:gd name="T47" fmla="*/ 26 h 83"/>
              <a:gd name="T48" fmla="*/ 61 w 84"/>
              <a:gd name="T49" fmla="*/ 31 h 83"/>
              <a:gd name="T50" fmla="*/ 66 w 84"/>
              <a:gd name="T51" fmla="*/ 30 h 83"/>
              <a:gd name="T52" fmla="*/ 61 w 84"/>
              <a:gd name="T53" fmla="*/ 35 h 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4" h="83">
                <a:moveTo>
                  <a:pt x="42" y="0"/>
                </a:moveTo>
                <a:cubicBezTo>
                  <a:pt x="19" y="0"/>
                  <a:pt x="0" y="18"/>
                  <a:pt x="0" y="42"/>
                </a:cubicBezTo>
                <a:cubicBezTo>
                  <a:pt x="0" y="65"/>
                  <a:pt x="19" y="83"/>
                  <a:pt x="42" y="83"/>
                </a:cubicBezTo>
                <a:cubicBezTo>
                  <a:pt x="65" y="83"/>
                  <a:pt x="84" y="65"/>
                  <a:pt x="84" y="42"/>
                </a:cubicBezTo>
                <a:cubicBezTo>
                  <a:pt x="84" y="18"/>
                  <a:pt x="65" y="0"/>
                  <a:pt x="42" y="0"/>
                </a:cubicBezTo>
                <a:close/>
                <a:moveTo>
                  <a:pt x="61" y="35"/>
                </a:moveTo>
                <a:cubicBezTo>
                  <a:pt x="61" y="35"/>
                  <a:pt x="61" y="35"/>
                  <a:pt x="61" y="36"/>
                </a:cubicBezTo>
                <a:cubicBezTo>
                  <a:pt x="61" y="47"/>
                  <a:pt x="52" y="61"/>
                  <a:pt x="36" y="61"/>
                </a:cubicBezTo>
                <a:cubicBezTo>
                  <a:pt x="31" y="61"/>
                  <a:pt x="26" y="60"/>
                  <a:pt x="22" y="57"/>
                </a:cubicBezTo>
                <a:cubicBezTo>
                  <a:pt x="23" y="57"/>
                  <a:pt x="24" y="57"/>
                  <a:pt x="24" y="57"/>
                </a:cubicBezTo>
                <a:cubicBezTo>
                  <a:pt x="29" y="57"/>
                  <a:pt x="32" y="56"/>
                  <a:pt x="35" y="53"/>
                </a:cubicBezTo>
                <a:cubicBezTo>
                  <a:pt x="32" y="53"/>
                  <a:pt x="28" y="51"/>
                  <a:pt x="27" y="47"/>
                </a:cubicBezTo>
                <a:cubicBezTo>
                  <a:pt x="28" y="47"/>
                  <a:pt x="28" y="47"/>
                  <a:pt x="29" y="47"/>
                </a:cubicBezTo>
                <a:cubicBezTo>
                  <a:pt x="30" y="47"/>
                  <a:pt x="30" y="47"/>
                  <a:pt x="31" y="47"/>
                </a:cubicBezTo>
                <a:cubicBezTo>
                  <a:pt x="27" y="46"/>
                  <a:pt x="24" y="43"/>
                  <a:pt x="24" y="38"/>
                </a:cubicBezTo>
                <a:cubicBezTo>
                  <a:pt x="24" y="38"/>
                  <a:pt x="24" y="38"/>
                  <a:pt x="24" y="38"/>
                </a:cubicBezTo>
                <a:cubicBezTo>
                  <a:pt x="25" y="39"/>
                  <a:pt x="27" y="39"/>
                  <a:pt x="28" y="39"/>
                </a:cubicBezTo>
                <a:cubicBezTo>
                  <a:pt x="26" y="38"/>
                  <a:pt x="24" y="35"/>
                  <a:pt x="24" y="32"/>
                </a:cubicBezTo>
                <a:cubicBezTo>
                  <a:pt x="24" y="30"/>
                  <a:pt x="25" y="29"/>
                  <a:pt x="25" y="27"/>
                </a:cubicBezTo>
                <a:cubicBezTo>
                  <a:pt x="30" y="33"/>
                  <a:pt x="36" y="36"/>
                  <a:pt x="44" y="37"/>
                </a:cubicBezTo>
                <a:cubicBezTo>
                  <a:pt x="43" y="36"/>
                  <a:pt x="43" y="35"/>
                  <a:pt x="43" y="35"/>
                </a:cubicBezTo>
                <a:cubicBezTo>
                  <a:pt x="43" y="30"/>
                  <a:pt x="47" y="26"/>
                  <a:pt x="52" y="26"/>
                </a:cubicBezTo>
                <a:cubicBezTo>
                  <a:pt x="55" y="26"/>
                  <a:pt x="57" y="27"/>
                  <a:pt x="59" y="29"/>
                </a:cubicBezTo>
                <a:cubicBezTo>
                  <a:pt x="61" y="28"/>
                  <a:pt x="63" y="28"/>
                  <a:pt x="64" y="26"/>
                </a:cubicBezTo>
                <a:cubicBezTo>
                  <a:pt x="64" y="29"/>
                  <a:pt x="62" y="30"/>
                  <a:pt x="61" y="31"/>
                </a:cubicBezTo>
                <a:cubicBezTo>
                  <a:pt x="62" y="31"/>
                  <a:pt x="64" y="31"/>
                  <a:pt x="66" y="30"/>
                </a:cubicBezTo>
                <a:cubicBezTo>
                  <a:pt x="64" y="32"/>
                  <a:pt x="63" y="33"/>
                  <a:pt x="61" y="35"/>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 name="TextBox 1">
            <a:extLst>
              <a:ext uri="{FF2B5EF4-FFF2-40B4-BE49-F238E27FC236}">
                <a16:creationId xmlns:a16="http://schemas.microsoft.com/office/drawing/2014/main" id="{665FB058-6305-A206-ECE4-04C8E1087DB7}"/>
              </a:ext>
            </a:extLst>
          </p:cNvPr>
          <p:cNvSpPr txBox="1"/>
          <p:nvPr userDrawn="1"/>
        </p:nvSpPr>
        <p:spPr>
          <a:xfrm>
            <a:off x="609599" y="4142232"/>
            <a:ext cx="6593768" cy="1915668"/>
          </a:xfrm>
          <a:prstGeom prst="rect">
            <a:avLst/>
          </a:prstGeom>
          <a:noFill/>
        </p:spPr>
        <p:txBody>
          <a:bodyPr wrap="square" lIns="0" tIns="0" rIns="0" bIns="0" rtlCol="0" anchor="b">
            <a:noAutofit/>
          </a:bodyPr>
          <a:lstStyle/>
          <a:p>
            <a:pPr>
              <a:lnSpc>
                <a:spcPts val="1200"/>
              </a:lnSpc>
              <a:spcAft>
                <a:spcPts val="600"/>
              </a:spcAft>
            </a:pPr>
            <a:r>
              <a:rPr lang="en-GB" sz="1000" b="0" cap="all" spc="20" baseline="0" dirty="0">
                <a:solidFill>
                  <a:schemeClr val="bg1"/>
                </a:solidFill>
                <a:latin typeface="+mn-lt"/>
                <a:cs typeface="Calibri" panose="020F0502020204030204" pitchFamily="34" charset="0"/>
              </a:rPr>
              <a:t>About AVEVA </a:t>
            </a:r>
          </a:p>
          <a:p>
            <a:pPr>
              <a:lnSpc>
                <a:spcPts val="1200"/>
              </a:lnSpc>
              <a:spcAft>
                <a:spcPts val="600"/>
              </a:spcAft>
            </a:pPr>
            <a:r>
              <a:rPr lang="en-US" sz="1000" spc="20" dirty="0">
                <a:solidFill>
                  <a:schemeClr val="bg1"/>
                </a:solidFill>
                <a:latin typeface="+mn-lt"/>
                <a:cs typeface="Calibri" panose="020F0502020204030204" pitchFamily="34" charset="0"/>
              </a:rPr>
              <a:t>AVEVA is a world leader in industrial software, providing engineering and operational solutions across multiple industries, including oil and gas, chemical, pharmaceutical, power and utilities, marine, renewables, and food and beverage. Our agnostic and open architecture helps organizations design, build, operate, maintain and optimize the complete lifecycle of complex industrial assets, from production plants and offshore platforms to manufactured consumer goods.</a:t>
            </a:r>
          </a:p>
          <a:p>
            <a:pPr>
              <a:lnSpc>
                <a:spcPts val="1200"/>
              </a:lnSpc>
              <a:spcAft>
                <a:spcPts val="600"/>
              </a:spcAft>
            </a:pPr>
            <a:r>
              <a:rPr lang="en-US" sz="1000" spc="20" dirty="0">
                <a:solidFill>
                  <a:schemeClr val="bg1"/>
                </a:solidFill>
                <a:latin typeface="+mn-lt"/>
                <a:cs typeface="Calibri" panose="020F0502020204030204" pitchFamily="34" charset="0"/>
              </a:rPr>
              <a:t>Over 20,000 enterprises in over 100 countries rely on AVEVA to help them deliver life’s essentials: safe and reliable energy, food, medicines, infrastructure and more. By connecting people with trusted information and AI-enriched insights, AVEVA enables teams to engineer efficiently and optimize operations, driving growth and sustainability.</a:t>
            </a:r>
          </a:p>
          <a:p>
            <a:pPr>
              <a:lnSpc>
                <a:spcPts val="1200"/>
              </a:lnSpc>
              <a:spcAft>
                <a:spcPts val="600"/>
              </a:spcAft>
            </a:pPr>
            <a:r>
              <a:rPr lang="en-US" sz="1000" spc="20" dirty="0">
                <a:solidFill>
                  <a:schemeClr val="bg1"/>
                </a:solidFill>
                <a:latin typeface="+mn-lt"/>
                <a:cs typeface="Calibri" panose="020F0502020204030204" pitchFamily="34" charset="0"/>
              </a:rPr>
              <a:t>Named as one of the world’s most innovative companies, AVEVA supports customers with open solutions and the expertise of more than 6,400 employees, 5,000 partners and 5,700 certified developers. The company is headquartered in Cambridge, UK.</a:t>
            </a:r>
          </a:p>
          <a:p>
            <a:pPr>
              <a:lnSpc>
                <a:spcPts val="1200"/>
              </a:lnSpc>
              <a:spcAft>
                <a:spcPts val="600"/>
              </a:spcAft>
            </a:pPr>
            <a:r>
              <a:rPr lang="en-US" sz="1000" spc="20" dirty="0">
                <a:solidFill>
                  <a:schemeClr val="bg1"/>
                </a:solidFill>
                <a:latin typeface="+mn-lt"/>
                <a:cs typeface="Calibri" panose="020F0502020204030204" pitchFamily="34" charset="0"/>
              </a:rPr>
              <a:t>Learn more at </a:t>
            </a:r>
            <a:r>
              <a:rPr lang="en-US" sz="1000" spc="20" dirty="0">
                <a:solidFill>
                  <a:schemeClr val="bg1"/>
                </a:solidFill>
                <a:latin typeface="+mn-lt"/>
                <a:cs typeface="Calibri" panose="020F0502020204030204" pitchFamily="34" charset="0"/>
                <a:hlinkClick r:id="rId3">
                  <a:extLst>
                    <a:ext uri="{A12FA001-AC4F-418D-AE19-62706E023703}">
                      <ahyp:hlinkClr xmlns:ahyp="http://schemas.microsoft.com/office/drawing/2018/hyperlinkcolor" val="tx"/>
                    </a:ext>
                  </a:extLst>
                </a:hlinkClick>
              </a:rPr>
              <a:t>www.aveva.com</a:t>
            </a:r>
            <a:r>
              <a:rPr lang="en-US" sz="1000" spc="20" dirty="0">
                <a:solidFill>
                  <a:schemeClr val="bg1"/>
                </a:solidFill>
                <a:latin typeface="+mn-lt"/>
                <a:cs typeface="Calibri" panose="020F0502020204030204" pitchFamily="34" charset="0"/>
              </a:rPr>
              <a:t> </a:t>
            </a:r>
            <a:endParaRPr lang="en-GB" sz="1000" b="0" spc="20" dirty="0">
              <a:solidFill>
                <a:schemeClr val="bg1"/>
              </a:solidFill>
              <a:latin typeface="+mn-lt"/>
              <a:cs typeface="Calibri" panose="020F0502020204030204" pitchFamily="34" charset="0"/>
            </a:endParaRPr>
          </a:p>
        </p:txBody>
      </p:sp>
      <p:grpSp>
        <p:nvGrpSpPr>
          <p:cNvPr id="3" name="Group 2">
            <a:extLst>
              <a:ext uri="{FF2B5EF4-FFF2-40B4-BE49-F238E27FC236}">
                <a16:creationId xmlns:a16="http://schemas.microsoft.com/office/drawing/2014/main" id="{56D0D191-C2ED-49C9-D531-BC50293E3AEF}"/>
              </a:ext>
            </a:extLst>
          </p:cNvPr>
          <p:cNvGrpSpPr/>
          <p:nvPr userDrawn="1"/>
        </p:nvGrpSpPr>
        <p:grpSpPr>
          <a:xfrm>
            <a:off x="12485568" y="112729"/>
            <a:ext cx="2936672" cy="5883149"/>
            <a:chOff x="12485568" y="112729"/>
            <a:chExt cx="2936672" cy="5883149"/>
          </a:xfrm>
        </p:grpSpPr>
        <p:sp>
          <p:nvSpPr>
            <p:cNvPr id="5" name="Oval 4">
              <a:extLst>
                <a:ext uri="{FF2B5EF4-FFF2-40B4-BE49-F238E27FC236}">
                  <a16:creationId xmlns:a16="http://schemas.microsoft.com/office/drawing/2014/main" id="{F40CBE1A-1955-4A66-0B1B-16EBE2A00203}"/>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6" name="Oval 5">
              <a:extLst>
                <a:ext uri="{FF2B5EF4-FFF2-40B4-BE49-F238E27FC236}">
                  <a16:creationId xmlns:a16="http://schemas.microsoft.com/office/drawing/2014/main" id="{798F5E5A-1607-65D7-EC9F-E99D7C882CA6}"/>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8" name="Oval 7">
              <a:extLst>
                <a:ext uri="{FF2B5EF4-FFF2-40B4-BE49-F238E27FC236}">
                  <a16:creationId xmlns:a16="http://schemas.microsoft.com/office/drawing/2014/main" id="{C0280CC6-C2CB-3311-5187-FC4B166E1EF9}"/>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9" name="Rectangle 8">
              <a:extLst>
                <a:ext uri="{FF2B5EF4-FFF2-40B4-BE49-F238E27FC236}">
                  <a16:creationId xmlns:a16="http://schemas.microsoft.com/office/drawing/2014/main" id="{744CB6D8-BC77-3FD1-30C4-06E6E93AF441}"/>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10" name="Oval 9">
              <a:extLst>
                <a:ext uri="{FF2B5EF4-FFF2-40B4-BE49-F238E27FC236}">
                  <a16:creationId xmlns:a16="http://schemas.microsoft.com/office/drawing/2014/main" id="{0EFF74E6-53AD-1F0E-0749-ECD0365AD494}"/>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1" name="Oval 10">
              <a:extLst>
                <a:ext uri="{FF2B5EF4-FFF2-40B4-BE49-F238E27FC236}">
                  <a16:creationId xmlns:a16="http://schemas.microsoft.com/office/drawing/2014/main" id="{7FE61EEB-9D53-3E1A-FC09-5B5B4DFC82DD}"/>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0" name="Oval 19">
              <a:extLst>
                <a:ext uri="{FF2B5EF4-FFF2-40B4-BE49-F238E27FC236}">
                  <a16:creationId xmlns:a16="http://schemas.microsoft.com/office/drawing/2014/main" id="{68CF095A-1050-5FB5-66EC-69AF87D78D74}"/>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1" name="Oval 20">
              <a:extLst>
                <a:ext uri="{FF2B5EF4-FFF2-40B4-BE49-F238E27FC236}">
                  <a16:creationId xmlns:a16="http://schemas.microsoft.com/office/drawing/2014/main" id="{7C368307-FA3A-6C81-2F63-E7401D44ED16}"/>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22" name="Group 21">
              <a:extLst>
                <a:ext uri="{FF2B5EF4-FFF2-40B4-BE49-F238E27FC236}">
                  <a16:creationId xmlns:a16="http://schemas.microsoft.com/office/drawing/2014/main" id="{D24F2AC1-13EC-40DD-C65C-1EC61E85B05B}"/>
                </a:ext>
              </a:extLst>
            </p:cNvPr>
            <p:cNvGrpSpPr/>
            <p:nvPr userDrawn="1"/>
          </p:nvGrpSpPr>
          <p:grpSpPr>
            <a:xfrm>
              <a:off x="12500773" y="3802778"/>
              <a:ext cx="971741" cy="1940780"/>
              <a:chOff x="12431200" y="2678506"/>
              <a:chExt cx="971741" cy="1940780"/>
            </a:xfrm>
          </p:grpSpPr>
          <p:sp>
            <p:nvSpPr>
              <p:cNvPr id="26" name="Rectangle 25">
                <a:extLst>
                  <a:ext uri="{FF2B5EF4-FFF2-40B4-BE49-F238E27FC236}">
                    <a16:creationId xmlns:a16="http://schemas.microsoft.com/office/drawing/2014/main" id="{60022644-65F1-CDF1-99C8-7D95ABC9A1A8}"/>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27" name="Oval 26">
                <a:extLst>
                  <a:ext uri="{FF2B5EF4-FFF2-40B4-BE49-F238E27FC236}">
                    <a16:creationId xmlns:a16="http://schemas.microsoft.com/office/drawing/2014/main" id="{169B5732-7BCC-59D6-8B39-A44133A871A1}"/>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8" name="Oval 27">
                <a:extLst>
                  <a:ext uri="{FF2B5EF4-FFF2-40B4-BE49-F238E27FC236}">
                    <a16:creationId xmlns:a16="http://schemas.microsoft.com/office/drawing/2014/main" id="{CC94067B-AB70-11A4-F3BA-5E8646338C13}"/>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9" name="Oval 28">
                <a:extLst>
                  <a:ext uri="{FF2B5EF4-FFF2-40B4-BE49-F238E27FC236}">
                    <a16:creationId xmlns:a16="http://schemas.microsoft.com/office/drawing/2014/main" id="{75FF1619-F3DE-3C16-4DB5-5C79BFC81DBE}"/>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0" name="Oval 29">
                <a:extLst>
                  <a:ext uri="{FF2B5EF4-FFF2-40B4-BE49-F238E27FC236}">
                    <a16:creationId xmlns:a16="http://schemas.microsoft.com/office/drawing/2014/main" id="{3727578E-1C0F-E5FE-F971-0F44BDEA291E}"/>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1" name="Oval 30">
                <a:extLst>
                  <a:ext uri="{FF2B5EF4-FFF2-40B4-BE49-F238E27FC236}">
                    <a16:creationId xmlns:a16="http://schemas.microsoft.com/office/drawing/2014/main" id="{8FA9E47C-E5A3-8B50-643A-7D8B5C15F447}"/>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2" name="Oval 31">
                <a:extLst>
                  <a:ext uri="{FF2B5EF4-FFF2-40B4-BE49-F238E27FC236}">
                    <a16:creationId xmlns:a16="http://schemas.microsoft.com/office/drawing/2014/main" id="{7F87981B-53EA-C970-1313-06E66D04531C}"/>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23" name="TextBox 22">
              <a:extLst>
                <a:ext uri="{FF2B5EF4-FFF2-40B4-BE49-F238E27FC236}">
                  <a16:creationId xmlns:a16="http://schemas.microsoft.com/office/drawing/2014/main" id="{D18F7AA6-EAA6-4FEA-6209-15035A70C108}"/>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24" name="Picture 23">
              <a:extLst>
                <a:ext uri="{FF2B5EF4-FFF2-40B4-BE49-F238E27FC236}">
                  <a16:creationId xmlns:a16="http://schemas.microsoft.com/office/drawing/2014/main" id="{30A11E7D-8B90-9481-D71F-11AAFB1DB319}"/>
                </a:ext>
              </a:extLst>
            </p:cNvPr>
            <p:cNvPicPr>
              <a:picLocks noChangeAspect="1"/>
            </p:cNvPicPr>
            <p:nvPr userDrawn="1"/>
          </p:nvPicPr>
          <p:blipFill>
            <a:blip r:embed="rId4"/>
            <a:stretch>
              <a:fillRect/>
            </a:stretch>
          </p:blipFill>
          <p:spPr>
            <a:xfrm>
              <a:off x="14012244" y="4384548"/>
              <a:ext cx="1088171" cy="1611330"/>
            </a:xfrm>
            <a:prstGeom prst="rect">
              <a:avLst/>
            </a:prstGeom>
          </p:spPr>
        </p:pic>
        <p:sp>
          <p:nvSpPr>
            <p:cNvPr id="25" name="Rectangle 24">
              <a:extLst>
                <a:ext uri="{FF2B5EF4-FFF2-40B4-BE49-F238E27FC236}">
                  <a16:creationId xmlns:a16="http://schemas.microsoft.com/office/drawing/2014/main" id="{4C6496FF-7E50-7007-1A5B-AD2530DAD38F}"/>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11001115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3_End -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2" name="Group 4">
            <a:extLst>
              <a:ext uri="{FF2B5EF4-FFF2-40B4-BE49-F238E27FC236}">
                <a16:creationId xmlns:a16="http://schemas.microsoft.com/office/drawing/2014/main" id="{5D535710-110B-4BA6-A0F8-6B15B1C93D3C}"/>
              </a:ext>
            </a:extLst>
          </p:cNvPr>
          <p:cNvGrpSpPr>
            <a:grpSpLocks noChangeAspect="1"/>
          </p:cNvGrpSpPr>
          <p:nvPr userDrawn="1"/>
        </p:nvGrpSpPr>
        <p:grpSpPr bwMode="auto">
          <a:xfrm>
            <a:off x="10421934" y="6308714"/>
            <a:ext cx="1162049" cy="266699"/>
            <a:chOff x="6565" y="3974"/>
            <a:chExt cx="732" cy="168"/>
          </a:xfrm>
          <a:solidFill>
            <a:schemeClr val="tx2"/>
          </a:solidFill>
        </p:grpSpPr>
        <p:sp>
          <p:nvSpPr>
            <p:cNvPr id="13" name="Freeform 5">
              <a:extLst>
                <a:ext uri="{FF2B5EF4-FFF2-40B4-BE49-F238E27FC236}">
                  <a16:creationId xmlns:a16="http://schemas.microsoft.com/office/drawing/2014/main" id="{ABFE6996-7BB9-4768-952C-92EB906C148D}"/>
                </a:ext>
              </a:extLst>
            </p:cNvPr>
            <p:cNvSpPr>
              <a:spLocks/>
            </p:cNvSpPr>
            <p:nvPr userDrawn="1"/>
          </p:nvSpPr>
          <p:spPr bwMode="auto">
            <a:xfrm>
              <a:off x="6718" y="3974"/>
              <a:ext cx="146" cy="168"/>
            </a:xfrm>
            <a:custGeom>
              <a:avLst/>
              <a:gdLst>
                <a:gd name="T0" fmla="*/ 626 w 634"/>
                <a:gd name="T1" fmla="*/ 0 h 725"/>
                <a:gd name="T2" fmla="*/ 626 w 634"/>
                <a:gd name="T3" fmla="*/ 0 h 725"/>
                <a:gd name="T4" fmla="*/ 527 w 634"/>
                <a:gd name="T5" fmla="*/ 0 h 725"/>
                <a:gd name="T6" fmla="*/ 519 w 634"/>
                <a:gd name="T7" fmla="*/ 6 h 725"/>
                <a:gd name="T8" fmla="*/ 326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1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4" y="0"/>
                    <a:pt x="520" y="2"/>
                    <a:pt x="519" y="6"/>
                  </a:cubicBezTo>
                  <a:lnTo>
                    <a:pt x="326" y="456"/>
                  </a:lnTo>
                  <a:cubicBezTo>
                    <a:pt x="323" y="462"/>
                    <a:pt x="313" y="462"/>
                    <a:pt x="310" y="456"/>
                  </a:cubicBezTo>
                  <a:lnTo>
                    <a:pt x="117" y="6"/>
                  </a:lnTo>
                  <a:cubicBezTo>
                    <a:pt x="116" y="2"/>
                    <a:pt x="112" y="0"/>
                    <a:pt x="108" y="0"/>
                  </a:cubicBezTo>
                  <a:lnTo>
                    <a:pt x="9" y="0"/>
                  </a:lnTo>
                  <a:cubicBezTo>
                    <a:pt x="4" y="0"/>
                    <a:pt x="0" y="5"/>
                    <a:pt x="2" y="9"/>
                  </a:cubicBezTo>
                  <a:lnTo>
                    <a:pt x="311"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6">
              <a:extLst>
                <a:ext uri="{FF2B5EF4-FFF2-40B4-BE49-F238E27FC236}">
                  <a16:creationId xmlns:a16="http://schemas.microsoft.com/office/drawing/2014/main" id="{2C7E5DEA-DA34-44D7-ACE9-32FBD7872A1D}"/>
                </a:ext>
              </a:extLst>
            </p:cNvPr>
            <p:cNvSpPr>
              <a:spLocks noEditPoints="1"/>
            </p:cNvSpPr>
            <p:nvPr userDrawn="1"/>
          </p:nvSpPr>
          <p:spPr bwMode="auto">
            <a:xfrm>
              <a:off x="6565" y="3974"/>
              <a:ext cx="170" cy="168"/>
            </a:xfrm>
            <a:custGeom>
              <a:avLst/>
              <a:gdLst>
                <a:gd name="T0" fmla="*/ 326 w 736"/>
                <a:gd name="T1" fmla="*/ 466 h 724"/>
                <a:gd name="T2" fmla="*/ 326 w 736"/>
                <a:gd name="T3" fmla="*/ 466 h 724"/>
                <a:gd name="T4" fmla="*/ 411 w 736"/>
                <a:gd name="T5" fmla="*/ 268 h 724"/>
                <a:gd name="T6" fmla="*/ 426 w 736"/>
                <a:gd name="T7" fmla="*/ 268 h 724"/>
                <a:gd name="T8" fmla="*/ 511 w 736"/>
                <a:gd name="T9" fmla="*/ 466 h 724"/>
                <a:gd name="T10" fmla="*/ 326 w 736"/>
                <a:gd name="T11" fmla="*/ 466 h 724"/>
                <a:gd name="T12" fmla="*/ 426 w 736"/>
                <a:gd name="T13" fmla="*/ 6 h 724"/>
                <a:gd name="T14" fmla="*/ 426 w 736"/>
                <a:gd name="T15" fmla="*/ 6 h 724"/>
                <a:gd name="T16" fmla="*/ 409 w 736"/>
                <a:gd name="T17" fmla="*/ 6 h 724"/>
                <a:gd name="T18" fmla="*/ 211 w 736"/>
                <a:gd name="T19" fmla="*/ 466 h 724"/>
                <a:gd name="T20" fmla="*/ 7 w 736"/>
                <a:gd name="T21" fmla="*/ 466 h 724"/>
                <a:gd name="T22" fmla="*/ 1 w 736"/>
                <a:gd name="T23" fmla="*/ 475 h 724"/>
                <a:gd name="T24" fmla="*/ 40 w 736"/>
                <a:gd name="T25" fmla="*/ 560 h 724"/>
                <a:gd name="T26" fmla="*/ 53 w 736"/>
                <a:gd name="T27" fmla="*/ 569 h 724"/>
                <a:gd name="T28" fmla="*/ 167 w 736"/>
                <a:gd name="T29" fmla="*/ 569 h 724"/>
                <a:gd name="T30" fmla="*/ 104 w 736"/>
                <a:gd name="T31" fmla="*/ 715 h 724"/>
                <a:gd name="T32" fmla="*/ 111 w 736"/>
                <a:gd name="T33" fmla="*/ 724 h 724"/>
                <a:gd name="T34" fmla="*/ 209 w 736"/>
                <a:gd name="T35" fmla="*/ 724 h 724"/>
                <a:gd name="T36" fmla="*/ 218 w 736"/>
                <a:gd name="T37" fmla="*/ 719 h 724"/>
                <a:gd name="T38" fmla="*/ 282 w 736"/>
                <a:gd name="T39" fmla="*/ 569 h 724"/>
                <a:gd name="T40" fmla="*/ 555 w 736"/>
                <a:gd name="T41" fmla="*/ 569 h 724"/>
                <a:gd name="T42" fmla="*/ 619 w 736"/>
                <a:gd name="T43" fmla="*/ 719 h 724"/>
                <a:gd name="T44" fmla="*/ 628 w 736"/>
                <a:gd name="T45" fmla="*/ 724 h 724"/>
                <a:gd name="T46" fmla="*/ 727 w 736"/>
                <a:gd name="T47" fmla="*/ 724 h 724"/>
                <a:gd name="T48" fmla="*/ 734 w 736"/>
                <a:gd name="T49" fmla="*/ 715 h 724"/>
                <a:gd name="T50" fmla="*/ 426 w 736"/>
                <a:gd name="T51"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36" h="724">
                  <a:moveTo>
                    <a:pt x="326" y="466"/>
                  </a:moveTo>
                  <a:lnTo>
                    <a:pt x="326" y="466"/>
                  </a:lnTo>
                  <a:lnTo>
                    <a:pt x="411" y="268"/>
                  </a:lnTo>
                  <a:cubicBezTo>
                    <a:pt x="414" y="261"/>
                    <a:pt x="423" y="261"/>
                    <a:pt x="426" y="268"/>
                  </a:cubicBezTo>
                  <a:lnTo>
                    <a:pt x="511" y="466"/>
                  </a:lnTo>
                  <a:lnTo>
                    <a:pt x="326" y="466"/>
                  </a:lnTo>
                  <a:close/>
                  <a:moveTo>
                    <a:pt x="426" y="6"/>
                  </a:moveTo>
                  <a:lnTo>
                    <a:pt x="426" y="6"/>
                  </a:lnTo>
                  <a:cubicBezTo>
                    <a:pt x="423" y="0"/>
                    <a:pt x="412" y="0"/>
                    <a:pt x="409" y="6"/>
                  </a:cubicBezTo>
                  <a:lnTo>
                    <a:pt x="211" y="466"/>
                  </a:lnTo>
                  <a:lnTo>
                    <a:pt x="7" y="466"/>
                  </a:lnTo>
                  <a:cubicBezTo>
                    <a:pt x="2" y="466"/>
                    <a:pt x="0" y="471"/>
                    <a:pt x="1" y="475"/>
                  </a:cubicBezTo>
                  <a:lnTo>
                    <a:pt x="40" y="560"/>
                  </a:lnTo>
                  <a:cubicBezTo>
                    <a:pt x="42" y="566"/>
                    <a:pt x="47" y="569"/>
                    <a:pt x="53" y="569"/>
                  </a:cubicBezTo>
                  <a:lnTo>
                    <a:pt x="167" y="569"/>
                  </a:lnTo>
                  <a:lnTo>
                    <a:pt x="104" y="715"/>
                  </a:lnTo>
                  <a:cubicBezTo>
                    <a:pt x="102" y="719"/>
                    <a:pt x="106" y="724"/>
                    <a:pt x="111" y="724"/>
                  </a:cubicBezTo>
                  <a:lnTo>
                    <a:pt x="209" y="724"/>
                  </a:lnTo>
                  <a:cubicBezTo>
                    <a:pt x="213" y="724"/>
                    <a:pt x="216" y="722"/>
                    <a:pt x="218" y="719"/>
                  </a:cubicBezTo>
                  <a:lnTo>
                    <a:pt x="282" y="569"/>
                  </a:lnTo>
                  <a:lnTo>
                    <a:pt x="555" y="569"/>
                  </a:lnTo>
                  <a:lnTo>
                    <a:pt x="619" y="719"/>
                  </a:lnTo>
                  <a:cubicBezTo>
                    <a:pt x="621" y="722"/>
                    <a:pt x="624" y="724"/>
                    <a:pt x="628" y="724"/>
                  </a:cubicBezTo>
                  <a:lnTo>
                    <a:pt x="727" y="724"/>
                  </a:lnTo>
                  <a:cubicBezTo>
                    <a:pt x="732" y="724"/>
                    <a:pt x="736" y="719"/>
                    <a:pt x="734" y="715"/>
                  </a:cubicBezTo>
                  <a:lnTo>
                    <a:pt x="426"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7">
              <a:extLst>
                <a:ext uri="{FF2B5EF4-FFF2-40B4-BE49-F238E27FC236}">
                  <a16:creationId xmlns:a16="http://schemas.microsoft.com/office/drawing/2014/main" id="{14014E3B-91DD-4937-9B32-D8ADB6791DD4}"/>
                </a:ext>
              </a:extLst>
            </p:cNvPr>
            <p:cNvSpPr>
              <a:spLocks/>
            </p:cNvSpPr>
            <p:nvPr userDrawn="1"/>
          </p:nvSpPr>
          <p:spPr bwMode="auto">
            <a:xfrm>
              <a:off x="7022" y="3974"/>
              <a:ext cx="146" cy="168"/>
            </a:xfrm>
            <a:custGeom>
              <a:avLst/>
              <a:gdLst>
                <a:gd name="T0" fmla="*/ 626 w 634"/>
                <a:gd name="T1" fmla="*/ 0 h 725"/>
                <a:gd name="T2" fmla="*/ 626 w 634"/>
                <a:gd name="T3" fmla="*/ 0 h 725"/>
                <a:gd name="T4" fmla="*/ 527 w 634"/>
                <a:gd name="T5" fmla="*/ 0 h 725"/>
                <a:gd name="T6" fmla="*/ 519 w 634"/>
                <a:gd name="T7" fmla="*/ 6 h 725"/>
                <a:gd name="T8" fmla="*/ 325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0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3" y="0"/>
                    <a:pt x="520" y="2"/>
                    <a:pt x="519" y="6"/>
                  </a:cubicBezTo>
                  <a:lnTo>
                    <a:pt x="325" y="456"/>
                  </a:lnTo>
                  <a:cubicBezTo>
                    <a:pt x="323" y="462"/>
                    <a:pt x="313" y="462"/>
                    <a:pt x="310" y="456"/>
                  </a:cubicBezTo>
                  <a:lnTo>
                    <a:pt x="117" y="6"/>
                  </a:lnTo>
                  <a:cubicBezTo>
                    <a:pt x="115" y="2"/>
                    <a:pt x="112" y="0"/>
                    <a:pt x="108" y="0"/>
                  </a:cubicBezTo>
                  <a:lnTo>
                    <a:pt x="9" y="0"/>
                  </a:lnTo>
                  <a:cubicBezTo>
                    <a:pt x="4" y="0"/>
                    <a:pt x="0" y="5"/>
                    <a:pt x="2" y="9"/>
                  </a:cubicBezTo>
                  <a:lnTo>
                    <a:pt x="310"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8">
              <a:extLst>
                <a:ext uri="{FF2B5EF4-FFF2-40B4-BE49-F238E27FC236}">
                  <a16:creationId xmlns:a16="http://schemas.microsoft.com/office/drawing/2014/main" id="{A7166DEF-2B9E-43F8-B349-2DE7372122F8}"/>
                </a:ext>
              </a:extLst>
            </p:cNvPr>
            <p:cNvSpPr>
              <a:spLocks noEditPoints="1"/>
            </p:cNvSpPr>
            <p:nvPr userDrawn="1"/>
          </p:nvSpPr>
          <p:spPr bwMode="auto">
            <a:xfrm>
              <a:off x="7151" y="3974"/>
              <a:ext cx="146" cy="168"/>
            </a:xfrm>
            <a:custGeom>
              <a:avLst/>
              <a:gdLst>
                <a:gd name="T0" fmla="*/ 223 w 633"/>
                <a:gd name="T1" fmla="*/ 466 h 724"/>
                <a:gd name="T2" fmla="*/ 223 w 633"/>
                <a:gd name="T3" fmla="*/ 466 h 724"/>
                <a:gd name="T4" fmla="*/ 308 w 633"/>
                <a:gd name="T5" fmla="*/ 268 h 724"/>
                <a:gd name="T6" fmla="*/ 324 w 633"/>
                <a:gd name="T7" fmla="*/ 268 h 724"/>
                <a:gd name="T8" fmla="*/ 409 w 633"/>
                <a:gd name="T9" fmla="*/ 466 h 724"/>
                <a:gd name="T10" fmla="*/ 223 w 633"/>
                <a:gd name="T11" fmla="*/ 466 h 724"/>
                <a:gd name="T12" fmla="*/ 323 w 633"/>
                <a:gd name="T13" fmla="*/ 6 h 724"/>
                <a:gd name="T14" fmla="*/ 323 w 633"/>
                <a:gd name="T15" fmla="*/ 6 h 724"/>
                <a:gd name="T16" fmla="*/ 307 w 633"/>
                <a:gd name="T17" fmla="*/ 6 h 724"/>
                <a:gd name="T18" fmla="*/ 2 w 633"/>
                <a:gd name="T19" fmla="*/ 715 h 724"/>
                <a:gd name="T20" fmla="*/ 8 w 633"/>
                <a:gd name="T21" fmla="*/ 724 h 724"/>
                <a:gd name="T22" fmla="*/ 107 w 633"/>
                <a:gd name="T23" fmla="*/ 724 h 724"/>
                <a:gd name="T24" fmla="*/ 115 w 633"/>
                <a:gd name="T25" fmla="*/ 719 h 724"/>
                <a:gd name="T26" fmla="*/ 179 w 633"/>
                <a:gd name="T27" fmla="*/ 569 h 724"/>
                <a:gd name="T28" fmla="*/ 453 w 633"/>
                <a:gd name="T29" fmla="*/ 569 h 724"/>
                <a:gd name="T30" fmla="*/ 517 w 633"/>
                <a:gd name="T31" fmla="*/ 719 h 724"/>
                <a:gd name="T32" fmla="*/ 525 w 633"/>
                <a:gd name="T33" fmla="*/ 724 h 724"/>
                <a:gd name="T34" fmla="*/ 625 w 633"/>
                <a:gd name="T35" fmla="*/ 724 h 724"/>
                <a:gd name="T36" fmla="*/ 631 w 633"/>
                <a:gd name="T37" fmla="*/ 715 h 724"/>
                <a:gd name="T38" fmla="*/ 323 w 633"/>
                <a:gd name="T39"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3" h="724">
                  <a:moveTo>
                    <a:pt x="223" y="466"/>
                  </a:moveTo>
                  <a:lnTo>
                    <a:pt x="223" y="466"/>
                  </a:lnTo>
                  <a:lnTo>
                    <a:pt x="308" y="268"/>
                  </a:lnTo>
                  <a:cubicBezTo>
                    <a:pt x="311" y="261"/>
                    <a:pt x="321" y="261"/>
                    <a:pt x="324" y="268"/>
                  </a:cubicBezTo>
                  <a:lnTo>
                    <a:pt x="409" y="466"/>
                  </a:lnTo>
                  <a:lnTo>
                    <a:pt x="223" y="466"/>
                  </a:lnTo>
                  <a:close/>
                  <a:moveTo>
                    <a:pt x="323" y="6"/>
                  </a:moveTo>
                  <a:lnTo>
                    <a:pt x="323" y="6"/>
                  </a:lnTo>
                  <a:cubicBezTo>
                    <a:pt x="320" y="0"/>
                    <a:pt x="310" y="0"/>
                    <a:pt x="307" y="6"/>
                  </a:cubicBezTo>
                  <a:lnTo>
                    <a:pt x="2" y="715"/>
                  </a:lnTo>
                  <a:cubicBezTo>
                    <a:pt x="0" y="719"/>
                    <a:pt x="3" y="724"/>
                    <a:pt x="8" y="724"/>
                  </a:cubicBezTo>
                  <a:lnTo>
                    <a:pt x="107" y="724"/>
                  </a:lnTo>
                  <a:cubicBezTo>
                    <a:pt x="110" y="724"/>
                    <a:pt x="114" y="722"/>
                    <a:pt x="115" y="719"/>
                  </a:cubicBezTo>
                  <a:lnTo>
                    <a:pt x="179" y="569"/>
                  </a:lnTo>
                  <a:lnTo>
                    <a:pt x="453" y="569"/>
                  </a:lnTo>
                  <a:lnTo>
                    <a:pt x="517" y="719"/>
                  </a:lnTo>
                  <a:cubicBezTo>
                    <a:pt x="518" y="722"/>
                    <a:pt x="522" y="724"/>
                    <a:pt x="525" y="724"/>
                  </a:cubicBezTo>
                  <a:lnTo>
                    <a:pt x="625" y="724"/>
                  </a:lnTo>
                  <a:cubicBezTo>
                    <a:pt x="630" y="724"/>
                    <a:pt x="633" y="719"/>
                    <a:pt x="631" y="715"/>
                  </a:cubicBezTo>
                  <a:lnTo>
                    <a:pt x="323"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9">
              <a:extLst>
                <a:ext uri="{FF2B5EF4-FFF2-40B4-BE49-F238E27FC236}">
                  <a16:creationId xmlns:a16="http://schemas.microsoft.com/office/drawing/2014/main" id="{7868DEBD-9196-41C8-A3F4-755F985685A7}"/>
                </a:ext>
              </a:extLst>
            </p:cNvPr>
            <p:cNvSpPr>
              <a:spLocks/>
            </p:cNvSpPr>
            <p:nvPr userDrawn="1"/>
          </p:nvSpPr>
          <p:spPr bwMode="auto">
            <a:xfrm>
              <a:off x="6888" y="3974"/>
              <a:ext cx="111" cy="24"/>
            </a:xfrm>
            <a:custGeom>
              <a:avLst/>
              <a:gdLst>
                <a:gd name="T0" fmla="*/ 473 w 480"/>
                <a:gd name="T1" fmla="*/ 0 h 105"/>
                <a:gd name="T2" fmla="*/ 473 w 480"/>
                <a:gd name="T3" fmla="*/ 0 h 105"/>
                <a:gd name="T4" fmla="*/ 7 w 480"/>
                <a:gd name="T5" fmla="*/ 0 h 105"/>
                <a:gd name="T6" fmla="*/ 0 w 480"/>
                <a:gd name="T7" fmla="*/ 6 h 105"/>
                <a:gd name="T8" fmla="*/ 0 w 480"/>
                <a:gd name="T9" fmla="*/ 98 h 105"/>
                <a:gd name="T10" fmla="*/ 7 w 480"/>
                <a:gd name="T11" fmla="*/ 105 h 105"/>
                <a:gd name="T12" fmla="*/ 473 w 480"/>
                <a:gd name="T13" fmla="*/ 105 h 105"/>
                <a:gd name="T14" fmla="*/ 480 w 480"/>
                <a:gd name="T15" fmla="*/ 98 h 105"/>
                <a:gd name="T16" fmla="*/ 480 w 480"/>
                <a:gd name="T17" fmla="*/ 6 h 105"/>
                <a:gd name="T18" fmla="*/ 473 w 480"/>
                <a:gd name="T19" fmla="*/ 0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5">
                  <a:moveTo>
                    <a:pt x="473" y="0"/>
                  </a:moveTo>
                  <a:lnTo>
                    <a:pt x="473" y="0"/>
                  </a:lnTo>
                  <a:lnTo>
                    <a:pt x="7" y="0"/>
                  </a:lnTo>
                  <a:cubicBezTo>
                    <a:pt x="3" y="0"/>
                    <a:pt x="0" y="3"/>
                    <a:pt x="0" y="6"/>
                  </a:cubicBezTo>
                  <a:lnTo>
                    <a:pt x="0" y="98"/>
                  </a:lnTo>
                  <a:cubicBezTo>
                    <a:pt x="0" y="102"/>
                    <a:pt x="3" y="105"/>
                    <a:pt x="7" y="105"/>
                  </a:cubicBezTo>
                  <a:lnTo>
                    <a:pt x="473" y="105"/>
                  </a:lnTo>
                  <a:cubicBezTo>
                    <a:pt x="477" y="105"/>
                    <a:pt x="480" y="102"/>
                    <a:pt x="480" y="98"/>
                  </a:cubicBezTo>
                  <a:lnTo>
                    <a:pt x="480" y="6"/>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Freeform 10">
              <a:extLst>
                <a:ext uri="{FF2B5EF4-FFF2-40B4-BE49-F238E27FC236}">
                  <a16:creationId xmlns:a16="http://schemas.microsoft.com/office/drawing/2014/main" id="{93AD75E9-9DBC-4352-BE73-BA4D8CC97EF5}"/>
                </a:ext>
              </a:extLst>
            </p:cNvPr>
            <p:cNvSpPr>
              <a:spLocks/>
            </p:cNvSpPr>
            <p:nvPr userDrawn="1"/>
          </p:nvSpPr>
          <p:spPr bwMode="auto">
            <a:xfrm>
              <a:off x="6888" y="4045"/>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99 h 106"/>
                <a:gd name="T10" fmla="*/ 7 w 480"/>
                <a:gd name="T11" fmla="*/ 106 h 106"/>
                <a:gd name="T12" fmla="*/ 473 w 480"/>
                <a:gd name="T13" fmla="*/ 106 h 106"/>
                <a:gd name="T14" fmla="*/ 480 w 480"/>
                <a:gd name="T15" fmla="*/ 99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99"/>
                  </a:lnTo>
                  <a:cubicBezTo>
                    <a:pt x="0" y="103"/>
                    <a:pt x="3" y="106"/>
                    <a:pt x="7" y="106"/>
                  </a:cubicBezTo>
                  <a:lnTo>
                    <a:pt x="473" y="106"/>
                  </a:lnTo>
                  <a:cubicBezTo>
                    <a:pt x="477" y="106"/>
                    <a:pt x="480" y="103"/>
                    <a:pt x="480" y="99"/>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 name="Freeform 11">
              <a:extLst>
                <a:ext uri="{FF2B5EF4-FFF2-40B4-BE49-F238E27FC236}">
                  <a16:creationId xmlns:a16="http://schemas.microsoft.com/office/drawing/2014/main" id="{F9683FFC-62CA-4760-BB37-64E8DEE61445}"/>
                </a:ext>
              </a:extLst>
            </p:cNvPr>
            <p:cNvSpPr>
              <a:spLocks/>
            </p:cNvSpPr>
            <p:nvPr userDrawn="1"/>
          </p:nvSpPr>
          <p:spPr bwMode="auto">
            <a:xfrm>
              <a:off x="6888" y="4116"/>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100 h 106"/>
                <a:gd name="T10" fmla="*/ 7 w 480"/>
                <a:gd name="T11" fmla="*/ 106 h 106"/>
                <a:gd name="T12" fmla="*/ 473 w 480"/>
                <a:gd name="T13" fmla="*/ 106 h 106"/>
                <a:gd name="T14" fmla="*/ 480 w 480"/>
                <a:gd name="T15" fmla="*/ 100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100"/>
                  </a:lnTo>
                  <a:cubicBezTo>
                    <a:pt x="0" y="103"/>
                    <a:pt x="3" y="106"/>
                    <a:pt x="7" y="106"/>
                  </a:cubicBezTo>
                  <a:lnTo>
                    <a:pt x="473" y="106"/>
                  </a:lnTo>
                  <a:cubicBezTo>
                    <a:pt x="477" y="106"/>
                    <a:pt x="480" y="103"/>
                    <a:pt x="480" y="100"/>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4" name="Footer Placeholder 3">
            <a:extLst>
              <a:ext uri="{FF2B5EF4-FFF2-40B4-BE49-F238E27FC236}">
                <a16:creationId xmlns:a16="http://schemas.microsoft.com/office/drawing/2014/main" id="{DF238032-A99E-1344-BEAE-3C0CBFCABE13}"/>
              </a:ext>
            </a:extLst>
          </p:cNvPr>
          <p:cNvSpPr>
            <a:spLocks noGrp="1"/>
          </p:cNvSpPr>
          <p:nvPr>
            <p:ph type="ftr" sz="quarter" idx="11"/>
          </p:nvPr>
        </p:nvSpPr>
        <p:spPr/>
        <p:txBody>
          <a:bodyPr/>
          <a:lstStyle/>
          <a:p>
            <a:r>
              <a:rPr lang="en-US" dirty="0"/>
              <a:t>For Internal Use Only. © 2026 AVEVA Group Limited or its subsidiaries. All rights reserved.</a:t>
            </a:r>
            <a:endParaRPr lang="en-GB" dirty="0"/>
          </a:p>
        </p:txBody>
      </p:sp>
      <p:sp>
        <p:nvSpPr>
          <p:cNvPr id="7" name="Slide Number Placeholder 6">
            <a:extLst>
              <a:ext uri="{FF2B5EF4-FFF2-40B4-BE49-F238E27FC236}">
                <a16:creationId xmlns:a16="http://schemas.microsoft.com/office/drawing/2014/main" id="{68684F10-B6AC-9949-B930-AD13E50278ED}"/>
              </a:ext>
            </a:extLst>
          </p:cNvPr>
          <p:cNvSpPr>
            <a:spLocks noGrp="1"/>
          </p:cNvSpPr>
          <p:nvPr>
            <p:ph type="sldNum" sz="quarter" idx="12"/>
          </p:nvPr>
        </p:nvSpPr>
        <p:spPr/>
        <p:txBody>
          <a:bodyPr/>
          <a:lstStyle/>
          <a:p>
            <a:fld id="{267CDB12-45E5-4FD7-AE50-9CB5AFC72BA1}" type="slidenum">
              <a:rPr lang="en-GB" smtClean="0"/>
              <a:pPr/>
              <a:t>‹#›</a:t>
            </a:fld>
            <a:endParaRPr lang="en-GB" dirty="0"/>
          </a:p>
        </p:txBody>
      </p:sp>
      <p:sp>
        <p:nvSpPr>
          <p:cNvPr id="72" name="TextBox 71">
            <a:extLst>
              <a:ext uri="{FF2B5EF4-FFF2-40B4-BE49-F238E27FC236}">
                <a16:creationId xmlns:a16="http://schemas.microsoft.com/office/drawing/2014/main" id="{204C57BA-8BE7-48C1-83EE-B886DF617553}"/>
              </a:ext>
            </a:extLst>
          </p:cNvPr>
          <p:cNvSpPr txBox="1"/>
          <p:nvPr userDrawn="1"/>
        </p:nvSpPr>
        <p:spPr>
          <a:xfrm>
            <a:off x="0" y="-345748"/>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sp>
        <p:nvSpPr>
          <p:cNvPr id="73" name="TextBox 72">
            <a:extLst>
              <a:ext uri="{FF2B5EF4-FFF2-40B4-BE49-F238E27FC236}">
                <a16:creationId xmlns:a16="http://schemas.microsoft.com/office/drawing/2014/main" id="{3C0DF04D-C13C-463F-AA3C-3C5F452395EC}"/>
              </a:ext>
            </a:extLst>
          </p:cNvPr>
          <p:cNvSpPr txBox="1"/>
          <p:nvPr userDrawn="1"/>
        </p:nvSpPr>
        <p:spPr>
          <a:xfrm>
            <a:off x="1008711" y="2725743"/>
            <a:ext cx="4681182" cy="720000"/>
          </a:xfrm>
          <a:prstGeom prst="rect">
            <a:avLst/>
          </a:prstGeom>
          <a:noFill/>
        </p:spPr>
        <p:txBody>
          <a:bodyPr wrap="square" lIns="0" tIns="0" rIns="0" bIns="0" rtlCol="0">
            <a:noAutofit/>
          </a:bodyPr>
          <a:lstStyle/>
          <a:p>
            <a:pPr>
              <a:lnSpc>
                <a:spcPct val="150000"/>
              </a:lnSpc>
            </a:pPr>
            <a:r>
              <a:rPr lang="en-GB" sz="1800" b="0" dirty="0">
                <a:solidFill>
                  <a:schemeClr val="tx2"/>
                </a:solidFill>
                <a:latin typeface="+mn-lt"/>
                <a:cs typeface="Calibri" panose="020F0502020204030204" pitchFamily="34" charset="0"/>
              </a:rPr>
              <a:t>linkedin.com/company/</a:t>
            </a:r>
            <a:r>
              <a:rPr lang="en-GB" sz="1800" b="0" dirty="0" err="1">
                <a:solidFill>
                  <a:schemeClr val="tx2"/>
                </a:solidFill>
                <a:latin typeface="+mn-lt"/>
                <a:cs typeface="Calibri" panose="020F0502020204030204" pitchFamily="34" charset="0"/>
              </a:rPr>
              <a:t>aveva</a:t>
            </a:r>
            <a:r>
              <a:rPr lang="en-GB" sz="1800" b="0" dirty="0">
                <a:solidFill>
                  <a:schemeClr val="tx2"/>
                </a:solidFill>
                <a:latin typeface="+mn-lt"/>
                <a:cs typeface="Calibri" panose="020F0502020204030204" pitchFamily="34" charset="0"/>
              </a:rPr>
              <a:t> </a:t>
            </a:r>
          </a:p>
          <a:p>
            <a:pPr>
              <a:lnSpc>
                <a:spcPct val="150000"/>
              </a:lnSpc>
            </a:pPr>
            <a:r>
              <a:rPr lang="en-GB" sz="1800" b="0" noProof="1">
                <a:solidFill>
                  <a:schemeClr val="tx2"/>
                </a:solidFill>
                <a:latin typeface="+mn-lt"/>
                <a:cs typeface="Calibri" panose="020F0502020204030204" pitchFamily="34" charset="0"/>
              </a:rPr>
              <a:t>@avevagroup</a:t>
            </a:r>
            <a:r>
              <a:rPr lang="en-GB" sz="1800" b="0" dirty="0">
                <a:solidFill>
                  <a:schemeClr val="tx2"/>
                </a:solidFill>
                <a:latin typeface="+mn-lt"/>
                <a:cs typeface="Calibri" panose="020F0502020204030204" pitchFamily="34" charset="0"/>
              </a:rPr>
              <a:t> </a:t>
            </a:r>
          </a:p>
        </p:txBody>
      </p:sp>
      <p:sp>
        <p:nvSpPr>
          <p:cNvPr id="75" name="Freeform 5">
            <a:extLst>
              <a:ext uri="{FF2B5EF4-FFF2-40B4-BE49-F238E27FC236}">
                <a16:creationId xmlns:a16="http://schemas.microsoft.com/office/drawing/2014/main" id="{E899E916-B706-4A4F-A3DA-FB6BEA94FA39}"/>
              </a:ext>
            </a:extLst>
          </p:cNvPr>
          <p:cNvSpPr>
            <a:spLocks noChangeAspect="1" noEditPoints="1"/>
          </p:cNvSpPr>
          <p:nvPr userDrawn="1"/>
        </p:nvSpPr>
        <p:spPr bwMode="auto">
          <a:xfrm>
            <a:off x="609600" y="2791479"/>
            <a:ext cx="301752" cy="301752"/>
          </a:xfrm>
          <a:custGeom>
            <a:avLst/>
            <a:gdLst>
              <a:gd name="T0" fmla="*/ 42 w 84"/>
              <a:gd name="T1" fmla="*/ 0 h 84"/>
              <a:gd name="T2" fmla="*/ 0 w 84"/>
              <a:gd name="T3" fmla="*/ 42 h 84"/>
              <a:gd name="T4" fmla="*/ 42 w 84"/>
              <a:gd name="T5" fmla="*/ 84 h 84"/>
              <a:gd name="T6" fmla="*/ 84 w 84"/>
              <a:gd name="T7" fmla="*/ 42 h 84"/>
              <a:gd name="T8" fmla="*/ 42 w 84"/>
              <a:gd name="T9" fmla="*/ 0 h 84"/>
              <a:gd name="T10" fmla="*/ 32 w 84"/>
              <a:gd name="T11" fmla="*/ 61 h 84"/>
              <a:gd name="T12" fmla="*/ 23 w 84"/>
              <a:gd name="T13" fmla="*/ 61 h 84"/>
              <a:gd name="T14" fmla="*/ 23 w 84"/>
              <a:gd name="T15" fmla="*/ 33 h 84"/>
              <a:gd name="T16" fmla="*/ 32 w 84"/>
              <a:gd name="T17" fmla="*/ 33 h 84"/>
              <a:gd name="T18" fmla="*/ 32 w 84"/>
              <a:gd name="T19" fmla="*/ 61 h 84"/>
              <a:gd name="T20" fmla="*/ 27 w 84"/>
              <a:gd name="T21" fmla="*/ 30 h 84"/>
              <a:gd name="T22" fmla="*/ 27 w 84"/>
              <a:gd name="T23" fmla="*/ 30 h 84"/>
              <a:gd name="T24" fmla="*/ 22 w 84"/>
              <a:gd name="T25" fmla="*/ 25 h 84"/>
              <a:gd name="T26" fmla="*/ 27 w 84"/>
              <a:gd name="T27" fmla="*/ 20 h 84"/>
              <a:gd name="T28" fmla="*/ 33 w 84"/>
              <a:gd name="T29" fmla="*/ 25 h 84"/>
              <a:gd name="T30" fmla="*/ 27 w 84"/>
              <a:gd name="T31" fmla="*/ 30 h 84"/>
              <a:gd name="T32" fmla="*/ 65 w 84"/>
              <a:gd name="T33" fmla="*/ 61 h 84"/>
              <a:gd name="T34" fmla="*/ 56 w 84"/>
              <a:gd name="T35" fmla="*/ 61 h 84"/>
              <a:gd name="T36" fmla="*/ 56 w 84"/>
              <a:gd name="T37" fmla="*/ 46 h 84"/>
              <a:gd name="T38" fmla="*/ 51 w 84"/>
              <a:gd name="T39" fmla="*/ 40 h 84"/>
              <a:gd name="T40" fmla="*/ 47 w 84"/>
              <a:gd name="T41" fmla="*/ 43 h 84"/>
              <a:gd name="T42" fmla="*/ 46 w 84"/>
              <a:gd name="T43" fmla="*/ 46 h 84"/>
              <a:gd name="T44" fmla="*/ 46 w 84"/>
              <a:gd name="T45" fmla="*/ 61 h 84"/>
              <a:gd name="T46" fmla="*/ 37 w 84"/>
              <a:gd name="T47" fmla="*/ 61 h 84"/>
              <a:gd name="T48" fmla="*/ 37 w 84"/>
              <a:gd name="T49" fmla="*/ 33 h 84"/>
              <a:gd name="T50" fmla="*/ 46 w 84"/>
              <a:gd name="T51" fmla="*/ 33 h 84"/>
              <a:gd name="T52" fmla="*/ 46 w 84"/>
              <a:gd name="T53" fmla="*/ 37 h 84"/>
              <a:gd name="T54" fmla="*/ 55 w 84"/>
              <a:gd name="T55" fmla="*/ 33 h 84"/>
              <a:gd name="T56" fmla="*/ 65 w 84"/>
              <a:gd name="T57" fmla="*/ 45 h 84"/>
              <a:gd name="T58" fmla="*/ 65 w 84"/>
              <a:gd name="T59" fmla="*/ 61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4" h="84">
                <a:moveTo>
                  <a:pt x="42" y="0"/>
                </a:moveTo>
                <a:cubicBezTo>
                  <a:pt x="19" y="0"/>
                  <a:pt x="0" y="19"/>
                  <a:pt x="0" y="42"/>
                </a:cubicBezTo>
                <a:cubicBezTo>
                  <a:pt x="0" y="65"/>
                  <a:pt x="19" y="84"/>
                  <a:pt x="42" y="84"/>
                </a:cubicBezTo>
                <a:cubicBezTo>
                  <a:pt x="65" y="84"/>
                  <a:pt x="84" y="65"/>
                  <a:pt x="84" y="42"/>
                </a:cubicBezTo>
                <a:cubicBezTo>
                  <a:pt x="84" y="19"/>
                  <a:pt x="65" y="0"/>
                  <a:pt x="42" y="0"/>
                </a:cubicBezTo>
                <a:close/>
                <a:moveTo>
                  <a:pt x="32" y="61"/>
                </a:moveTo>
                <a:cubicBezTo>
                  <a:pt x="23" y="61"/>
                  <a:pt x="23" y="61"/>
                  <a:pt x="23" y="61"/>
                </a:cubicBezTo>
                <a:cubicBezTo>
                  <a:pt x="23" y="33"/>
                  <a:pt x="23" y="33"/>
                  <a:pt x="23" y="33"/>
                </a:cubicBezTo>
                <a:cubicBezTo>
                  <a:pt x="32" y="33"/>
                  <a:pt x="32" y="33"/>
                  <a:pt x="32" y="33"/>
                </a:cubicBezTo>
                <a:lnTo>
                  <a:pt x="32" y="61"/>
                </a:lnTo>
                <a:close/>
                <a:moveTo>
                  <a:pt x="27" y="30"/>
                </a:moveTo>
                <a:cubicBezTo>
                  <a:pt x="27" y="30"/>
                  <a:pt x="27" y="30"/>
                  <a:pt x="27" y="30"/>
                </a:cubicBezTo>
                <a:cubicBezTo>
                  <a:pt x="24" y="30"/>
                  <a:pt x="22" y="27"/>
                  <a:pt x="22" y="25"/>
                </a:cubicBezTo>
                <a:cubicBezTo>
                  <a:pt x="22" y="22"/>
                  <a:pt x="24" y="20"/>
                  <a:pt x="27" y="20"/>
                </a:cubicBezTo>
                <a:cubicBezTo>
                  <a:pt x="31" y="20"/>
                  <a:pt x="32" y="22"/>
                  <a:pt x="33" y="25"/>
                </a:cubicBezTo>
                <a:cubicBezTo>
                  <a:pt x="33" y="27"/>
                  <a:pt x="31" y="30"/>
                  <a:pt x="27" y="30"/>
                </a:cubicBezTo>
                <a:close/>
                <a:moveTo>
                  <a:pt x="65" y="61"/>
                </a:moveTo>
                <a:cubicBezTo>
                  <a:pt x="56" y="61"/>
                  <a:pt x="56" y="61"/>
                  <a:pt x="56" y="61"/>
                </a:cubicBezTo>
                <a:cubicBezTo>
                  <a:pt x="56" y="46"/>
                  <a:pt x="56" y="46"/>
                  <a:pt x="56" y="46"/>
                </a:cubicBezTo>
                <a:cubicBezTo>
                  <a:pt x="56" y="43"/>
                  <a:pt x="55" y="40"/>
                  <a:pt x="51" y="40"/>
                </a:cubicBezTo>
                <a:cubicBezTo>
                  <a:pt x="49" y="40"/>
                  <a:pt x="47" y="42"/>
                  <a:pt x="47" y="43"/>
                </a:cubicBezTo>
                <a:cubicBezTo>
                  <a:pt x="46" y="44"/>
                  <a:pt x="46" y="45"/>
                  <a:pt x="46" y="46"/>
                </a:cubicBezTo>
                <a:cubicBezTo>
                  <a:pt x="46" y="61"/>
                  <a:pt x="46" y="61"/>
                  <a:pt x="46" y="61"/>
                </a:cubicBezTo>
                <a:cubicBezTo>
                  <a:pt x="37" y="61"/>
                  <a:pt x="37" y="61"/>
                  <a:pt x="37" y="61"/>
                </a:cubicBezTo>
                <a:cubicBezTo>
                  <a:pt x="37" y="61"/>
                  <a:pt x="37" y="36"/>
                  <a:pt x="37" y="33"/>
                </a:cubicBezTo>
                <a:cubicBezTo>
                  <a:pt x="46" y="33"/>
                  <a:pt x="46" y="33"/>
                  <a:pt x="46" y="33"/>
                </a:cubicBezTo>
                <a:cubicBezTo>
                  <a:pt x="46" y="37"/>
                  <a:pt x="46" y="37"/>
                  <a:pt x="46" y="37"/>
                </a:cubicBezTo>
                <a:cubicBezTo>
                  <a:pt x="48" y="35"/>
                  <a:pt x="50" y="33"/>
                  <a:pt x="55" y="33"/>
                </a:cubicBezTo>
                <a:cubicBezTo>
                  <a:pt x="61" y="33"/>
                  <a:pt x="65" y="37"/>
                  <a:pt x="65" y="45"/>
                </a:cubicBezTo>
                <a:lnTo>
                  <a:pt x="65" y="61"/>
                </a:lnTo>
                <a:close/>
              </a:path>
            </a:pathLst>
          </a:custGeom>
          <a:solidFill>
            <a:schemeClr val="tx2"/>
          </a:solidFill>
          <a:ln>
            <a:noFill/>
          </a:ln>
        </p:spPr>
        <p:txBody>
          <a:bodyPr vert="horz" wrap="square" lIns="91440" tIns="45720" rIns="91440" bIns="45720" numCol="1" anchor="t" anchorCtr="0" compatLnSpc="1">
            <a:prstTxWarp prst="textNoShape">
              <a:avLst/>
            </a:prstTxWarp>
          </a:bodyPr>
          <a:lstStyle/>
          <a:p>
            <a:endParaRPr lang="en-US"/>
          </a:p>
        </p:txBody>
      </p:sp>
      <p:sp>
        <p:nvSpPr>
          <p:cNvPr id="76" name="Freeform 6">
            <a:extLst>
              <a:ext uri="{FF2B5EF4-FFF2-40B4-BE49-F238E27FC236}">
                <a16:creationId xmlns:a16="http://schemas.microsoft.com/office/drawing/2014/main" id="{7562E154-11E8-4A95-88DA-555C550432A5}"/>
              </a:ext>
            </a:extLst>
          </p:cNvPr>
          <p:cNvSpPr>
            <a:spLocks noChangeAspect="1" noEditPoints="1"/>
          </p:cNvSpPr>
          <p:nvPr userDrawn="1"/>
        </p:nvSpPr>
        <p:spPr bwMode="auto">
          <a:xfrm>
            <a:off x="609600" y="3228624"/>
            <a:ext cx="301752" cy="301752"/>
          </a:xfrm>
          <a:custGeom>
            <a:avLst/>
            <a:gdLst>
              <a:gd name="T0" fmla="*/ 42 w 84"/>
              <a:gd name="T1" fmla="*/ 0 h 83"/>
              <a:gd name="T2" fmla="*/ 0 w 84"/>
              <a:gd name="T3" fmla="*/ 42 h 83"/>
              <a:gd name="T4" fmla="*/ 42 w 84"/>
              <a:gd name="T5" fmla="*/ 83 h 83"/>
              <a:gd name="T6" fmla="*/ 84 w 84"/>
              <a:gd name="T7" fmla="*/ 42 h 83"/>
              <a:gd name="T8" fmla="*/ 42 w 84"/>
              <a:gd name="T9" fmla="*/ 0 h 83"/>
              <a:gd name="T10" fmla="*/ 61 w 84"/>
              <a:gd name="T11" fmla="*/ 35 h 83"/>
              <a:gd name="T12" fmla="*/ 61 w 84"/>
              <a:gd name="T13" fmla="*/ 36 h 83"/>
              <a:gd name="T14" fmla="*/ 36 w 84"/>
              <a:gd name="T15" fmla="*/ 61 h 83"/>
              <a:gd name="T16" fmla="*/ 22 w 84"/>
              <a:gd name="T17" fmla="*/ 57 h 83"/>
              <a:gd name="T18" fmla="*/ 24 w 84"/>
              <a:gd name="T19" fmla="*/ 57 h 83"/>
              <a:gd name="T20" fmla="*/ 35 w 84"/>
              <a:gd name="T21" fmla="*/ 53 h 83"/>
              <a:gd name="T22" fmla="*/ 27 w 84"/>
              <a:gd name="T23" fmla="*/ 47 h 83"/>
              <a:gd name="T24" fmla="*/ 29 w 84"/>
              <a:gd name="T25" fmla="*/ 47 h 83"/>
              <a:gd name="T26" fmla="*/ 31 w 84"/>
              <a:gd name="T27" fmla="*/ 47 h 83"/>
              <a:gd name="T28" fmla="*/ 24 w 84"/>
              <a:gd name="T29" fmla="*/ 38 h 83"/>
              <a:gd name="T30" fmla="*/ 24 w 84"/>
              <a:gd name="T31" fmla="*/ 38 h 83"/>
              <a:gd name="T32" fmla="*/ 28 w 84"/>
              <a:gd name="T33" fmla="*/ 39 h 83"/>
              <a:gd name="T34" fmla="*/ 24 w 84"/>
              <a:gd name="T35" fmla="*/ 32 h 83"/>
              <a:gd name="T36" fmla="*/ 25 w 84"/>
              <a:gd name="T37" fmla="*/ 27 h 83"/>
              <a:gd name="T38" fmla="*/ 44 w 84"/>
              <a:gd name="T39" fmla="*/ 37 h 83"/>
              <a:gd name="T40" fmla="*/ 43 w 84"/>
              <a:gd name="T41" fmla="*/ 35 h 83"/>
              <a:gd name="T42" fmla="*/ 52 w 84"/>
              <a:gd name="T43" fmla="*/ 26 h 83"/>
              <a:gd name="T44" fmla="*/ 59 w 84"/>
              <a:gd name="T45" fmla="*/ 29 h 83"/>
              <a:gd name="T46" fmla="*/ 64 w 84"/>
              <a:gd name="T47" fmla="*/ 26 h 83"/>
              <a:gd name="T48" fmla="*/ 61 w 84"/>
              <a:gd name="T49" fmla="*/ 31 h 83"/>
              <a:gd name="T50" fmla="*/ 66 w 84"/>
              <a:gd name="T51" fmla="*/ 30 h 83"/>
              <a:gd name="T52" fmla="*/ 61 w 84"/>
              <a:gd name="T53" fmla="*/ 35 h 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4" h="83">
                <a:moveTo>
                  <a:pt x="42" y="0"/>
                </a:moveTo>
                <a:cubicBezTo>
                  <a:pt x="19" y="0"/>
                  <a:pt x="0" y="18"/>
                  <a:pt x="0" y="42"/>
                </a:cubicBezTo>
                <a:cubicBezTo>
                  <a:pt x="0" y="65"/>
                  <a:pt x="19" y="83"/>
                  <a:pt x="42" y="83"/>
                </a:cubicBezTo>
                <a:cubicBezTo>
                  <a:pt x="65" y="83"/>
                  <a:pt x="84" y="65"/>
                  <a:pt x="84" y="42"/>
                </a:cubicBezTo>
                <a:cubicBezTo>
                  <a:pt x="84" y="18"/>
                  <a:pt x="65" y="0"/>
                  <a:pt x="42" y="0"/>
                </a:cubicBezTo>
                <a:close/>
                <a:moveTo>
                  <a:pt x="61" y="35"/>
                </a:moveTo>
                <a:cubicBezTo>
                  <a:pt x="61" y="35"/>
                  <a:pt x="61" y="35"/>
                  <a:pt x="61" y="36"/>
                </a:cubicBezTo>
                <a:cubicBezTo>
                  <a:pt x="61" y="47"/>
                  <a:pt x="52" y="61"/>
                  <a:pt x="36" y="61"/>
                </a:cubicBezTo>
                <a:cubicBezTo>
                  <a:pt x="31" y="61"/>
                  <a:pt x="26" y="60"/>
                  <a:pt x="22" y="57"/>
                </a:cubicBezTo>
                <a:cubicBezTo>
                  <a:pt x="23" y="57"/>
                  <a:pt x="24" y="57"/>
                  <a:pt x="24" y="57"/>
                </a:cubicBezTo>
                <a:cubicBezTo>
                  <a:pt x="29" y="57"/>
                  <a:pt x="32" y="56"/>
                  <a:pt x="35" y="53"/>
                </a:cubicBezTo>
                <a:cubicBezTo>
                  <a:pt x="32" y="53"/>
                  <a:pt x="28" y="51"/>
                  <a:pt x="27" y="47"/>
                </a:cubicBezTo>
                <a:cubicBezTo>
                  <a:pt x="28" y="47"/>
                  <a:pt x="28" y="47"/>
                  <a:pt x="29" y="47"/>
                </a:cubicBezTo>
                <a:cubicBezTo>
                  <a:pt x="30" y="47"/>
                  <a:pt x="30" y="47"/>
                  <a:pt x="31" y="47"/>
                </a:cubicBezTo>
                <a:cubicBezTo>
                  <a:pt x="27" y="46"/>
                  <a:pt x="24" y="43"/>
                  <a:pt x="24" y="38"/>
                </a:cubicBezTo>
                <a:cubicBezTo>
                  <a:pt x="24" y="38"/>
                  <a:pt x="24" y="38"/>
                  <a:pt x="24" y="38"/>
                </a:cubicBezTo>
                <a:cubicBezTo>
                  <a:pt x="25" y="39"/>
                  <a:pt x="27" y="39"/>
                  <a:pt x="28" y="39"/>
                </a:cubicBezTo>
                <a:cubicBezTo>
                  <a:pt x="26" y="38"/>
                  <a:pt x="24" y="35"/>
                  <a:pt x="24" y="32"/>
                </a:cubicBezTo>
                <a:cubicBezTo>
                  <a:pt x="24" y="30"/>
                  <a:pt x="25" y="29"/>
                  <a:pt x="25" y="27"/>
                </a:cubicBezTo>
                <a:cubicBezTo>
                  <a:pt x="30" y="33"/>
                  <a:pt x="36" y="36"/>
                  <a:pt x="44" y="37"/>
                </a:cubicBezTo>
                <a:cubicBezTo>
                  <a:pt x="43" y="36"/>
                  <a:pt x="43" y="35"/>
                  <a:pt x="43" y="35"/>
                </a:cubicBezTo>
                <a:cubicBezTo>
                  <a:pt x="43" y="30"/>
                  <a:pt x="47" y="26"/>
                  <a:pt x="52" y="26"/>
                </a:cubicBezTo>
                <a:cubicBezTo>
                  <a:pt x="55" y="26"/>
                  <a:pt x="57" y="27"/>
                  <a:pt x="59" y="29"/>
                </a:cubicBezTo>
                <a:cubicBezTo>
                  <a:pt x="61" y="28"/>
                  <a:pt x="63" y="28"/>
                  <a:pt x="64" y="26"/>
                </a:cubicBezTo>
                <a:cubicBezTo>
                  <a:pt x="64" y="29"/>
                  <a:pt x="62" y="30"/>
                  <a:pt x="61" y="31"/>
                </a:cubicBezTo>
                <a:cubicBezTo>
                  <a:pt x="62" y="31"/>
                  <a:pt x="64" y="31"/>
                  <a:pt x="66" y="30"/>
                </a:cubicBezTo>
                <a:cubicBezTo>
                  <a:pt x="64" y="32"/>
                  <a:pt x="63" y="33"/>
                  <a:pt x="61" y="35"/>
                </a:cubicBezTo>
                <a:close/>
              </a:path>
            </a:pathLst>
          </a:custGeom>
          <a:solidFill>
            <a:schemeClr val="tx2"/>
          </a:solidFill>
          <a:ln>
            <a:noFill/>
          </a:ln>
        </p:spPr>
        <p:txBody>
          <a:bodyPr vert="horz" wrap="square" lIns="91440" tIns="45720" rIns="91440" bIns="45720" numCol="1" anchor="t" anchorCtr="0" compatLnSpc="1">
            <a:prstTxWarp prst="textNoShape">
              <a:avLst/>
            </a:prstTxWarp>
          </a:bodyPr>
          <a:lstStyle/>
          <a:p>
            <a:endParaRPr lang="en-US"/>
          </a:p>
        </p:txBody>
      </p:sp>
      <p:sp>
        <p:nvSpPr>
          <p:cNvPr id="3" name="TextBox 2">
            <a:extLst>
              <a:ext uri="{FF2B5EF4-FFF2-40B4-BE49-F238E27FC236}">
                <a16:creationId xmlns:a16="http://schemas.microsoft.com/office/drawing/2014/main" id="{4CD52F43-E6DA-794E-B089-D7FFF138BD49}"/>
              </a:ext>
            </a:extLst>
          </p:cNvPr>
          <p:cNvSpPr txBox="1"/>
          <p:nvPr userDrawn="1"/>
        </p:nvSpPr>
        <p:spPr>
          <a:xfrm>
            <a:off x="609599" y="4142232"/>
            <a:ext cx="6593768" cy="1915668"/>
          </a:xfrm>
          <a:prstGeom prst="rect">
            <a:avLst/>
          </a:prstGeom>
          <a:noFill/>
        </p:spPr>
        <p:txBody>
          <a:bodyPr wrap="square" lIns="0" tIns="0" rIns="0" bIns="0" rtlCol="0" anchor="b">
            <a:noAutofit/>
          </a:bodyPr>
          <a:lstStyle/>
          <a:p>
            <a:pPr>
              <a:lnSpc>
                <a:spcPts val="1200"/>
              </a:lnSpc>
              <a:spcAft>
                <a:spcPts val="600"/>
              </a:spcAft>
            </a:pPr>
            <a:r>
              <a:rPr lang="en-GB" sz="1000" b="0" cap="all" spc="20" baseline="0" dirty="0">
                <a:solidFill>
                  <a:schemeClr val="tx2"/>
                </a:solidFill>
                <a:latin typeface="+mn-lt"/>
                <a:cs typeface="Calibri" panose="020F0502020204030204" pitchFamily="34" charset="0"/>
              </a:rPr>
              <a:t>About AVEVA </a:t>
            </a:r>
          </a:p>
          <a:p>
            <a:pPr>
              <a:lnSpc>
                <a:spcPts val="1200"/>
              </a:lnSpc>
              <a:spcAft>
                <a:spcPts val="600"/>
              </a:spcAft>
            </a:pPr>
            <a:r>
              <a:rPr lang="en-US" sz="1000" spc="20" dirty="0">
                <a:solidFill>
                  <a:schemeClr val="tx2"/>
                </a:solidFill>
                <a:latin typeface="+mn-lt"/>
                <a:cs typeface="Calibri" panose="020F0502020204030204" pitchFamily="34" charset="0"/>
              </a:rPr>
              <a:t>AVEVA is a world leader in industrial software, providing engineering and operational solutions across multiple industries, including oil and gas, chemical, pharmaceutical, power and utilities, marine, renewables, and food and beverage. Our agnostic and open architecture helps organizations design, build, operate, maintain and optimize the complete lifecycle of complex industrial assets, from production plants and offshore platforms to manufactured consumer goods.</a:t>
            </a:r>
          </a:p>
          <a:p>
            <a:pPr>
              <a:lnSpc>
                <a:spcPts val="1200"/>
              </a:lnSpc>
              <a:spcAft>
                <a:spcPts val="600"/>
              </a:spcAft>
            </a:pPr>
            <a:r>
              <a:rPr lang="en-US" sz="1000" spc="20" dirty="0">
                <a:solidFill>
                  <a:schemeClr val="tx2"/>
                </a:solidFill>
                <a:latin typeface="+mn-lt"/>
                <a:cs typeface="Calibri" panose="020F0502020204030204" pitchFamily="34" charset="0"/>
              </a:rPr>
              <a:t>Over 20,000 enterprises in over 100 countries rely on AVEVA to help them deliver life’s essentials: safe and reliable energy, food, medicines, infrastructure and more. By connecting people with trusted information and AI-enriched insights, AVEVA enables teams to engineer efficiently and optimize operations, driving growth and sustainability.</a:t>
            </a:r>
          </a:p>
          <a:p>
            <a:pPr>
              <a:lnSpc>
                <a:spcPts val="1200"/>
              </a:lnSpc>
              <a:spcAft>
                <a:spcPts val="600"/>
              </a:spcAft>
            </a:pPr>
            <a:r>
              <a:rPr lang="en-US" sz="1000" spc="20" dirty="0">
                <a:solidFill>
                  <a:schemeClr val="tx2"/>
                </a:solidFill>
                <a:latin typeface="+mn-lt"/>
                <a:cs typeface="Calibri" panose="020F0502020204030204" pitchFamily="34" charset="0"/>
              </a:rPr>
              <a:t>Named as one of the world’s most innovative companies, AVEVA supports customers with open solutions and the expertise of more than 6,400 employees, 5,000 partners and 5,700 certified developers. The company is headquartered in Cambridge, UK.</a:t>
            </a:r>
          </a:p>
          <a:p>
            <a:pPr>
              <a:lnSpc>
                <a:spcPts val="1200"/>
              </a:lnSpc>
              <a:spcAft>
                <a:spcPts val="600"/>
              </a:spcAft>
            </a:pPr>
            <a:r>
              <a:rPr lang="en-US" sz="1000" spc="20" dirty="0">
                <a:solidFill>
                  <a:schemeClr val="tx2"/>
                </a:solidFill>
                <a:latin typeface="+mn-lt"/>
                <a:cs typeface="Calibri" panose="020F0502020204030204" pitchFamily="34" charset="0"/>
              </a:rPr>
              <a:t>Learn more at </a:t>
            </a:r>
            <a:r>
              <a:rPr lang="en-US" sz="1000" kern="1200" spc="20" dirty="0">
                <a:solidFill>
                  <a:srgbClr val="4D69E0"/>
                </a:solidFill>
                <a:latin typeface="+mn-lt"/>
                <a:ea typeface="+mn-ea"/>
                <a:cs typeface="Calibri" panose="020F0502020204030204" pitchFamily="34" charset="0"/>
                <a:hlinkClick r:id="rId3">
                  <a:extLst>
                    <a:ext uri="{A12FA001-AC4F-418D-AE19-62706E023703}">
                      <ahyp:hlinkClr xmlns:ahyp="http://schemas.microsoft.com/office/drawing/2018/hyperlinkcolor" val="tx"/>
                    </a:ext>
                  </a:extLst>
                </a:hlinkClick>
              </a:rPr>
              <a:t>www.aveva.com</a:t>
            </a:r>
            <a:r>
              <a:rPr lang="en-US" sz="1000" kern="1200" spc="20" dirty="0">
                <a:solidFill>
                  <a:srgbClr val="4D69E0"/>
                </a:solidFill>
                <a:latin typeface="+mn-lt"/>
                <a:ea typeface="+mn-ea"/>
                <a:cs typeface="Calibri" panose="020F0502020204030204" pitchFamily="34" charset="0"/>
              </a:rPr>
              <a:t> </a:t>
            </a:r>
            <a:endParaRPr lang="en-GB" sz="1000" kern="1200" spc="20" dirty="0">
              <a:solidFill>
                <a:srgbClr val="4D69E0"/>
              </a:solidFill>
              <a:latin typeface="+mn-lt"/>
              <a:ea typeface="+mn-ea"/>
              <a:cs typeface="Calibri" panose="020F0502020204030204" pitchFamily="34" charset="0"/>
            </a:endParaRPr>
          </a:p>
        </p:txBody>
      </p:sp>
      <p:grpSp>
        <p:nvGrpSpPr>
          <p:cNvPr id="2" name="Group 1">
            <a:extLst>
              <a:ext uri="{FF2B5EF4-FFF2-40B4-BE49-F238E27FC236}">
                <a16:creationId xmlns:a16="http://schemas.microsoft.com/office/drawing/2014/main" id="{77FA8E22-3FAC-A545-2EF1-E2650DC4BC6C}"/>
              </a:ext>
            </a:extLst>
          </p:cNvPr>
          <p:cNvGrpSpPr/>
          <p:nvPr userDrawn="1"/>
        </p:nvGrpSpPr>
        <p:grpSpPr>
          <a:xfrm>
            <a:off x="12485568" y="112729"/>
            <a:ext cx="2936672" cy="5883149"/>
            <a:chOff x="12485568" y="112729"/>
            <a:chExt cx="2936672" cy="5883149"/>
          </a:xfrm>
        </p:grpSpPr>
        <p:sp>
          <p:nvSpPr>
            <p:cNvPr id="5" name="Oval 4">
              <a:extLst>
                <a:ext uri="{FF2B5EF4-FFF2-40B4-BE49-F238E27FC236}">
                  <a16:creationId xmlns:a16="http://schemas.microsoft.com/office/drawing/2014/main" id="{2F8BAFAC-7D51-83BE-5C0C-A74D5BF8E27C}"/>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6" name="Oval 5">
              <a:extLst>
                <a:ext uri="{FF2B5EF4-FFF2-40B4-BE49-F238E27FC236}">
                  <a16:creationId xmlns:a16="http://schemas.microsoft.com/office/drawing/2014/main" id="{522558A4-3F68-00F1-8C4E-21B2F75F0703}"/>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8" name="Oval 7">
              <a:extLst>
                <a:ext uri="{FF2B5EF4-FFF2-40B4-BE49-F238E27FC236}">
                  <a16:creationId xmlns:a16="http://schemas.microsoft.com/office/drawing/2014/main" id="{4FBD663D-2F5E-ED5C-FE36-EB205237F496}"/>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9" name="Rectangle 8">
              <a:extLst>
                <a:ext uri="{FF2B5EF4-FFF2-40B4-BE49-F238E27FC236}">
                  <a16:creationId xmlns:a16="http://schemas.microsoft.com/office/drawing/2014/main" id="{F12FDAA0-CEAB-8A0F-495E-D262949CDBCE}"/>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10" name="Oval 9">
              <a:extLst>
                <a:ext uri="{FF2B5EF4-FFF2-40B4-BE49-F238E27FC236}">
                  <a16:creationId xmlns:a16="http://schemas.microsoft.com/office/drawing/2014/main" id="{2E7F8717-E28A-1175-35E9-F6BA841D6853}"/>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1" name="Oval 10">
              <a:extLst>
                <a:ext uri="{FF2B5EF4-FFF2-40B4-BE49-F238E27FC236}">
                  <a16:creationId xmlns:a16="http://schemas.microsoft.com/office/drawing/2014/main" id="{B5D0493D-24C3-AC3C-422C-887719FD82BC}"/>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0" name="Oval 19">
              <a:extLst>
                <a:ext uri="{FF2B5EF4-FFF2-40B4-BE49-F238E27FC236}">
                  <a16:creationId xmlns:a16="http://schemas.microsoft.com/office/drawing/2014/main" id="{ADD88069-8AAA-D251-DABC-427631749A35}"/>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1" name="Oval 20">
              <a:extLst>
                <a:ext uri="{FF2B5EF4-FFF2-40B4-BE49-F238E27FC236}">
                  <a16:creationId xmlns:a16="http://schemas.microsoft.com/office/drawing/2014/main" id="{9B2EDC90-7FCB-94EF-C6EE-69D744CAFB27}"/>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22" name="Group 21">
              <a:extLst>
                <a:ext uri="{FF2B5EF4-FFF2-40B4-BE49-F238E27FC236}">
                  <a16:creationId xmlns:a16="http://schemas.microsoft.com/office/drawing/2014/main" id="{6F895E0D-5FE0-67FE-9CDB-BC4185CD47CA}"/>
                </a:ext>
              </a:extLst>
            </p:cNvPr>
            <p:cNvGrpSpPr/>
            <p:nvPr userDrawn="1"/>
          </p:nvGrpSpPr>
          <p:grpSpPr>
            <a:xfrm>
              <a:off x="12500773" y="3802778"/>
              <a:ext cx="971741" cy="1940780"/>
              <a:chOff x="12431200" y="2678506"/>
              <a:chExt cx="971741" cy="1940780"/>
            </a:xfrm>
          </p:grpSpPr>
          <p:sp>
            <p:nvSpPr>
              <p:cNvPr id="26" name="Rectangle 25">
                <a:extLst>
                  <a:ext uri="{FF2B5EF4-FFF2-40B4-BE49-F238E27FC236}">
                    <a16:creationId xmlns:a16="http://schemas.microsoft.com/office/drawing/2014/main" id="{27250046-E6F3-6B4C-7223-CA0DCBE00FE0}"/>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27" name="Oval 26">
                <a:extLst>
                  <a:ext uri="{FF2B5EF4-FFF2-40B4-BE49-F238E27FC236}">
                    <a16:creationId xmlns:a16="http://schemas.microsoft.com/office/drawing/2014/main" id="{77453457-9CE3-0F13-2CC6-630FA1AE15E1}"/>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8" name="Oval 27">
                <a:extLst>
                  <a:ext uri="{FF2B5EF4-FFF2-40B4-BE49-F238E27FC236}">
                    <a16:creationId xmlns:a16="http://schemas.microsoft.com/office/drawing/2014/main" id="{D6E46883-DD41-3B1C-1DBC-930545545FFF}"/>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9" name="Oval 28">
                <a:extLst>
                  <a:ext uri="{FF2B5EF4-FFF2-40B4-BE49-F238E27FC236}">
                    <a16:creationId xmlns:a16="http://schemas.microsoft.com/office/drawing/2014/main" id="{E8BF2421-4700-2BF1-F14B-50A1ACC405F9}"/>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0" name="Oval 29">
                <a:extLst>
                  <a:ext uri="{FF2B5EF4-FFF2-40B4-BE49-F238E27FC236}">
                    <a16:creationId xmlns:a16="http://schemas.microsoft.com/office/drawing/2014/main" id="{13478002-2D39-14BB-AF19-AC03D8B9B033}"/>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1" name="Oval 30">
                <a:extLst>
                  <a:ext uri="{FF2B5EF4-FFF2-40B4-BE49-F238E27FC236}">
                    <a16:creationId xmlns:a16="http://schemas.microsoft.com/office/drawing/2014/main" id="{D2C35E63-9A39-F090-CA42-A762E0094736}"/>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2" name="Oval 31">
                <a:extLst>
                  <a:ext uri="{FF2B5EF4-FFF2-40B4-BE49-F238E27FC236}">
                    <a16:creationId xmlns:a16="http://schemas.microsoft.com/office/drawing/2014/main" id="{90AF53F2-A04C-04D0-DD82-EFE9C3F7DF10}"/>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23" name="TextBox 22">
              <a:extLst>
                <a:ext uri="{FF2B5EF4-FFF2-40B4-BE49-F238E27FC236}">
                  <a16:creationId xmlns:a16="http://schemas.microsoft.com/office/drawing/2014/main" id="{BE046E6B-DD67-8107-EF5D-55E75AEE55BA}"/>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24" name="Picture 23">
              <a:extLst>
                <a:ext uri="{FF2B5EF4-FFF2-40B4-BE49-F238E27FC236}">
                  <a16:creationId xmlns:a16="http://schemas.microsoft.com/office/drawing/2014/main" id="{836C6C4A-FAC8-A6AA-C008-88A855FE85BD}"/>
                </a:ext>
              </a:extLst>
            </p:cNvPr>
            <p:cNvPicPr>
              <a:picLocks noChangeAspect="1"/>
            </p:cNvPicPr>
            <p:nvPr userDrawn="1"/>
          </p:nvPicPr>
          <p:blipFill>
            <a:blip r:embed="rId4"/>
            <a:stretch>
              <a:fillRect/>
            </a:stretch>
          </p:blipFill>
          <p:spPr>
            <a:xfrm>
              <a:off x="14012244" y="4384548"/>
              <a:ext cx="1088171" cy="1611330"/>
            </a:xfrm>
            <a:prstGeom prst="rect">
              <a:avLst/>
            </a:prstGeom>
          </p:spPr>
        </p:pic>
        <p:sp>
          <p:nvSpPr>
            <p:cNvPr id="25" name="Rectangle 24">
              <a:extLst>
                <a:ext uri="{FF2B5EF4-FFF2-40B4-BE49-F238E27FC236}">
                  <a16:creationId xmlns:a16="http://schemas.microsoft.com/office/drawing/2014/main" id="{2196EDBE-EC62-B238-007D-610F704B5CEA}"/>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13174292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4_End -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2" name="Group 4">
            <a:extLst>
              <a:ext uri="{FF2B5EF4-FFF2-40B4-BE49-F238E27FC236}">
                <a16:creationId xmlns:a16="http://schemas.microsoft.com/office/drawing/2014/main" id="{5D535710-110B-4BA6-A0F8-6B15B1C93D3C}"/>
              </a:ext>
            </a:extLst>
          </p:cNvPr>
          <p:cNvGrpSpPr>
            <a:grpSpLocks noChangeAspect="1"/>
          </p:cNvGrpSpPr>
          <p:nvPr userDrawn="1"/>
        </p:nvGrpSpPr>
        <p:grpSpPr bwMode="auto">
          <a:xfrm>
            <a:off x="10421934" y="6308714"/>
            <a:ext cx="1162049" cy="266699"/>
            <a:chOff x="6565" y="3974"/>
            <a:chExt cx="732" cy="168"/>
          </a:xfrm>
          <a:solidFill>
            <a:schemeClr val="bg1"/>
          </a:solidFill>
        </p:grpSpPr>
        <p:sp>
          <p:nvSpPr>
            <p:cNvPr id="13" name="Freeform 5">
              <a:extLst>
                <a:ext uri="{FF2B5EF4-FFF2-40B4-BE49-F238E27FC236}">
                  <a16:creationId xmlns:a16="http://schemas.microsoft.com/office/drawing/2014/main" id="{ABFE6996-7BB9-4768-952C-92EB906C148D}"/>
                </a:ext>
              </a:extLst>
            </p:cNvPr>
            <p:cNvSpPr>
              <a:spLocks/>
            </p:cNvSpPr>
            <p:nvPr userDrawn="1"/>
          </p:nvSpPr>
          <p:spPr bwMode="auto">
            <a:xfrm>
              <a:off x="6718" y="3974"/>
              <a:ext cx="146" cy="168"/>
            </a:xfrm>
            <a:custGeom>
              <a:avLst/>
              <a:gdLst>
                <a:gd name="T0" fmla="*/ 626 w 634"/>
                <a:gd name="T1" fmla="*/ 0 h 725"/>
                <a:gd name="T2" fmla="*/ 626 w 634"/>
                <a:gd name="T3" fmla="*/ 0 h 725"/>
                <a:gd name="T4" fmla="*/ 527 w 634"/>
                <a:gd name="T5" fmla="*/ 0 h 725"/>
                <a:gd name="T6" fmla="*/ 519 w 634"/>
                <a:gd name="T7" fmla="*/ 6 h 725"/>
                <a:gd name="T8" fmla="*/ 326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1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4" y="0"/>
                    <a:pt x="520" y="2"/>
                    <a:pt x="519" y="6"/>
                  </a:cubicBezTo>
                  <a:lnTo>
                    <a:pt x="326" y="456"/>
                  </a:lnTo>
                  <a:cubicBezTo>
                    <a:pt x="323" y="462"/>
                    <a:pt x="313" y="462"/>
                    <a:pt x="310" y="456"/>
                  </a:cubicBezTo>
                  <a:lnTo>
                    <a:pt x="117" y="6"/>
                  </a:lnTo>
                  <a:cubicBezTo>
                    <a:pt x="116" y="2"/>
                    <a:pt x="112" y="0"/>
                    <a:pt x="108" y="0"/>
                  </a:cubicBezTo>
                  <a:lnTo>
                    <a:pt x="9" y="0"/>
                  </a:lnTo>
                  <a:cubicBezTo>
                    <a:pt x="4" y="0"/>
                    <a:pt x="0" y="5"/>
                    <a:pt x="2" y="9"/>
                  </a:cubicBezTo>
                  <a:lnTo>
                    <a:pt x="311"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6">
              <a:extLst>
                <a:ext uri="{FF2B5EF4-FFF2-40B4-BE49-F238E27FC236}">
                  <a16:creationId xmlns:a16="http://schemas.microsoft.com/office/drawing/2014/main" id="{2C7E5DEA-DA34-44D7-ACE9-32FBD7872A1D}"/>
                </a:ext>
              </a:extLst>
            </p:cNvPr>
            <p:cNvSpPr>
              <a:spLocks noEditPoints="1"/>
            </p:cNvSpPr>
            <p:nvPr userDrawn="1"/>
          </p:nvSpPr>
          <p:spPr bwMode="auto">
            <a:xfrm>
              <a:off x="6565" y="3974"/>
              <a:ext cx="170" cy="168"/>
            </a:xfrm>
            <a:custGeom>
              <a:avLst/>
              <a:gdLst>
                <a:gd name="T0" fmla="*/ 326 w 736"/>
                <a:gd name="T1" fmla="*/ 466 h 724"/>
                <a:gd name="T2" fmla="*/ 326 w 736"/>
                <a:gd name="T3" fmla="*/ 466 h 724"/>
                <a:gd name="T4" fmla="*/ 411 w 736"/>
                <a:gd name="T5" fmla="*/ 268 h 724"/>
                <a:gd name="T6" fmla="*/ 426 w 736"/>
                <a:gd name="T7" fmla="*/ 268 h 724"/>
                <a:gd name="T8" fmla="*/ 511 w 736"/>
                <a:gd name="T9" fmla="*/ 466 h 724"/>
                <a:gd name="T10" fmla="*/ 326 w 736"/>
                <a:gd name="T11" fmla="*/ 466 h 724"/>
                <a:gd name="T12" fmla="*/ 426 w 736"/>
                <a:gd name="T13" fmla="*/ 6 h 724"/>
                <a:gd name="T14" fmla="*/ 426 w 736"/>
                <a:gd name="T15" fmla="*/ 6 h 724"/>
                <a:gd name="T16" fmla="*/ 409 w 736"/>
                <a:gd name="T17" fmla="*/ 6 h 724"/>
                <a:gd name="T18" fmla="*/ 211 w 736"/>
                <a:gd name="T19" fmla="*/ 466 h 724"/>
                <a:gd name="T20" fmla="*/ 7 w 736"/>
                <a:gd name="T21" fmla="*/ 466 h 724"/>
                <a:gd name="T22" fmla="*/ 1 w 736"/>
                <a:gd name="T23" fmla="*/ 475 h 724"/>
                <a:gd name="T24" fmla="*/ 40 w 736"/>
                <a:gd name="T25" fmla="*/ 560 h 724"/>
                <a:gd name="T26" fmla="*/ 53 w 736"/>
                <a:gd name="T27" fmla="*/ 569 h 724"/>
                <a:gd name="T28" fmla="*/ 167 w 736"/>
                <a:gd name="T29" fmla="*/ 569 h 724"/>
                <a:gd name="T30" fmla="*/ 104 w 736"/>
                <a:gd name="T31" fmla="*/ 715 h 724"/>
                <a:gd name="T32" fmla="*/ 111 w 736"/>
                <a:gd name="T33" fmla="*/ 724 h 724"/>
                <a:gd name="T34" fmla="*/ 209 w 736"/>
                <a:gd name="T35" fmla="*/ 724 h 724"/>
                <a:gd name="T36" fmla="*/ 218 w 736"/>
                <a:gd name="T37" fmla="*/ 719 h 724"/>
                <a:gd name="T38" fmla="*/ 282 w 736"/>
                <a:gd name="T39" fmla="*/ 569 h 724"/>
                <a:gd name="T40" fmla="*/ 555 w 736"/>
                <a:gd name="T41" fmla="*/ 569 h 724"/>
                <a:gd name="T42" fmla="*/ 619 w 736"/>
                <a:gd name="T43" fmla="*/ 719 h 724"/>
                <a:gd name="T44" fmla="*/ 628 w 736"/>
                <a:gd name="T45" fmla="*/ 724 h 724"/>
                <a:gd name="T46" fmla="*/ 727 w 736"/>
                <a:gd name="T47" fmla="*/ 724 h 724"/>
                <a:gd name="T48" fmla="*/ 734 w 736"/>
                <a:gd name="T49" fmla="*/ 715 h 724"/>
                <a:gd name="T50" fmla="*/ 426 w 736"/>
                <a:gd name="T51"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36" h="724">
                  <a:moveTo>
                    <a:pt x="326" y="466"/>
                  </a:moveTo>
                  <a:lnTo>
                    <a:pt x="326" y="466"/>
                  </a:lnTo>
                  <a:lnTo>
                    <a:pt x="411" y="268"/>
                  </a:lnTo>
                  <a:cubicBezTo>
                    <a:pt x="414" y="261"/>
                    <a:pt x="423" y="261"/>
                    <a:pt x="426" y="268"/>
                  </a:cubicBezTo>
                  <a:lnTo>
                    <a:pt x="511" y="466"/>
                  </a:lnTo>
                  <a:lnTo>
                    <a:pt x="326" y="466"/>
                  </a:lnTo>
                  <a:close/>
                  <a:moveTo>
                    <a:pt x="426" y="6"/>
                  </a:moveTo>
                  <a:lnTo>
                    <a:pt x="426" y="6"/>
                  </a:lnTo>
                  <a:cubicBezTo>
                    <a:pt x="423" y="0"/>
                    <a:pt x="412" y="0"/>
                    <a:pt x="409" y="6"/>
                  </a:cubicBezTo>
                  <a:lnTo>
                    <a:pt x="211" y="466"/>
                  </a:lnTo>
                  <a:lnTo>
                    <a:pt x="7" y="466"/>
                  </a:lnTo>
                  <a:cubicBezTo>
                    <a:pt x="2" y="466"/>
                    <a:pt x="0" y="471"/>
                    <a:pt x="1" y="475"/>
                  </a:cubicBezTo>
                  <a:lnTo>
                    <a:pt x="40" y="560"/>
                  </a:lnTo>
                  <a:cubicBezTo>
                    <a:pt x="42" y="566"/>
                    <a:pt x="47" y="569"/>
                    <a:pt x="53" y="569"/>
                  </a:cubicBezTo>
                  <a:lnTo>
                    <a:pt x="167" y="569"/>
                  </a:lnTo>
                  <a:lnTo>
                    <a:pt x="104" y="715"/>
                  </a:lnTo>
                  <a:cubicBezTo>
                    <a:pt x="102" y="719"/>
                    <a:pt x="106" y="724"/>
                    <a:pt x="111" y="724"/>
                  </a:cubicBezTo>
                  <a:lnTo>
                    <a:pt x="209" y="724"/>
                  </a:lnTo>
                  <a:cubicBezTo>
                    <a:pt x="213" y="724"/>
                    <a:pt x="216" y="722"/>
                    <a:pt x="218" y="719"/>
                  </a:cubicBezTo>
                  <a:lnTo>
                    <a:pt x="282" y="569"/>
                  </a:lnTo>
                  <a:lnTo>
                    <a:pt x="555" y="569"/>
                  </a:lnTo>
                  <a:lnTo>
                    <a:pt x="619" y="719"/>
                  </a:lnTo>
                  <a:cubicBezTo>
                    <a:pt x="621" y="722"/>
                    <a:pt x="624" y="724"/>
                    <a:pt x="628" y="724"/>
                  </a:cubicBezTo>
                  <a:lnTo>
                    <a:pt x="727" y="724"/>
                  </a:lnTo>
                  <a:cubicBezTo>
                    <a:pt x="732" y="724"/>
                    <a:pt x="736" y="719"/>
                    <a:pt x="734" y="715"/>
                  </a:cubicBezTo>
                  <a:lnTo>
                    <a:pt x="426"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7">
              <a:extLst>
                <a:ext uri="{FF2B5EF4-FFF2-40B4-BE49-F238E27FC236}">
                  <a16:creationId xmlns:a16="http://schemas.microsoft.com/office/drawing/2014/main" id="{14014E3B-91DD-4937-9B32-D8ADB6791DD4}"/>
                </a:ext>
              </a:extLst>
            </p:cNvPr>
            <p:cNvSpPr>
              <a:spLocks/>
            </p:cNvSpPr>
            <p:nvPr userDrawn="1"/>
          </p:nvSpPr>
          <p:spPr bwMode="auto">
            <a:xfrm>
              <a:off x="7022" y="3974"/>
              <a:ext cx="146" cy="168"/>
            </a:xfrm>
            <a:custGeom>
              <a:avLst/>
              <a:gdLst>
                <a:gd name="T0" fmla="*/ 626 w 634"/>
                <a:gd name="T1" fmla="*/ 0 h 725"/>
                <a:gd name="T2" fmla="*/ 626 w 634"/>
                <a:gd name="T3" fmla="*/ 0 h 725"/>
                <a:gd name="T4" fmla="*/ 527 w 634"/>
                <a:gd name="T5" fmla="*/ 0 h 725"/>
                <a:gd name="T6" fmla="*/ 519 w 634"/>
                <a:gd name="T7" fmla="*/ 6 h 725"/>
                <a:gd name="T8" fmla="*/ 325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0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3" y="0"/>
                    <a:pt x="520" y="2"/>
                    <a:pt x="519" y="6"/>
                  </a:cubicBezTo>
                  <a:lnTo>
                    <a:pt x="325" y="456"/>
                  </a:lnTo>
                  <a:cubicBezTo>
                    <a:pt x="323" y="462"/>
                    <a:pt x="313" y="462"/>
                    <a:pt x="310" y="456"/>
                  </a:cubicBezTo>
                  <a:lnTo>
                    <a:pt x="117" y="6"/>
                  </a:lnTo>
                  <a:cubicBezTo>
                    <a:pt x="115" y="2"/>
                    <a:pt x="112" y="0"/>
                    <a:pt x="108" y="0"/>
                  </a:cubicBezTo>
                  <a:lnTo>
                    <a:pt x="9" y="0"/>
                  </a:lnTo>
                  <a:cubicBezTo>
                    <a:pt x="4" y="0"/>
                    <a:pt x="0" y="5"/>
                    <a:pt x="2" y="9"/>
                  </a:cubicBezTo>
                  <a:lnTo>
                    <a:pt x="310"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8">
              <a:extLst>
                <a:ext uri="{FF2B5EF4-FFF2-40B4-BE49-F238E27FC236}">
                  <a16:creationId xmlns:a16="http://schemas.microsoft.com/office/drawing/2014/main" id="{A7166DEF-2B9E-43F8-B349-2DE7372122F8}"/>
                </a:ext>
              </a:extLst>
            </p:cNvPr>
            <p:cNvSpPr>
              <a:spLocks noEditPoints="1"/>
            </p:cNvSpPr>
            <p:nvPr userDrawn="1"/>
          </p:nvSpPr>
          <p:spPr bwMode="auto">
            <a:xfrm>
              <a:off x="7151" y="3974"/>
              <a:ext cx="146" cy="168"/>
            </a:xfrm>
            <a:custGeom>
              <a:avLst/>
              <a:gdLst>
                <a:gd name="T0" fmla="*/ 223 w 633"/>
                <a:gd name="T1" fmla="*/ 466 h 724"/>
                <a:gd name="T2" fmla="*/ 223 w 633"/>
                <a:gd name="T3" fmla="*/ 466 h 724"/>
                <a:gd name="T4" fmla="*/ 308 w 633"/>
                <a:gd name="T5" fmla="*/ 268 h 724"/>
                <a:gd name="T6" fmla="*/ 324 w 633"/>
                <a:gd name="T7" fmla="*/ 268 h 724"/>
                <a:gd name="T8" fmla="*/ 409 w 633"/>
                <a:gd name="T9" fmla="*/ 466 h 724"/>
                <a:gd name="T10" fmla="*/ 223 w 633"/>
                <a:gd name="T11" fmla="*/ 466 h 724"/>
                <a:gd name="T12" fmla="*/ 323 w 633"/>
                <a:gd name="T13" fmla="*/ 6 h 724"/>
                <a:gd name="T14" fmla="*/ 323 w 633"/>
                <a:gd name="T15" fmla="*/ 6 h 724"/>
                <a:gd name="T16" fmla="*/ 307 w 633"/>
                <a:gd name="T17" fmla="*/ 6 h 724"/>
                <a:gd name="T18" fmla="*/ 2 w 633"/>
                <a:gd name="T19" fmla="*/ 715 h 724"/>
                <a:gd name="T20" fmla="*/ 8 w 633"/>
                <a:gd name="T21" fmla="*/ 724 h 724"/>
                <a:gd name="T22" fmla="*/ 107 w 633"/>
                <a:gd name="T23" fmla="*/ 724 h 724"/>
                <a:gd name="T24" fmla="*/ 115 w 633"/>
                <a:gd name="T25" fmla="*/ 719 h 724"/>
                <a:gd name="T26" fmla="*/ 179 w 633"/>
                <a:gd name="T27" fmla="*/ 569 h 724"/>
                <a:gd name="T28" fmla="*/ 453 w 633"/>
                <a:gd name="T29" fmla="*/ 569 h 724"/>
                <a:gd name="T30" fmla="*/ 517 w 633"/>
                <a:gd name="T31" fmla="*/ 719 h 724"/>
                <a:gd name="T32" fmla="*/ 525 w 633"/>
                <a:gd name="T33" fmla="*/ 724 h 724"/>
                <a:gd name="T34" fmla="*/ 625 w 633"/>
                <a:gd name="T35" fmla="*/ 724 h 724"/>
                <a:gd name="T36" fmla="*/ 631 w 633"/>
                <a:gd name="T37" fmla="*/ 715 h 724"/>
                <a:gd name="T38" fmla="*/ 323 w 633"/>
                <a:gd name="T39"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3" h="724">
                  <a:moveTo>
                    <a:pt x="223" y="466"/>
                  </a:moveTo>
                  <a:lnTo>
                    <a:pt x="223" y="466"/>
                  </a:lnTo>
                  <a:lnTo>
                    <a:pt x="308" y="268"/>
                  </a:lnTo>
                  <a:cubicBezTo>
                    <a:pt x="311" y="261"/>
                    <a:pt x="321" y="261"/>
                    <a:pt x="324" y="268"/>
                  </a:cubicBezTo>
                  <a:lnTo>
                    <a:pt x="409" y="466"/>
                  </a:lnTo>
                  <a:lnTo>
                    <a:pt x="223" y="466"/>
                  </a:lnTo>
                  <a:close/>
                  <a:moveTo>
                    <a:pt x="323" y="6"/>
                  </a:moveTo>
                  <a:lnTo>
                    <a:pt x="323" y="6"/>
                  </a:lnTo>
                  <a:cubicBezTo>
                    <a:pt x="320" y="0"/>
                    <a:pt x="310" y="0"/>
                    <a:pt x="307" y="6"/>
                  </a:cubicBezTo>
                  <a:lnTo>
                    <a:pt x="2" y="715"/>
                  </a:lnTo>
                  <a:cubicBezTo>
                    <a:pt x="0" y="719"/>
                    <a:pt x="3" y="724"/>
                    <a:pt x="8" y="724"/>
                  </a:cubicBezTo>
                  <a:lnTo>
                    <a:pt x="107" y="724"/>
                  </a:lnTo>
                  <a:cubicBezTo>
                    <a:pt x="110" y="724"/>
                    <a:pt x="114" y="722"/>
                    <a:pt x="115" y="719"/>
                  </a:cubicBezTo>
                  <a:lnTo>
                    <a:pt x="179" y="569"/>
                  </a:lnTo>
                  <a:lnTo>
                    <a:pt x="453" y="569"/>
                  </a:lnTo>
                  <a:lnTo>
                    <a:pt x="517" y="719"/>
                  </a:lnTo>
                  <a:cubicBezTo>
                    <a:pt x="518" y="722"/>
                    <a:pt x="522" y="724"/>
                    <a:pt x="525" y="724"/>
                  </a:cubicBezTo>
                  <a:lnTo>
                    <a:pt x="625" y="724"/>
                  </a:lnTo>
                  <a:cubicBezTo>
                    <a:pt x="630" y="724"/>
                    <a:pt x="633" y="719"/>
                    <a:pt x="631" y="715"/>
                  </a:cubicBezTo>
                  <a:lnTo>
                    <a:pt x="323"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9">
              <a:extLst>
                <a:ext uri="{FF2B5EF4-FFF2-40B4-BE49-F238E27FC236}">
                  <a16:creationId xmlns:a16="http://schemas.microsoft.com/office/drawing/2014/main" id="{7868DEBD-9196-41C8-A3F4-755F985685A7}"/>
                </a:ext>
              </a:extLst>
            </p:cNvPr>
            <p:cNvSpPr>
              <a:spLocks/>
            </p:cNvSpPr>
            <p:nvPr userDrawn="1"/>
          </p:nvSpPr>
          <p:spPr bwMode="auto">
            <a:xfrm>
              <a:off x="6888" y="3974"/>
              <a:ext cx="111" cy="24"/>
            </a:xfrm>
            <a:custGeom>
              <a:avLst/>
              <a:gdLst>
                <a:gd name="T0" fmla="*/ 473 w 480"/>
                <a:gd name="T1" fmla="*/ 0 h 105"/>
                <a:gd name="T2" fmla="*/ 473 w 480"/>
                <a:gd name="T3" fmla="*/ 0 h 105"/>
                <a:gd name="T4" fmla="*/ 7 w 480"/>
                <a:gd name="T5" fmla="*/ 0 h 105"/>
                <a:gd name="T6" fmla="*/ 0 w 480"/>
                <a:gd name="T7" fmla="*/ 6 h 105"/>
                <a:gd name="T8" fmla="*/ 0 w 480"/>
                <a:gd name="T9" fmla="*/ 98 h 105"/>
                <a:gd name="T10" fmla="*/ 7 w 480"/>
                <a:gd name="T11" fmla="*/ 105 h 105"/>
                <a:gd name="T12" fmla="*/ 473 w 480"/>
                <a:gd name="T13" fmla="*/ 105 h 105"/>
                <a:gd name="T14" fmla="*/ 480 w 480"/>
                <a:gd name="T15" fmla="*/ 98 h 105"/>
                <a:gd name="T16" fmla="*/ 480 w 480"/>
                <a:gd name="T17" fmla="*/ 6 h 105"/>
                <a:gd name="T18" fmla="*/ 473 w 480"/>
                <a:gd name="T19" fmla="*/ 0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5">
                  <a:moveTo>
                    <a:pt x="473" y="0"/>
                  </a:moveTo>
                  <a:lnTo>
                    <a:pt x="473" y="0"/>
                  </a:lnTo>
                  <a:lnTo>
                    <a:pt x="7" y="0"/>
                  </a:lnTo>
                  <a:cubicBezTo>
                    <a:pt x="3" y="0"/>
                    <a:pt x="0" y="3"/>
                    <a:pt x="0" y="6"/>
                  </a:cubicBezTo>
                  <a:lnTo>
                    <a:pt x="0" y="98"/>
                  </a:lnTo>
                  <a:cubicBezTo>
                    <a:pt x="0" y="102"/>
                    <a:pt x="3" y="105"/>
                    <a:pt x="7" y="105"/>
                  </a:cubicBezTo>
                  <a:lnTo>
                    <a:pt x="473" y="105"/>
                  </a:lnTo>
                  <a:cubicBezTo>
                    <a:pt x="477" y="105"/>
                    <a:pt x="480" y="102"/>
                    <a:pt x="480" y="98"/>
                  </a:cubicBezTo>
                  <a:lnTo>
                    <a:pt x="480" y="6"/>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Freeform 10">
              <a:extLst>
                <a:ext uri="{FF2B5EF4-FFF2-40B4-BE49-F238E27FC236}">
                  <a16:creationId xmlns:a16="http://schemas.microsoft.com/office/drawing/2014/main" id="{93AD75E9-9DBC-4352-BE73-BA4D8CC97EF5}"/>
                </a:ext>
              </a:extLst>
            </p:cNvPr>
            <p:cNvSpPr>
              <a:spLocks/>
            </p:cNvSpPr>
            <p:nvPr userDrawn="1"/>
          </p:nvSpPr>
          <p:spPr bwMode="auto">
            <a:xfrm>
              <a:off x="6888" y="4045"/>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99 h 106"/>
                <a:gd name="T10" fmla="*/ 7 w 480"/>
                <a:gd name="T11" fmla="*/ 106 h 106"/>
                <a:gd name="T12" fmla="*/ 473 w 480"/>
                <a:gd name="T13" fmla="*/ 106 h 106"/>
                <a:gd name="T14" fmla="*/ 480 w 480"/>
                <a:gd name="T15" fmla="*/ 99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99"/>
                  </a:lnTo>
                  <a:cubicBezTo>
                    <a:pt x="0" y="103"/>
                    <a:pt x="3" y="106"/>
                    <a:pt x="7" y="106"/>
                  </a:cubicBezTo>
                  <a:lnTo>
                    <a:pt x="473" y="106"/>
                  </a:lnTo>
                  <a:cubicBezTo>
                    <a:pt x="477" y="106"/>
                    <a:pt x="480" y="103"/>
                    <a:pt x="480" y="99"/>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 name="Freeform 11">
              <a:extLst>
                <a:ext uri="{FF2B5EF4-FFF2-40B4-BE49-F238E27FC236}">
                  <a16:creationId xmlns:a16="http://schemas.microsoft.com/office/drawing/2014/main" id="{F9683FFC-62CA-4760-BB37-64E8DEE61445}"/>
                </a:ext>
              </a:extLst>
            </p:cNvPr>
            <p:cNvSpPr>
              <a:spLocks/>
            </p:cNvSpPr>
            <p:nvPr userDrawn="1"/>
          </p:nvSpPr>
          <p:spPr bwMode="auto">
            <a:xfrm>
              <a:off x="6888" y="4116"/>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100 h 106"/>
                <a:gd name="T10" fmla="*/ 7 w 480"/>
                <a:gd name="T11" fmla="*/ 106 h 106"/>
                <a:gd name="T12" fmla="*/ 473 w 480"/>
                <a:gd name="T13" fmla="*/ 106 h 106"/>
                <a:gd name="T14" fmla="*/ 480 w 480"/>
                <a:gd name="T15" fmla="*/ 100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100"/>
                  </a:lnTo>
                  <a:cubicBezTo>
                    <a:pt x="0" y="103"/>
                    <a:pt x="3" y="106"/>
                    <a:pt x="7" y="106"/>
                  </a:cubicBezTo>
                  <a:lnTo>
                    <a:pt x="473" y="106"/>
                  </a:lnTo>
                  <a:cubicBezTo>
                    <a:pt x="477" y="106"/>
                    <a:pt x="480" y="103"/>
                    <a:pt x="480" y="100"/>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4" name="Footer Placeholder 3">
            <a:extLst>
              <a:ext uri="{FF2B5EF4-FFF2-40B4-BE49-F238E27FC236}">
                <a16:creationId xmlns:a16="http://schemas.microsoft.com/office/drawing/2014/main" id="{DF238032-A99E-1344-BEAE-3C0CBFCABE13}"/>
              </a:ext>
            </a:extLst>
          </p:cNvPr>
          <p:cNvSpPr>
            <a:spLocks noGrp="1"/>
          </p:cNvSpPr>
          <p:nvPr>
            <p:ph type="ftr" sz="quarter" idx="11"/>
          </p:nvPr>
        </p:nvSpPr>
        <p:spPr/>
        <p:txBody>
          <a:bodyPr/>
          <a:lstStyle>
            <a:lvl1pPr>
              <a:defRPr>
                <a:solidFill>
                  <a:schemeClr val="bg1">
                    <a:lumMod val="75000"/>
                  </a:schemeClr>
                </a:solidFill>
              </a:defRPr>
            </a:lvl1pPr>
          </a:lstStyle>
          <a:p>
            <a:r>
              <a:rPr lang="en-US" dirty="0"/>
              <a:t>For Internal Use Only. © 2026 AVEVA Group Limited or its subsidiaries. All rights reserved.</a:t>
            </a:r>
            <a:endParaRPr lang="en-GB" dirty="0"/>
          </a:p>
        </p:txBody>
      </p:sp>
      <p:sp>
        <p:nvSpPr>
          <p:cNvPr id="7" name="Slide Number Placeholder 6">
            <a:extLst>
              <a:ext uri="{FF2B5EF4-FFF2-40B4-BE49-F238E27FC236}">
                <a16:creationId xmlns:a16="http://schemas.microsoft.com/office/drawing/2014/main" id="{68684F10-B6AC-9949-B930-AD13E50278ED}"/>
              </a:ext>
            </a:extLst>
          </p:cNvPr>
          <p:cNvSpPr>
            <a:spLocks noGrp="1"/>
          </p:cNvSpPr>
          <p:nvPr>
            <p:ph type="sldNum" sz="quarter" idx="12"/>
          </p:nvPr>
        </p:nvSpPr>
        <p:spPr/>
        <p:txBody>
          <a:bodyPr/>
          <a:lstStyle>
            <a:lvl1pPr>
              <a:defRPr>
                <a:solidFill>
                  <a:schemeClr val="bg1">
                    <a:lumMod val="75000"/>
                  </a:schemeClr>
                </a:solidFill>
              </a:defRPr>
            </a:lvl1pPr>
          </a:lstStyle>
          <a:p>
            <a:fld id="{267CDB12-45E5-4FD7-AE50-9CB5AFC72BA1}" type="slidenum">
              <a:rPr lang="en-GB" smtClean="0"/>
              <a:pPr/>
              <a:t>‹#›</a:t>
            </a:fld>
            <a:endParaRPr lang="en-GB" dirty="0"/>
          </a:p>
        </p:txBody>
      </p:sp>
      <p:sp>
        <p:nvSpPr>
          <p:cNvPr id="72" name="TextBox 71">
            <a:extLst>
              <a:ext uri="{FF2B5EF4-FFF2-40B4-BE49-F238E27FC236}">
                <a16:creationId xmlns:a16="http://schemas.microsoft.com/office/drawing/2014/main" id="{204C57BA-8BE7-48C1-83EE-B886DF617553}"/>
              </a:ext>
            </a:extLst>
          </p:cNvPr>
          <p:cNvSpPr txBox="1"/>
          <p:nvPr userDrawn="1"/>
        </p:nvSpPr>
        <p:spPr>
          <a:xfrm>
            <a:off x="0" y="-345748"/>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sp>
        <p:nvSpPr>
          <p:cNvPr id="73" name="TextBox 72">
            <a:extLst>
              <a:ext uri="{FF2B5EF4-FFF2-40B4-BE49-F238E27FC236}">
                <a16:creationId xmlns:a16="http://schemas.microsoft.com/office/drawing/2014/main" id="{3C0DF04D-C13C-463F-AA3C-3C5F452395EC}"/>
              </a:ext>
            </a:extLst>
          </p:cNvPr>
          <p:cNvSpPr txBox="1"/>
          <p:nvPr userDrawn="1"/>
        </p:nvSpPr>
        <p:spPr>
          <a:xfrm>
            <a:off x="1008711" y="2725743"/>
            <a:ext cx="4681182" cy="720000"/>
          </a:xfrm>
          <a:prstGeom prst="rect">
            <a:avLst/>
          </a:prstGeom>
          <a:noFill/>
        </p:spPr>
        <p:txBody>
          <a:bodyPr wrap="square" lIns="0" tIns="0" rIns="0" bIns="0" rtlCol="0">
            <a:noAutofit/>
          </a:bodyPr>
          <a:lstStyle/>
          <a:p>
            <a:pPr>
              <a:lnSpc>
                <a:spcPct val="150000"/>
              </a:lnSpc>
            </a:pPr>
            <a:r>
              <a:rPr lang="en-GB" sz="1800" b="0" dirty="0">
                <a:solidFill>
                  <a:schemeClr val="bg1"/>
                </a:solidFill>
                <a:latin typeface="+mn-lt"/>
                <a:cs typeface="Calibri" panose="020F0502020204030204" pitchFamily="34" charset="0"/>
              </a:rPr>
              <a:t>linkedin.com/company/</a:t>
            </a:r>
            <a:r>
              <a:rPr lang="en-GB" sz="1800" b="0" dirty="0" err="1">
                <a:solidFill>
                  <a:schemeClr val="bg1"/>
                </a:solidFill>
                <a:latin typeface="+mn-lt"/>
                <a:cs typeface="Calibri" panose="020F0502020204030204" pitchFamily="34" charset="0"/>
              </a:rPr>
              <a:t>aveva</a:t>
            </a:r>
            <a:r>
              <a:rPr lang="en-GB" sz="1800" b="0" dirty="0">
                <a:solidFill>
                  <a:schemeClr val="bg1"/>
                </a:solidFill>
                <a:latin typeface="+mn-lt"/>
                <a:cs typeface="Calibri" panose="020F0502020204030204" pitchFamily="34" charset="0"/>
              </a:rPr>
              <a:t> </a:t>
            </a:r>
          </a:p>
          <a:p>
            <a:pPr>
              <a:lnSpc>
                <a:spcPct val="150000"/>
              </a:lnSpc>
            </a:pPr>
            <a:r>
              <a:rPr lang="en-GB" sz="1800" b="0" noProof="1">
                <a:solidFill>
                  <a:schemeClr val="bg1"/>
                </a:solidFill>
                <a:latin typeface="+mn-lt"/>
                <a:cs typeface="Calibri" panose="020F0502020204030204" pitchFamily="34" charset="0"/>
              </a:rPr>
              <a:t>@avevagroup</a:t>
            </a:r>
            <a:r>
              <a:rPr lang="en-GB" sz="1800" b="0" dirty="0">
                <a:solidFill>
                  <a:schemeClr val="bg1"/>
                </a:solidFill>
                <a:latin typeface="+mn-lt"/>
                <a:cs typeface="Calibri" panose="020F0502020204030204" pitchFamily="34" charset="0"/>
              </a:rPr>
              <a:t> </a:t>
            </a:r>
          </a:p>
        </p:txBody>
      </p:sp>
      <p:sp>
        <p:nvSpPr>
          <p:cNvPr id="75" name="Freeform 5">
            <a:extLst>
              <a:ext uri="{FF2B5EF4-FFF2-40B4-BE49-F238E27FC236}">
                <a16:creationId xmlns:a16="http://schemas.microsoft.com/office/drawing/2014/main" id="{E899E916-B706-4A4F-A3DA-FB6BEA94FA39}"/>
              </a:ext>
            </a:extLst>
          </p:cNvPr>
          <p:cNvSpPr>
            <a:spLocks noChangeAspect="1" noEditPoints="1"/>
          </p:cNvSpPr>
          <p:nvPr userDrawn="1"/>
        </p:nvSpPr>
        <p:spPr bwMode="auto">
          <a:xfrm>
            <a:off x="609600" y="2791479"/>
            <a:ext cx="301752" cy="301752"/>
          </a:xfrm>
          <a:custGeom>
            <a:avLst/>
            <a:gdLst>
              <a:gd name="T0" fmla="*/ 42 w 84"/>
              <a:gd name="T1" fmla="*/ 0 h 84"/>
              <a:gd name="T2" fmla="*/ 0 w 84"/>
              <a:gd name="T3" fmla="*/ 42 h 84"/>
              <a:gd name="T4" fmla="*/ 42 w 84"/>
              <a:gd name="T5" fmla="*/ 84 h 84"/>
              <a:gd name="T6" fmla="*/ 84 w 84"/>
              <a:gd name="T7" fmla="*/ 42 h 84"/>
              <a:gd name="T8" fmla="*/ 42 w 84"/>
              <a:gd name="T9" fmla="*/ 0 h 84"/>
              <a:gd name="T10" fmla="*/ 32 w 84"/>
              <a:gd name="T11" fmla="*/ 61 h 84"/>
              <a:gd name="T12" fmla="*/ 23 w 84"/>
              <a:gd name="T13" fmla="*/ 61 h 84"/>
              <a:gd name="T14" fmla="*/ 23 w 84"/>
              <a:gd name="T15" fmla="*/ 33 h 84"/>
              <a:gd name="T16" fmla="*/ 32 w 84"/>
              <a:gd name="T17" fmla="*/ 33 h 84"/>
              <a:gd name="T18" fmla="*/ 32 w 84"/>
              <a:gd name="T19" fmla="*/ 61 h 84"/>
              <a:gd name="T20" fmla="*/ 27 w 84"/>
              <a:gd name="T21" fmla="*/ 30 h 84"/>
              <a:gd name="T22" fmla="*/ 27 w 84"/>
              <a:gd name="T23" fmla="*/ 30 h 84"/>
              <a:gd name="T24" fmla="*/ 22 w 84"/>
              <a:gd name="T25" fmla="*/ 25 h 84"/>
              <a:gd name="T26" fmla="*/ 27 w 84"/>
              <a:gd name="T27" fmla="*/ 20 h 84"/>
              <a:gd name="T28" fmla="*/ 33 w 84"/>
              <a:gd name="T29" fmla="*/ 25 h 84"/>
              <a:gd name="T30" fmla="*/ 27 w 84"/>
              <a:gd name="T31" fmla="*/ 30 h 84"/>
              <a:gd name="T32" fmla="*/ 65 w 84"/>
              <a:gd name="T33" fmla="*/ 61 h 84"/>
              <a:gd name="T34" fmla="*/ 56 w 84"/>
              <a:gd name="T35" fmla="*/ 61 h 84"/>
              <a:gd name="T36" fmla="*/ 56 w 84"/>
              <a:gd name="T37" fmla="*/ 46 h 84"/>
              <a:gd name="T38" fmla="*/ 51 w 84"/>
              <a:gd name="T39" fmla="*/ 40 h 84"/>
              <a:gd name="T40" fmla="*/ 47 w 84"/>
              <a:gd name="T41" fmla="*/ 43 h 84"/>
              <a:gd name="T42" fmla="*/ 46 w 84"/>
              <a:gd name="T43" fmla="*/ 46 h 84"/>
              <a:gd name="T44" fmla="*/ 46 w 84"/>
              <a:gd name="T45" fmla="*/ 61 h 84"/>
              <a:gd name="T46" fmla="*/ 37 w 84"/>
              <a:gd name="T47" fmla="*/ 61 h 84"/>
              <a:gd name="T48" fmla="*/ 37 w 84"/>
              <a:gd name="T49" fmla="*/ 33 h 84"/>
              <a:gd name="T50" fmla="*/ 46 w 84"/>
              <a:gd name="T51" fmla="*/ 33 h 84"/>
              <a:gd name="T52" fmla="*/ 46 w 84"/>
              <a:gd name="T53" fmla="*/ 37 h 84"/>
              <a:gd name="T54" fmla="*/ 55 w 84"/>
              <a:gd name="T55" fmla="*/ 33 h 84"/>
              <a:gd name="T56" fmla="*/ 65 w 84"/>
              <a:gd name="T57" fmla="*/ 45 h 84"/>
              <a:gd name="T58" fmla="*/ 65 w 84"/>
              <a:gd name="T59" fmla="*/ 61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4" h="84">
                <a:moveTo>
                  <a:pt x="42" y="0"/>
                </a:moveTo>
                <a:cubicBezTo>
                  <a:pt x="19" y="0"/>
                  <a:pt x="0" y="19"/>
                  <a:pt x="0" y="42"/>
                </a:cubicBezTo>
                <a:cubicBezTo>
                  <a:pt x="0" y="65"/>
                  <a:pt x="19" y="84"/>
                  <a:pt x="42" y="84"/>
                </a:cubicBezTo>
                <a:cubicBezTo>
                  <a:pt x="65" y="84"/>
                  <a:pt x="84" y="65"/>
                  <a:pt x="84" y="42"/>
                </a:cubicBezTo>
                <a:cubicBezTo>
                  <a:pt x="84" y="19"/>
                  <a:pt x="65" y="0"/>
                  <a:pt x="42" y="0"/>
                </a:cubicBezTo>
                <a:close/>
                <a:moveTo>
                  <a:pt x="32" y="61"/>
                </a:moveTo>
                <a:cubicBezTo>
                  <a:pt x="23" y="61"/>
                  <a:pt x="23" y="61"/>
                  <a:pt x="23" y="61"/>
                </a:cubicBezTo>
                <a:cubicBezTo>
                  <a:pt x="23" y="33"/>
                  <a:pt x="23" y="33"/>
                  <a:pt x="23" y="33"/>
                </a:cubicBezTo>
                <a:cubicBezTo>
                  <a:pt x="32" y="33"/>
                  <a:pt x="32" y="33"/>
                  <a:pt x="32" y="33"/>
                </a:cubicBezTo>
                <a:lnTo>
                  <a:pt x="32" y="61"/>
                </a:lnTo>
                <a:close/>
                <a:moveTo>
                  <a:pt x="27" y="30"/>
                </a:moveTo>
                <a:cubicBezTo>
                  <a:pt x="27" y="30"/>
                  <a:pt x="27" y="30"/>
                  <a:pt x="27" y="30"/>
                </a:cubicBezTo>
                <a:cubicBezTo>
                  <a:pt x="24" y="30"/>
                  <a:pt x="22" y="27"/>
                  <a:pt x="22" y="25"/>
                </a:cubicBezTo>
                <a:cubicBezTo>
                  <a:pt x="22" y="22"/>
                  <a:pt x="24" y="20"/>
                  <a:pt x="27" y="20"/>
                </a:cubicBezTo>
                <a:cubicBezTo>
                  <a:pt x="31" y="20"/>
                  <a:pt x="32" y="22"/>
                  <a:pt x="33" y="25"/>
                </a:cubicBezTo>
                <a:cubicBezTo>
                  <a:pt x="33" y="27"/>
                  <a:pt x="31" y="30"/>
                  <a:pt x="27" y="30"/>
                </a:cubicBezTo>
                <a:close/>
                <a:moveTo>
                  <a:pt x="65" y="61"/>
                </a:moveTo>
                <a:cubicBezTo>
                  <a:pt x="56" y="61"/>
                  <a:pt x="56" y="61"/>
                  <a:pt x="56" y="61"/>
                </a:cubicBezTo>
                <a:cubicBezTo>
                  <a:pt x="56" y="46"/>
                  <a:pt x="56" y="46"/>
                  <a:pt x="56" y="46"/>
                </a:cubicBezTo>
                <a:cubicBezTo>
                  <a:pt x="56" y="43"/>
                  <a:pt x="55" y="40"/>
                  <a:pt x="51" y="40"/>
                </a:cubicBezTo>
                <a:cubicBezTo>
                  <a:pt x="49" y="40"/>
                  <a:pt x="47" y="42"/>
                  <a:pt x="47" y="43"/>
                </a:cubicBezTo>
                <a:cubicBezTo>
                  <a:pt x="46" y="44"/>
                  <a:pt x="46" y="45"/>
                  <a:pt x="46" y="46"/>
                </a:cubicBezTo>
                <a:cubicBezTo>
                  <a:pt x="46" y="61"/>
                  <a:pt x="46" y="61"/>
                  <a:pt x="46" y="61"/>
                </a:cubicBezTo>
                <a:cubicBezTo>
                  <a:pt x="37" y="61"/>
                  <a:pt x="37" y="61"/>
                  <a:pt x="37" y="61"/>
                </a:cubicBezTo>
                <a:cubicBezTo>
                  <a:pt x="37" y="61"/>
                  <a:pt x="37" y="36"/>
                  <a:pt x="37" y="33"/>
                </a:cubicBezTo>
                <a:cubicBezTo>
                  <a:pt x="46" y="33"/>
                  <a:pt x="46" y="33"/>
                  <a:pt x="46" y="33"/>
                </a:cubicBezTo>
                <a:cubicBezTo>
                  <a:pt x="46" y="37"/>
                  <a:pt x="46" y="37"/>
                  <a:pt x="46" y="37"/>
                </a:cubicBezTo>
                <a:cubicBezTo>
                  <a:pt x="48" y="35"/>
                  <a:pt x="50" y="33"/>
                  <a:pt x="55" y="33"/>
                </a:cubicBezTo>
                <a:cubicBezTo>
                  <a:pt x="61" y="33"/>
                  <a:pt x="65" y="37"/>
                  <a:pt x="65" y="45"/>
                </a:cubicBezTo>
                <a:lnTo>
                  <a:pt x="65" y="6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6" name="Freeform 6">
            <a:extLst>
              <a:ext uri="{FF2B5EF4-FFF2-40B4-BE49-F238E27FC236}">
                <a16:creationId xmlns:a16="http://schemas.microsoft.com/office/drawing/2014/main" id="{7562E154-11E8-4A95-88DA-555C550432A5}"/>
              </a:ext>
            </a:extLst>
          </p:cNvPr>
          <p:cNvSpPr>
            <a:spLocks noChangeAspect="1" noEditPoints="1"/>
          </p:cNvSpPr>
          <p:nvPr userDrawn="1"/>
        </p:nvSpPr>
        <p:spPr bwMode="auto">
          <a:xfrm>
            <a:off x="609600" y="3228624"/>
            <a:ext cx="301752" cy="301752"/>
          </a:xfrm>
          <a:custGeom>
            <a:avLst/>
            <a:gdLst>
              <a:gd name="T0" fmla="*/ 42 w 84"/>
              <a:gd name="T1" fmla="*/ 0 h 83"/>
              <a:gd name="T2" fmla="*/ 0 w 84"/>
              <a:gd name="T3" fmla="*/ 42 h 83"/>
              <a:gd name="T4" fmla="*/ 42 w 84"/>
              <a:gd name="T5" fmla="*/ 83 h 83"/>
              <a:gd name="T6" fmla="*/ 84 w 84"/>
              <a:gd name="T7" fmla="*/ 42 h 83"/>
              <a:gd name="T8" fmla="*/ 42 w 84"/>
              <a:gd name="T9" fmla="*/ 0 h 83"/>
              <a:gd name="T10" fmla="*/ 61 w 84"/>
              <a:gd name="T11" fmla="*/ 35 h 83"/>
              <a:gd name="T12" fmla="*/ 61 w 84"/>
              <a:gd name="T13" fmla="*/ 36 h 83"/>
              <a:gd name="T14" fmla="*/ 36 w 84"/>
              <a:gd name="T15" fmla="*/ 61 h 83"/>
              <a:gd name="T16" fmla="*/ 22 w 84"/>
              <a:gd name="T17" fmla="*/ 57 h 83"/>
              <a:gd name="T18" fmla="*/ 24 w 84"/>
              <a:gd name="T19" fmla="*/ 57 h 83"/>
              <a:gd name="T20" fmla="*/ 35 w 84"/>
              <a:gd name="T21" fmla="*/ 53 h 83"/>
              <a:gd name="T22" fmla="*/ 27 w 84"/>
              <a:gd name="T23" fmla="*/ 47 h 83"/>
              <a:gd name="T24" fmla="*/ 29 w 84"/>
              <a:gd name="T25" fmla="*/ 47 h 83"/>
              <a:gd name="T26" fmla="*/ 31 w 84"/>
              <a:gd name="T27" fmla="*/ 47 h 83"/>
              <a:gd name="T28" fmla="*/ 24 w 84"/>
              <a:gd name="T29" fmla="*/ 38 h 83"/>
              <a:gd name="T30" fmla="*/ 24 w 84"/>
              <a:gd name="T31" fmla="*/ 38 h 83"/>
              <a:gd name="T32" fmla="*/ 28 w 84"/>
              <a:gd name="T33" fmla="*/ 39 h 83"/>
              <a:gd name="T34" fmla="*/ 24 w 84"/>
              <a:gd name="T35" fmla="*/ 32 h 83"/>
              <a:gd name="T36" fmla="*/ 25 w 84"/>
              <a:gd name="T37" fmla="*/ 27 h 83"/>
              <a:gd name="T38" fmla="*/ 44 w 84"/>
              <a:gd name="T39" fmla="*/ 37 h 83"/>
              <a:gd name="T40" fmla="*/ 43 w 84"/>
              <a:gd name="T41" fmla="*/ 35 h 83"/>
              <a:gd name="T42" fmla="*/ 52 w 84"/>
              <a:gd name="T43" fmla="*/ 26 h 83"/>
              <a:gd name="T44" fmla="*/ 59 w 84"/>
              <a:gd name="T45" fmla="*/ 29 h 83"/>
              <a:gd name="T46" fmla="*/ 64 w 84"/>
              <a:gd name="T47" fmla="*/ 26 h 83"/>
              <a:gd name="T48" fmla="*/ 61 w 84"/>
              <a:gd name="T49" fmla="*/ 31 h 83"/>
              <a:gd name="T50" fmla="*/ 66 w 84"/>
              <a:gd name="T51" fmla="*/ 30 h 83"/>
              <a:gd name="T52" fmla="*/ 61 w 84"/>
              <a:gd name="T53" fmla="*/ 35 h 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4" h="83">
                <a:moveTo>
                  <a:pt x="42" y="0"/>
                </a:moveTo>
                <a:cubicBezTo>
                  <a:pt x="19" y="0"/>
                  <a:pt x="0" y="18"/>
                  <a:pt x="0" y="42"/>
                </a:cubicBezTo>
                <a:cubicBezTo>
                  <a:pt x="0" y="65"/>
                  <a:pt x="19" y="83"/>
                  <a:pt x="42" y="83"/>
                </a:cubicBezTo>
                <a:cubicBezTo>
                  <a:pt x="65" y="83"/>
                  <a:pt x="84" y="65"/>
                  <a:pt x="84" y="42"/>
                </a:cubicBezTo>
                <a:cubicBezTo>
                  <a:pt x="84" y="18"/>
                  <a:pt x="65" y="0"/>
                  <a:pt x="42" y="0"/>
                </a:cubicBezTo>
                <a:close/>
                <a:moveTo>
                  <a:pt x="61" y="35"/>
                </a:moveTo>
                <a:cubicBezTo>
                  <a:pt x="61" y="35"/>
                  <a:pt x="61" y="35"/>
                  <a:pt x="61" y="36"/>
                </a:cubicBezTo>
                <a:cubicBezTo>
                  <a:pt x="61" y="47"/>
                  <a:pt x="52" y="61"/>
                  <a:pt x="36" y="61"/>
                </a:cubicBezTo>
                <a:cubicBezTo>
                  <a:pt x="31" y="61"/>
                  <a:pt x="26" y="60"/>
                  <a:pt x="22" y="57"/>
                </a:cubicBezTo>
                <a:cubicBezTo>
                  <a:pt x="23" y="57"/>
                  <a:pt x="24" y="57"/>
                  <a:pt x="24" y="57"/>
                </a:cubicBezTo>
                <a:cubicBezTo>
                  <a:pt x="29" y="57"/>
                  <a:pt x="32" y="56"/>
                  <a:pt x="35" y="53"/>
                </a:cubicBezTo>
                <a:cubicBezTo>
                  <a:pt x="32" y="53"/>
                  <a:pt x="28" y="51"/>
                  <a:pt x="27" y="47"/>
                </a:cubicBezTo>
                <a:cubicBezTo>
                  <a:pt x="28" y="47"/>
                  <a:pt x="28" y="47"/>
                  <a:pt x="29" y="47"/>
                </a:cubicBezTo>
                <a:cubicBezTo>
                  <a:pt x="30" y="47"/>
                  <a:pt x="30" y="47"/>
                  <a:pt x="31" y="47"/>
                </a:cubicBezTo>
                <a:cubicBezTo>
                  <a:pt x="27" y="46"/>
                  <a:pt x="24" y="43"/>
                  <a:pt x="24" y="38"/>
                </a:cubicBezTo>
                <a:cubicBezTo>
                  <a:pt x="24" y="38"/>
                  <a:pt x="24" y="38"/>
                  <a:pt x="24" y="38"/>
                </a:cubicBezTo>
                <a:cubicBezTo>
                  <a:pt x="25" y="39"/>
                  <a:pt x="27" y="39"/>
                  <a:pt x="28" y="39"/>
                </a:cubicBezTo>
                <a:cubicBezTo>
                  <a:pt x="26" y="38"/>
                  <a:pt x="24" y="35"/>
                  <a:pt x="24" y="32"/>
                </a:cubicBezTo>
                <a:cubicBezTo>
                  <a:pt x="24" y="30"/>
                  <a:pt x="25" y="29"/>
                  <a:pt x="25" y="27"/>
                </a:cubicBezTo>
                <a:cubicBezTo>
                  <a:pt x="30" y="33"/>
                  <a:pt x="36" y="36"/>
                  <a:pt x="44" y="37"/>
                </a:cubicBezTo>
                <a:cubicBezTo>
                  <a:pt x="43" y="36"/>
                  <a:pt x="43" y="35"/>
                  <a:pt x="43" y="35"/>
                </a:cubicBezTo>
                <a:cubicBezTo>
                  <a:pt x="43" y="30"/>
                  <a:pt x="47" y="26"/>
                  <a:pt x="52" y="26"/>
                </a:cubicBezTo>
                <a:cubicBezTo>
                  <a:pt x="55" y="26"/>
                  <a:pt x="57" y="27"/>
                  <a:pt x="59" y="29"/>
                </a:cubicBezTo>
                <a:cubicBezTo>
                  <a:pt x="61" y="28"/>
                  <a:pt x="63" y="28"/>
                  <a:pt x="64" y="26"/>
                </a:cubicBezTo>
                <a:cubicBezTo>
                  <a:pt x="64" y="29"/>
                  <a:pt x="62" y="30"/>
                  <a:pt x="61" y="31"/>
                </a:cubicBezTo>
                <a:cubicBezTo>
                  <a:pt x="62" y="31"/>
                  <a:pt x="64" y="31"/>
                  <a:pt x="66" y="30"/>
                </a:cubicBezTo>
                <a:cubicBezTo>
                  <a:pt x="64" y="32"/>
                  <a:pt x="63" y="33"/>
                  <a:pt x="61" y="35"/>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 name="TextBox 1">
            <a:extLst>
              <a:ext uri="{FF2B5EF4-FFF2-40B4-BE49-F238E27FC236}">
                <a16:creationId xmlns:a16="http://schemas.microsoft.com/office/drawing/2014/main" id="{64A31D11-75C2-B5A8-1C29-FB801BEC7C97}"/>
              </a:ext>
            </a:extLst>
          </p:cNvPr>
          <p:cNvSpPr txBox="1"/>
          <p:nvPr userDrawn="1"/>
        </p:nvSpPr>
        <p:spPr>
          <a:xfrm>
            <a:off x="609599" y="4142232"/>
            <a:ext cx="6593768" cy="1915668"/>
          </a:xfrm>
          <a:prstGeom prst="rect">
            <a:avLst/>
          </a:prstGeom>
          <a:noFill/>
        </p:spPr>
        <p:txBody>
          <a:bodyPr wrap="square" lIns="0" tIns="0" rIns="0" bIns="0" rtlCol="0" anchor="b">
            <a:noAutofit/>
          </a:bodyPr>
          <a:lstStyle/>
          <a:p>
            <a:pPr>
              <a:lnSpc>
                <a:spcPts val="1200"/>
              </a:lnSpc>
              <a:spcAft>
                <a:spcPts val="600"/>
              </a:spcAft>
            </a:pPr>
            <a:r>
              <a:rPr lang="en-GB" sz="1000" b="0" cap="all" spc="20" baseline="0" dirty="0">
                <a:solidFill>
                  <a:schemeClr val="bg1"/>
                </a:solidFill>
                <a:latin typeface="+mn-lt"/>
                <a:cs typeface="Calibri" panose="020F0502020204030204" pitchFamily="34" charset="0"/>
              </a:rPr>
              <a:t>About AVEVA </a:t>
            </a:r>
          </a:p>
          <a:p>
            <a:pPr>
              <a:lnSpc>
                <a:spcPts val="1200"/>
              </a:lnSpc>
              <a:spcAft>
                <a:spcPts val="600"/>
              </a:spcAft>
            </a:pPr>
            <a:r>
              <a:rPr lang="en-US" sz="1000" spc="20" dirty="0">
                <a:solidFill>
                  <a:schemeClr val="bg1"/>
                </a:solidFill>
                <a:latin typeface="+mn-lt"/>
                <a:cs typeface="Calibri" panose="020F0502020204030204" pitchFamily="34" charset="0"/>
              </a:rPr>
              <a:t>AVEVA is a world leader in industrial software, providing engineering and operational solutions across multiple industries, including oil and gas, chemical, pharmaceutical, power and utilities, marine, renewables, and food and beverage. Our agnostic and open architecture helps organizations design, build, operate, maintain and optimize the complete lifecycle of complex industrial assets, from production plants and offshore platforms to manufactured consumer goods.</a:t>
            </a:r>
          </a:p>
          <a:p>
            <a:pPr>
              <a:lnSpc>
                <a:spcPts val="1200"/>
              </a:lnSpc>
              <a:spcAft>
                <a:spcPts val="600"/>
              </a:spcAft>
            </a:pPr>
            <a:r>
              <a:rPr lang="en-US" sz="1000" spc="20" dirty="0">
                <a:solidFill>
                  <a:schemeClr val="bg1"/>
                </a:solidFill>
                <a:latin typeface="+mn-lt"/>
                <a:cs typeface="Calibri" panose="020F0502020204030204" pitchFamily="34" charset="0"/>
              </a:rPr>
              <a:t>Over 20,000 enterprises in over 100 countries rely on AVEVA to help them deliver life’s essentials: safe and reliable energy, food, medicines, infrastructure and more. By connecting people with trusted information and AI-enriched insights, AVEVA enables teams to engineer efficiently and optimize operations, driving growth and sustainability.</a:t>
            </a:r>
          </a:p>
          <a:p>
            <a:pPr>
              <a:lnSpc>
                <a:spcPts val="1200"/>
              </a:lnSpc>
              <a:spcAft>
                <a:spcPts val="600"/>
              </a:spcAft>
            </a:pPr>
            <a:r>
              <a:rPr lang="en-US" sz="1000" spc="20" dirty="0">
                <a:solidFill>
                  <a:schemeClr val="bg1"/>
                </a:solidFill>
                <a:latin typeface="+mn-lt"/>
                <a:cs typeface="Calibri" panose="020F0502020204030204" pitchFamily="34" charset="0"/>
              </a:rPr>
              <a:t>Named as one of the world’s most innovative companies, AVEVA supports customers with open solutions and the expertise of more than 6,400 employees, 5,000 partners and 5,700 certified developers. The company is headquartered in Cambridge, UK.</a:t>
            </a:r>
          </a:p>
          <a:p>
            <a:pPr>
              <a:lnSpc>
                <a:spcPts val="1200"/>
              </a:lnSpc>
              <a:spcAft>
                <a:spcPts val="600"/>
              </a:spcAft>
            </a:pPr>
            <a:r>
              <a:rPr lang="en-US" sz="1000" spc="20" dirty="0">
                <a:solidFill>
                  <a:schemeClr val="bg1"/>
                </a:solidFill>
                <a:latin typeface="+mn-lt"/>
                <a:cs typeface="Calibri" panose="020F0502020204030204" pitchFamily="34" charset="0"/>
              </a:rPr>
              <a:t>Learn more at </a:t>
            </a:r>
            <a:r>
              <a:rPr lang="en-US" sz="1000" spc="20" dirty="0">
                <a:solidFill>
                  <a:schemeClr val="bg1"/>
                </a:solidFill>
                <a:latin typeface="+mn-lt"/>
                <a:cs typeface="Calibri" panose="020F0502020204030204" pitchFamily="34" charset="0"/>
                <a:hlinkClick r:id="rId3">
                  <a:extLst>
                    <a:ext uri="{A12FA001-AC4F-418D-AE19-62706E023703}">
                      <ahyp:hlinkClr xmlns:ahyp="http://schemas.microsoft.com/office/drawing/2018/hyperlinkcolor" val="tx"/>
                    </a:ext>
                  </a:extLst>
                </a:hlinkClick>
              </a:rPr>
              <a:t>www.aveva.com</a:t>
            </a:r>
            <a:r>
              <a:rPr lang="en-US" sz="1000" spc="20" dirty="0">
                <a:solidFill>
                  <a:schemeClr val="bg1"/>
                </a:solidFill>
                <a:latin typeface="+mn-lt"/>
                <a:cs typeface="Calibri" panose="020F0502020204030204" pitchFamily="34" charset="0"/>
              </a:rPr>
              <a:t> </a:t>
            </a:r>
            <a:endParaRPr lang="en-GB" sz="1000" b="0" spc="20" dirty="0">
              <a:solidFill>
                <a:schemeClr val="bg1"/>
              </a:solidFill>
              <a:latin typeface="+mn-lt"/>
              <a:cs typeface="Calibri" panose="020F0502020204030204" pitchFamily="34" charset="0"/>
            </a:endParaRPr>
          </a:p>
        </p:txBody>
      </p:sp>
      <p:grpSp>
        <p:nvGrpSpPr>
          <p:cNvPr id="3" name="Group 2">
            <a:extLst>
              <a:ext uri="{FF2B5EF4-FFF2-40B4-BE49-F238E27FC236}">
                <a16:creationId xmlns:a16="http://schemas.microsoft.com/office/drawing/2014/main" id="{C3B56701-99E2-6ECD-B916-8CD8DAA98CA2}"/>
              </a:ext>
            </a:extLst>
          </p:cNvPr>
          <p:cNvGrpSpPr/>
          <p:nvPr userDrawn="1"/>
        </p:nvGrpSpPr>
        <p:grpSpPr>
          <a:xfrm>
            <a:off x="12485568" y="112729"/>
            <a:ext cx="2936672" cy="5883149"/>
            <a:chOff x="12485568" y="112729"/>
            <a:chExt cx="2936672" cy="5883149"/>
          </a:xfrm>
        </p:grpSpPr>
        <p:sp>
          <p:nvSpPr>
            <p:cNvPr id="5" name="Oval 4">
              <a:extLst>
                <a:ext uri="{FF2B5EF4-FFF2-40B4-BE49-F238E27FC236}">
                  <a16:creationId xmlns:a16="http://schemas.microsoft.com/office/drawing/2014/main" id="{6B572176-4838-A916-3CDD-CB1B4D11B619}"/>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6" name="Oval 5">
              <a:extLst>
                <a:ext uri="{FF2B5EF4-FFF2-40B4-BE49-F238E27FC236}">
                  <a16:creationId xmlns:a16="http://schemas.microsoft.com/office/drawing/2014/main" id="{B95AC74F-C75B-0873-8537-22D5113CB6B9}"/>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8" name="Oval 7">
              <a:extLst>
                <a:ext uri="{FF2B5EF4-FFF2-40B4-BE49-F238E27FC236}">
                  <a16:creationId xmlns:a16="http://schemas.microsoft.com/office/drawing/2014/main" id="{BA01E5FC-5564-D9BA-67CB-97706C24E93F}"/>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9" name="Rectangle 8">
              <a:extLst>
                <a:ext uri="{FF2B5EF4-FFF2-40B4-BE49-F238E27FC236}">
                  <a16:creationId xmlns:a16="http://schemas.microsoft.com/office/drawing/2014/main" id="{B7846D93-A209-98A6-2C52-D5F214496D7B}"/>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10" name="Oval 9">
              <a:extLst>
                <a:ext uri="{FF2B5EF4-FFF2-40B4-BE49-F238E27FC236}">
                  <a16:creationId xmlns:a16="http://schemas.microsoft.com/office/drawing/2014/main" id="{62651DC4-1BA4-FF68-397F-096B59EC31F5}"/>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1" name="Oval 10">
              <a:extLst>
                <a:ext uri="{FF2B5EF4-FFF2-40B4-BE49-F238E27FC236}">
                  <a16:creationId xmlns:a16="http://schemas.microsoft.com/office/drawing/2014/main" id="{5DAEDFBF-7B5F-9184-570A-7836E813BCD8}"/>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0" name="Oval 19">
              <a:extLst>
                <a:ext uri="{FF2B5EF4-FFF2-40B4-BE49-F238E27FC236}">
                  <a16:creationId xmlns:a16="http://schemas.microsoft.com/office/drawing/2014/main" id="{7AFDB04D-DD14-C863-7BD1-80CDC32595DF}"/>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1" name="Oval 20">
              <a:extLst>
                <a:ext uri="{FF2B5EF4-FFF2-40B4-BE49-F238E27FC236}">
                  <a16:creationId xmlns:a16="http://schemas.microsoft.com/office/drawing/2014/main" id="{46BFB2B0-E0CA-307D-E1B9-D10C3465DF38}"/>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22" name="Group 21">
              <a:extLst>
                <a:ext uri="{FF2B5EF4-FFF2-40B4-BE49-F238E27FC236}">
                  <a16:creationId xmlns:a16="http://schemas.microsoft.com/office/drawing/2014/main" id="{44C0B6F0-1EAE-B1D8-EA6C-D51AEF76D228}"/>
                </a:ext>
              </a:extLst>
            </p:cNvPr>
            <p:cNvGrpSpPr/>
            <p:nvPr userDrawn="1"/>
          </p:nvGrpSpPr>
          <p:grpSpPr>
            <a:xfrm>
              <a:off x="12500773" y="3802778"/>
              <a:ext cx="971741" cy="1940780"/>
              <a:chOff x="12431200" y="2678506"/>
              <a:chExt cx="971741" cy="1940780"/>
            </a:xfrm>
          </p:grpSpPr>
          <p:sp>
            <p:nvSpPr>
              <p:cNvPr id="26" name="Rectangle 25">
                <a:extLst>
                  <a:ext uri="{FF2B5EF4-FFF2-40B4-BE49-F238E27FC236}">
                    <a16:creationId xmlns:a16="http://schemas.microsoft.com/office/drawing/2014/main" id="{92C00C26-FDC3-1651-5604-29AF8AAF828B}"/>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27" name="Oval 26">
                <a:extLst>
                  <a:ext uri="{FF2B5EF4-FFF2-40B4-BE49-F238E27FC236}">
                    <a16:creationId xmlns:a16="http://schemas.microsoft.com/office/drawing/2014/main" id="{ACCC60CF-5FB4-FDEE-898C-5A374D448BE2}"/>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8" name="Oval 27">
                <a:extLst>
                  <a:ext uri="{FF2B5EF4-FFF2-40B4-BE49-F238E27FC236}">
                    <a16:creationId xmlns:a16="http://schemas.microsoft.com/office/drawing/2014/main" id="{DD574F50-BA75-23B9-BFAE-CE9E3E326B31}"/>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9" name="Oval 28">
                <a:extLst>
                  <a:ext uri="{FF2B5EF4-FFF2-40B4-BE49-F238E27FC236}">
                    <a16:creationId xmlns:a16="http://schemas.microsoft.com/office/drawing/2014/main" id="{BC1B5BCE-78CC-7D3E-68D9-7FF53F5433E7}"/>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0" name="Oval 29">
                <a:extLst>
                  <a:ext uri="{FF2B5EF4-FFF2-40B4-BE49-F238E27FC236}">
                    <a16:creationId xmlns:a16="http://schemas.microsoft.com/office/drawing/2014/main" id="{E1B92E7F-7833-E4A6-326F-73379A993FBF}"/>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1" name="Oval 30">
                <a:extLst>
                  <a:ext uri="{FF2B5EF4-FFF2-40B4-BE49-F238E27FC236}">
                    <a16:creationId xmlns:a16="http://schemas.microsoft.com/office/drawing/2014/main" id="{E663A7B8-1F94-ED1E-6196-95EC8E7CC8DA}"/>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2" name="Oval 31">
                <a:extLst>
                  <a:ext uri="{FF2B5EF4-FFF2-40B4-BE49-F238E27FC236}">
                    <a16:creationId xmlns:a16="http://schemas.microsoft.com/office/drawing/2014/main" id="{BEC7B13B-51D6-40B3-94D1-CE8EFE8A40C8}"/>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23" name="TextBox 22">
              <a:extLst>
                <a:ext uri="{FF2B5EF4-FFF2-40B4-BE49-F238E27FC236}">
                  <a16:creationId xmlns:a16="http://schemas.microsoft.com/office/drawing/2014/main" id="{64A3A475-A2DB-C251-12B4-657B99A3E3BA}"/>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24" name="Picture 23">
              <a:extLst>
                <a:ext uri="{FF2B5EF4-FFF2-40B4-BE49-F238E27FC236}">
                  <a16:creationId xmlns:a16="http://schemas.microsoft.com/office/drawing/2014/main" id="{89D67ECD-4D16-61AB-4D62-BE629FB36D57}"/>
                </a:ext>
              </a:extLst>
            </p:cNvPr>
            <p:cNvPicPr>
              <a:picLocks noChangeAspect="1"/>
            </p:cNvPicPr>
            <p:nvPr userDrawn="1"/>
          </p:nvPicPr>
          <p:blipFill>
            <a:blip r:embed="rId4"/>
            <a:stretch>
              <a:fillRect/>
            </a:stretch>
          </p:blipFill>
          <p:spPr>
            <a:xfrm>
              <a:off x="14012244" y="4384548"/>
              <a:ext cx="1088171" cy="1611330"/>
            </a:xfrm>
            <a:prstGeom prst="rect">
              <a:avLst/>
            </a:prstGeom>
          </p:spPr>
        </p:pic>
        <p:sp>
          <p:nvSpPr>
            <p:cNvPr id="25" name="Rectangle 24">
              <a:extLst>
                <a:ext uri="{FF2B5EF4-FFF2-40B4-BE49-F238E27FC236}">
                  <a16:creationId xmlns:a16="http://schemas.microsoft.com/office/drawing/2014/main" id="{8219820C-6ED2-F86D-3775-C469DBEDEE1B}"/>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14570010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5_End -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2" name="Group 4">
            <a:extLst>
              <a:ext uri="{FF2B5EF4-FFF2-40B4-BE49-F238E27FC236}">
                <a16:creationId xmlns:a16="http://schemas.microsoft.com/office/drawing/2014/main" id="{5D535710-110B-4BA6-A0F8-6B15B1C93D3C}"/>
              </a:ext>
            </a:extLst>
          </p:cNvPr>
          <p:cNvGrpSpPr>
            <a:grpSpLocks noChangeAspect="1"/>
          </p:cNvGrpSpPr>
          <p:nvPr userDrawn="1"/>
        </p:nvGrpSpPr>
        <p:grpSpPr bwMode="auto">
          <a:xfrm>
            <a:off x="10421934" y="6308714"/>
            <a:ext cx="1162049" cy="266699"/>
            <a:chOff x="6565" y="3974"/>
            <a:chExt cx="732" cy="168"/>
          </a:xfrm>
          <a:solidFill>
            <a:schemeClr val="tx2"/>
          </a:solidFill>
        </p:grpSpPr>
        <p:sp>
          <p:nvSpPr>
            <p:cNvPr id="13" name="Freeform 5">
              <a:extLst>
                <a:ext uri="{FF2B5EF4-FFF2-40B4-BE49-F238E27FC236}">
                  <a16:creationId xmlns:a16="http://schemas.microsoft.com/office/drawing/2014/main" id="{ABFE6996-7BB9-4768-952C-92EB906C148D}"/>
                </a:ext>
              </a:extLst>
            </p:cNvPr>
            <p:cNvSpPr>
              <a:spLocks/>
            </p:cNvSpPr>
            <p:nvPr userDrawn="1"/>
          </p:nvSpPr>
          <p:spPr bwMode="auto">
            <a:xfrm>
              <a:off x="6718" y="3974"/>
              <a:ext cx="146" cy="168"/>
            </a:xfrm>
            <a:custGeom>
              <a:avLst/>
              <a:gdLst>
                <a:gd name="T0" fmla="*/ 626 w 634"/>
                <a:gd name="T1" fmla="*/ 0 h 725"/>
                <a:gd name="T2" fmla="*/ 626 w 634"/>
                <a:gd name="T3" fmla="*/ 0 h 725"/>
                <a:gd name="T4" fmla="*/ 527 w 634"/>
                <a:gd name="T5" fmla="*/ 0 h 725"/>
                <a:gd name="T6" fmla="*/ 519 w 634"/>
                <a:gd name="T7" fmla="*/ 6 h 725"/>
                <a:gd name="T8" fmla="*/ 326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1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4" y="0"/>
                    <a:pt x="520" y="2"/>
                    <a:pt x="519" y="6"/>
                  </a:cubicBezTo>
                  <a:lnTo>
                    <a:pt x="326" y="456"/>
                  </a:lnTo>
                  <a:cubicBezTo>
                    <a:pt x="323" y="462"/>
                    <a:pt x="313" y="462"/>
                    <a:pt x="310" y="456"/>
                  </a:cubicBezTo>
                  <a:lnTo>
                    <a:pt x="117" y="6"/>
                  </a:lnTo>
                  <a:cubicBezTo>
                    <a:pt x="116" y="2"/>
                    <a:pt x="112" y="0"/>
                    <a:pt x="108" y="0"/>
                  </a:cubicBezTo>
                  <a:lnTo>
                    <a:pt x="9" y="0"/>
                  </a:lnTo>
                  <a:cubicBezTo>
                    <a:pt x="4" y="0"/>
                    <a:pt x="0" y="5"/>
                    <a:pt x="2" y="9"/>
                  </a:cubicBezTo>
                  <a:lnTo>
                    <a:pt x="311"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6">
              <a:extLst>
                <a:ext uri="{FF2B5EF4-FFF2-40B4-BE49-F238E27FC236}">
                  <a16:creationId xmlns:a16="http://schemas.microsoft.com/office/drawing/2014/main" id="{2C7E5DEA-DA34-44D7-ACE9-32FBD7872A1D}"/>
                </a:ext>
              </a:extLst>
            </p:cNvPr>
            <p:cNvSpPr>
              <a:spLocks noEditPoints="1"/>
            </p:cNvSpPr>
            <p:nvPr userDrawn="1"/>
          </p:nvSpPr>
          <p:spPr bwMode="auto">
            <a:xfrm>
              <a:off x="6565" y="3974"/>
              <a:ext cx="170" cy="168"/>
            </a:xfrm>
            <a:custGeom>
              <a:avLst/>
              <a:gdLst>
                <a:gd name="T0" fmla="*/ 326 w 736"/>
                <a:gd name="T1" fmla="*/ 466 h 724"/>
                <a:gd name="T2" fmla="*/ 326 w 736"/>
                <a:gd name="T3" fmla="*/ 466 h 724"/>
                <a:gd name="T4" fmla="*/ 411 w 736"/>
                <a:gd name="T5" fmla="*/ 268 h 724"/>
                <a:gd name="T6" fmla="*/ 426 w 736"/>
                <a:gd name="T7" fmla="*/ 268 h 724"/>
                <a:gd name="T8" fmla="*/ 511 w 736"/>
                <a:gd name="T9" fmla="*/ 466 h 724"/>
                <a:gd name="T10" fmla="*/ 326 w 736"/>
                <a:gd name="T11" fmla="*/ 466 h 724"/>
                <a:gd name="T12" fmla="*/ 426 w 736"/>
                <a:gd name="T13" fmla="*/ 6 h 724"/>
                <a:gd name="T14" fmla="*/ 426 w 736"/>
                <a:gd name="T15" fmla="*/ 6 h 724"/>
                <a:gd name="T16" fmla="*/ 409 w 736"/>
                <a:gd name="T17" fmla="*/ 6 h 724"/>
                <a:gd name="T18" fmla="*/ 211 w 736"/>
                <a:gd name="T19" fmla="*/ 466 h 724"/>
                <a:gd name="T20" fmla="*/ 7 w 736"/>
                <a:gd name="T21" fmla="*/ 466 h 724"/>
                <a:gd name="T22" fmla="*/ 1 w 736"/>
                <a:gd name="T23" fmla="*/ 475 h 724"/>
                <a:gd name="T24" fmla="*/ 40 w 736"/>
                <a:gd name="T25" fmla="*/ 560 h 724"/>
                <a:gd name="T26" fmla="*/ 53 w 736"/>
                <a:gd name="T27" fmla="*/ 569 h 724"/>
                <a:gd name="T28" fmla="*/ 167 w 736"/>
                <a:gd name="T29" fmla="*/ 569 h 724"/>
                <a:gd name="T30" fmla="*/ 104 w 736"/>
                <a:gd name="T31" fmla="*/ 715 h 724"/>
                <a:gd name="T32" fmla="*/ 111 w 736"/>
                <a:gd name="T33" fmla="*/ 724 h 724"/>
                <a:gd name="T34" fmla="*/ 209 w 736"/>
                <a:gd name="T35" fmla="*/ 724 h 724"/>
                <a:gd name="T36" fmla="*/ 218 w 736"/>
                <a:gd name="T37" fmla="*/ 719 h 724"/>
                <a:gd name="T38" fmla="*/ 282 w 736"/>
                <a:gd name="T39" fmla="*/ 569 h 724"/>
                <a:gd name="T40" fmla="*/ 555 w 736"/>
                <a:gd name="T41" fmla="*/ 569 h 724"/>
                <a:gd name="T42" fmla="*/ 619 w 736"/>
                <a:gd name="T43" fmla="*/ 719 h 724"/>
                <a:gd name="T44" fmla="*/ 628 w 736"/>
                <a:gd name="T45" fmla="*/ 724 h 724"/>
                <a:gd name="T46" fmla="*/ 727 w 736"/>
                <a:gd name="T47" fmla="*/ 724 h 724"/>
                <a:gd name="T48" fmla="*/ 734 w 736"/>
                <a:gd name="T49" fmla="*/ 715 h 724"/>
                <a:gd name="T50" fmla="*/ 426 w 736"/>
                <a:gd name="T51"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36" h="724">
                  <a:moveTo>
                    <a:pt x="326" y="466"/>
                  </a:moveTo>
                  <a:lnTo>
                    <a:pt x="326" y="466"/>
                  </a:lnTo>
                  <a:lnTo>
                    <a:pt x="411" y="268"/>
                  </a:lnTo>
                  <a:cubicBezTo>
                    <a:pt x="414" y="261"/>
                    <a:pt x="423" y="261"/>
                    <a:pt x="426" y="268"/>
                  </a:cubicBezTo>
                  <a:lnTo>
                    <a:pt x="511" y="466"/>
                  </a:lnTo>
                  <a:lnTo>
                    <a:pt x="326" y="466"/>
                  </a:lnTo>
                  <a:close/>
                  <a:moveTo>
                    <a:pt x="426" y="6"/>
                  </a:moveTo>
                  <a:lnTo>
                    <a:pt x="426" y="6"/>
                  </a:lnTo>
                  <a:cubicBezTo>
                    <a:pt x="423" y="0"/>
                    <a:pt x="412" y="0"/>
                    <a:pt x="409" y="6"/>
                  </a:cubicBezTo>
                  <a:lnTo>
                    <a:pt x="211" y="466"/>
                  </a:lnTo>
                  <a:lnTo>
                    <a:pt x="7" y="466"/>
                  </a:lnTo>
                  <a:cubicBezTo>
                    <a:pt x="2" y="466"/>
                    <a:pt x="0" y="471"/>
                    <a:pt x="1" y="475"/>
                  </a:cubicBezTo>
                  <a:lnTo>
                    <a:pt x="40" y="560"/>
                  </a:lnTo>
                  <a:cubicBezTo>
                    <a:pt x="42" y="566"/>
                    <a:pt x="47" y="569"/>
                    <a:pt x="53" y="569"/>
                  </a:cubicBezTo>
                  <a:lnTo>
                    <a:pt x="167" y="569"/>
                  </a:lnTo>
                  <a:lnTo>
                    <a:pt x="104" y="715"/>
                  </a:lnTo>
                  <a:cubicBezTo>
                    <a:pt x="102" y="719"/>
                    <a:pt x="106" y="724"/>
                    <a:pt x="111" y="724"/>
                  </a:cubicBezTo>
                  <a:lnTo>
                    <a:pt x="209" y="724"/>
                  </a:lnTo>
                  <a:cubicBezTo>
                    <a:pt x="213" y="724"/>
                    <a:pt x="216" y="722"/>
                    <a:pt x="218" y="719"/>
                  </a:cubicBezTo>
                  <a:lnTo>
                    <a:pt x="282" y="569"/>
                  </a:lnTo>
                  <a:lnTo>
                    <a:pt x="555" y="569"/>
                  </a:lnTo>
                  <a:lnTo>
                    <a:pt x="619" y="719"/>
                  </a:lnTo>
                  <a:cubicBezTo>
                    <a:pt x="621" y="722"/>
                    <a:pt x="624" y="724"/>
                    <a:pt x="628" y="724"/>
                  </a:cubicBezTo>
                  <a:lnTo>
                    <a:pt x="727" y="724"/>
                  </a:lnTo>
                  <a:cubicBezTo>
                    <a:pt x="732" y="724"/>
                    <a:pt x="736" y="719"/>
                    <a:pt x="734" y="715"/>
                  </a:cubicBezTo>
                  <a:lnTo>
                    <a:pt x="426"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7">
              <a:extLst>
                <a:ext uri="{FF2B5EF4-FFF2-40B4-BE49-F238E27FC236}">
                  <a16:creationId xmlns:a16="http://schemas.microsoft.com/office/drawing/2014/main" id="{14014E3B-91DD-4937-9B32-D8ADB6791DD4}"/>
                </a:ext>
              </a:extLst>
            </p:cNvPr>
            <p:cNvSpPr>
              <a:spLocks/>
            </p:cNvSpPr>
            <p:nvPr userDrawn="1"/>
          </p:nvSpPr>
          <p:spPr bwMode="auto">
            <a:xfrm>
              <a:off x="7022" y="3974"/>
              <a:ext cx="146" cy="168"/>
            </a:xfrm>
            <a:custGeom>
              <a:avLst/>
              <a:gdLst>
                <a:gd name="T0" fmla="*/ 626 w 634"/>
                <a:gd name="T1" fmla="*/ 0 h 725"/>
                <a:gd name="T2" fmla="*/ 626 w 634"/>
                <a:gd name="T3" fmla="*/ 0 h 725"/>
                <a:gd name="T4" fmla="*/ 527 w 634"/>
                <a:gd name="T5" fmla="*/ 0 h 725"/>
                <a:gd name="T6" fmla="*/ 519 w 634"/>
                <a:gd name="T7" fmla="*/ 6 h 725"/>
                <a:gd name="T8" fmla="*/ 325 w 634"/>
                <a:gd name="T9" fmla="*/ 456 h 725"/>
                <a:gd name="T10" fmla="*/ 310 w 634"/>
                <a:gd name="T11" fmla="*/ 456 h 725"/>
                <a:gd name="T12" fmla="*/ 117 w 634"/>
                <a:gd name="T13" fmla="*/ 6 h 725"/>
                <a:gd name="T14" fmla="*/ 108 w 634"/>
                <a:gd name="T15" fmla="*/ 0 h 725"/>
                <a:gd name="T16" fmla="*/ 9 w 634"/>
                <a:gd name="T17" fmla="*/ 0 h 725"/>
                <a:gd name="T18" fmla="*/ 2 w 634"/>
                <a:gd name="T19" fmla="*/ 9 h 725"/>
                <a:gd name="T20" fmla="*/ 310 w 634"/>
                <a:gd name="T21" fmla="*/ 718 h 725"/>
                <a:gd name="T22" fmla="*/ 327 w 634"/>
                <a:gd name="T23" fmla="*/ 718 h 725"/>
                <a:gd name="T24" fmla="*/ 632 w 634"/>
                <a:gd name="T25" fmla="*/ 9 h 725"/>
                <a:gd name="T26" fmla="*/ 626 w 634"/>
                <a:gd name="T27" fmla="*/ 0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4" h="725">
                  <a:moveTo>
                    <a:pt x="626" y="0"/>
                  </a:moveTo>
                  <a:lnTo>
                    <a:pt x="626" y="0"/>
                  </a:lnTo>
                  <a:lnTo>
                    <a:pt x="527" y="0"/>
                  </a:lnTo>
                  <a:cubicBezTo>
                    <a:pt x="523" y="0"/>
                    <a:pt x="520" y="2"/>
                    <a:pt x="519" y="6"/>
                  </a:cubicBezTo>
                  <a:lnTo>
                    <a:pt x="325" y="456"/>
                  </a:lnTo>
                  <a:cubicBezTo>
                    <a:pt x="323" y="462"/>
                    <a:pt x="313" y="462"/>
                    <a:pt x="310" y="456"/>
                  </a:cubicBezTo>
                  <a:lnTo>
                    <a:pt x="117" y="6"/>
                  </a:lnTo>
                  <a:cubicBezTo>
                    <a:pt x="115" y="2"/>
                    <a:pt x="112" y="0"/>
                    <a:pt x="108" y="0"/>
                  </a:cubicBezTo>
                  <a:lnTo>
                    <a:pt x="9" y="0"/>
                  </a:lnTo>
                  <a:cubicBezTo>
                    <a:pt x="4" y="0"/>
                    <a:pt x="0" y="5"/>
                    <a:pt x="2" y="9"/>
                  </a:cubicBezTo>
                  <a:lnTo>
                    <a:pt x="310" y="718"/>
                  </a:lnTo>
                  <a:cubicBezTo>
                    <a:pt x="314" y="725"/>
                    <a:pt x="324" y="725"/>
                    <a:pt x="327" y="718"/>
                  </a:cubicBezTo>
                  <a:lnTo>
                    <a:pt x="632" y="9"/>
                  </a:lnTo>
                  <a:cubicBezTo>
                    <a:pt x="634" y="5"/>
                    <a:pt x="631" y="0"/>
                    <a:pt x="626"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8">
              <a:extLst>
                <a:ext uri="{FF2B5EF4-FFF2-40B4-BE49-F238E27FC236}">
                  <a16:creationId xmlns:a16="http://schemas.microsoft.com/office/drawing/2014/main" id="{A7166DEF-2B9E-43F8-B349-2DE7372122F8}"/>
                </a:ext>
              </a:extLst>
            </p:cNvPr>
            <p:cNvSpPr>
              <a:spLocks noEditPoints="1"/>
            </p:cNvSpPr>
            <p:nvPr userDrawn="1"/>
          </p:nvSpPr>
          <p:spPr bwMode="auto">
            <a:xfrm>
              <a:off x="7151" y="3974"/>
              <a:ext cx="146" cy="168"/>
            </a:xfrm>
            <a:custGeom>
              <a:avLst/>
              <a:gdLst>
                <a:gd name="T0" fmla="*/ 223 w 633"/>
                <a:gd name="T1" fmla="*/ 466 h 724"/>
                <a:gd name="T2" fmla="*/ 223 w 633"/>
                <a:gd name="T3" fmla="*/ 466 h 724"/>
                <a:gd name="T4" fmla="*/ 308 w 633"/>
                <a:gd name="T5" fmla="*/ 268 h 724"/>
                <a:gd name="T6" fmla="*/ 324 w 633"/>
                <a:gd name="T7" fmla="*/ 268 h 724"/>
                <a:gd name="T8" fmla="*/ 409 w 633"/>
                <a:gd name="T9" fmla="*/ 466 h 724"/>
                <a:gd name="T10" fmla="*/ 223 w 633"/>
                <a:gd name="T11" fmla="*/ 466 h 724"/>
                <a:gd name="T12" fmla="*/ 323 w 633"/>
                <a:gd name="T13" fmla="*/ 6 h 724"/>
                <a:gd name="T14" fmla="*/ 323 w 633"/>
                <a:gd name="T15" fmla="*/ 6 h 724"/>
                <a:gd name="T16" fmla="*/ 307 w 633"/>
                <a:gd name="T17" fmla="*/ 6 h 724"/>
                <a:gd name="T18" fmla="*/ 2 w 633"/>
                <a:gd name="T19" fmla="*/ 715 h 724"/>
                <a:gd name="T20" fmla="*/ 8 w 633"/>
                <a:gd name="T21" fmla="*/ 724 h 724"/>
                <a:gd name="T22" fmla="*/ 107 w 633"/>
                <a:gd name="T23" fmla="*/ 724 h 724"/>
                <a:gd name="T24" fmla="*/ 115 w 633"/>
                <a:gd name="T25" fmla="*/ 719 h 724"/>
                <a:gd name="T26" fmla="*/ 179 w 633"/>
                <a:gd name="T27" fmla="*/ 569 h 724"/>
                <a:gd name="T28" fmla="*/ 453 w 633"/>
                <a:gd name="T29" fmla="*/ 569 h 724"/>
                <a:gd name="T30" fmla="*/ 517 w 633"/>
                <a:gd name="T31" fmla="*/ 719 h 724"/>
                <a:gd name="T32" fmla="*/ 525 w 633"/>
                <a:gd name="T33" fmla="*/ 724 h 724"/>
                <a:gd name="T34" fmla="*/ 625 w 633"/>
                <a:gd name="T35" fmla="*/ 724 h 724"/>
                <a:gd name="T36" fmla="*/ 631 w 633"/>
                <a:gd name="T37" fmla="*/ 715 h 724"/>
                <a:gd name="T38" fmla="*/ 323 w 633"/>
                <a:gd name="T39" fmla="*/ 6 h 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33" h="724">
                  <a:moveTo>
                    <a:pt x="223" y="466"/>
                  </a:moveTo>
                  <a:lnTo>
                    <a:pt x="223" y="466"/>
                  </a:lnTo>
                  <a:lnTo>
                    <a:pt x="308" y="268"/>
                  </a:lnTo>
                  <a:cubicBezTo>
                    <a:pt x="311" y="261"/>
                    <a:pt x="321" y="261"/>
                    <a:pt x="324" y="268"/>
                  </a:cubicBezTo>
                  <a:lnTo>
                    <a:pt x="409" y="466"/>
                  </a:lnTo>
                  <a:lnTo>
                    <a:pt x="223" y="466"/>
                  </a:lnTo>
                  <a:close/>
                  <a:moveTo>
                    <a:pt x="323" y="6"/>
                  </a:moveTo>
                  <a:lnTo>
                    <a:pt x="323" y="6"/>
                  </a:lnTo>
                  <a:cubicBezTo>
                    <a:pt x="320" y="0"/>
                    <a:pt x="310" y="0"/>
                    <a:pt x="307" y="6"/>
                  </a:cubicBezTo>
                  <a:lnTo>
                    <a:pt x="2" y="715"/>
                  </a:lnTo>
                  <a:cubicBezTo>
                    <a:pt x="0" y="719"/>
                    <a:pt x="3" y="724"/>
                    <a:pt x="8" y="724"/>
                  </a:cubicBezTo>
                  <a:lnTo>
                    <a:pt x="107" y="724"/>
                  </a:lnTo>
                  <a:cubicBezTo>
                    <a:pt x="110" y="724"/>
                    <a:pt x="114" y="722"/>
                    <a:pt x="115" y="719"/>
                  </a:cubicBezTo>
                  <a:lnTo>
                    <a:pt x="179" y="569"/>
                  </a:lnTo>
                  <a:lnTo>
                    <a:pt x="453" y="569"/>
                  </a:lnTo>
                  <a:lnTo>
                    <a:pt x="517" y="719"/>
                  </a:lnTo>
                  <a:cubicBezTo>
                    <a:pt x="518" y="722"/>
                    <a:pt x="522" y="724"/>
                    <a:pt x="525" y="724"/>
                  </a:cubicBezTo>
                  <a:lnTo>
                    <a:pt x="625" y="724"/>
                  </a:lnTo>
                  <a:cubicBezTo>
                    <a:pt x="630" y="724"/>
                    <a:pt x="633" y="719"/>
                    <a:pt x="631" y="715"/>
                  </a:cubicBezTo>
                  <a:lnTo>
                    <a:pt x="323"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9">
              <a:extLst>
                <a:ext uri="{FF2B5EF4-FFF2-40B4-BE49-F238E27FC236}">
                  <a16:creationId xmlns:a16="http://schemas.microsoft.com/office/drawing/2014/main" id="{7868DEBD-9196-41C8-A3F4-755F985685A7}"/>
                </a:ext>
              </a:extLst>
            </p:cNvPr>
            <p:cNvSpPr>
              <a:spLocks/>
            </p:cNvSpPr>
            <p:nvPr userDrawn="1"/>
          </p:nvSpPr>
          <p:spPr bwMode="auto">
            <a:xfrm>
              <a:off x="6888" y="3974"/>
              <a:ext cx="111" cy="24"/>
            </a:xfrm>
            <a:custGeom>
              <a:avLst/>
              <a:gdLst>
                <a:gd name="T0" fmla="*/ 473 w 480"/>
                <a:gd name="T1" fmla="*/ 0 h 105"/>
                <a:gd name="T2" fmla="*/ 473 w 480"/>
                <a:gd name="T3" fmla="*/ 0 h 105"/>
                <a:gd name="T4" fmla="*/ 7 w 480"/>
                <a:gd name="T5" fmla="*/ 0 h 105"/>
                <a:gd name="T6" fmla="*/ 0 w 480"/>
                <a:gd name="T7" fmla="*/ 6 h 105"/>
                <a:gd name="T8" fmla="*/ 0 w 480"/>
                <a:gd name="T9" fmla="*/ 98 h 105"/>
                <a:gd name="T10" fmla="*/ 7 w 480"/>
                <a:gd name="T11" fmla="*/ 105 h 105"/>
                <a:gd name="T12" fmla="*/ 473 w 480"/>
                <a:gd name="T13" fmla="*/ 105 h 105"/>
                <a:gd name="T14" fmla="*/ 480 w 480"/>
                <a:gd name="T15" fmla="*/ 98 h 105"/>
                <a:gd name="T16" fmla="*/ 480 w 480"/>
                <a:gd name="T17" fmla="*/ 6 h 105"/>
                <a:gd name="T18" fmla="*/ 473 w 480"/>
                <a:gd name="T19" fmla="*/ 0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5">
                  <a:moveTo>
                    <a:pt x="473" y="0"/>
                  </a:moveTo>
                  <a:lnTo>
                    <a:pt x="473" y="0"/>
                  </a:lnTo>
                  <a:lnTo>
                    <a:pt x="7" y="0"/>
                  </a:lnTo>
                  <a:cubicBezTo>
                    <a:pt x="3" y="0"/>
                    <a:pt x="0" y="3"/>
                    <a:pt x="0" y="6"/>
                  </a:cubicBezTo>
                  <a:lnTo>
                    <a:pt x="0" y="98"/>
                  </a:lnTo>
                  <a:cubicBezTo>
                    <a:pt x="0" y="102"/>
                    <a:pt x="3" y="105"/>
                    <a:pt x="7" y="105"/>
                  </a:cubicBezTo>
                  <a:lnTo>
                    <a:pt x="473" y="105"/>
                  </a:lnTo>
                  <a:cubicBezTo>
                    <a:pt x="477" y="105"/>
                    <a:pt x="480" y="102"/>
                    <a:pt x="480" y="98"/>
                  </a:cubicBezTo>
                  <a:lnTo>
                    <a:pt x="480" y="6"/>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Freeform 10">
              <a:extLst>
                <a:ext uri="{FF2B5EF4-FFF2-40B4-BE49-F238E27FC236}">
                  <a16:creationId xmlns:a16="http://schemas.microsoft.com/office/drawing/2014/main" id="{93AD75E9-9DBC-4352-BE73-BA4D8CC97EF5}"/>
                </a:ext>
              </a:extLst>
            </p:cNvPr>
            <p:cNvSpPr>
              <a:spLocks/>
            </p:cNvSpPr>
            <p:nvPr userDrawn="1"/>
          </p:nvSpPr>
          <p:spPr bwMode="auto">
            <a:xfrm>
              <a:off x="6888" y="4045"/>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99 h 106"/>
                <a:gd name="T10" fmla="*/ 7 w 480"/>
                <a:gd name="T11" fmla="*/ 106 h 106"/>
                <a:gd name="T12" fmla="*/ 473 w 480"/>
                <a:gd name="T13" fmla="*/ 106 h 106"/>
                <a:gd name="T14" fmla="*/ 480 w 480"/>
                <a:gd name="T15" fmla="*/ 99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99"/>
                  </a:lnTo>
                  <a:cubicBezTo>
                    <a:pt x="0" y="103"/>
                    <a:pt x="3" y="106"/>
                    <a:pt x="7" y="106"/>
                  </a:cubicBezTo>
                  <a:lnTo>
                    <a:pt x="473" y="106"/>
                  </a:lnTo>
                  <a:cubicBezTo>
                    <a:pt x="477" y="106"/>
                    <a:pt x="480" y="103"/>
                    <a:pt x="480" y="99"/>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 name="Freeform 11">
              <a:extLst>
                <a:ext uri="{FF2B5EF4-FFF2-40B4-BE49-F238E27FC236}">
                  <a16:creationId xmlns:a16="http://schemas.microsoft.com/office/drawing/2014/main" id="{F9683FFC-62CA-4760-BB37-64E8DEE61445}"/>
                </a:ext>
              </a:extLst>
            </p:cNvPr>
            <p:cNvSpPr>
              <a:spLocks/>
            </p:cNvSpPr>
            <p:nvPr userDrawn="1"/>
          </p:nvSpPr>
          <p:spPr bwMode="auto">
            <a:xfrm>
              <a:off x="6888" y="4116"/>
              <a:ext cx="111" cy="25"/>
            </a:xfrm>
            <a:custGeom>
              <a:avLst/>
              <a:gdLst>
                <a:gd name="T0" fmla="*/ 473 w 480"/>
                <a:gd name="T1" fmla="*/ 0 h 106"/>
                <a:gd name="T2" fmla="*/ 473 w 480"/>
                <a:gd name="T3" fmla="*/ 0 h 106"/>
                <a:gd name="T4" fmla="*/ 7 w 480"/>
                <a:gd name="T5" fmla="*/ 0 h 106"/>
                <a:gd name="T6" fmla="*/ 0 w 480"/>
                <a:gd name="T7" fmla="*/ 7 h 106"/>
                <a:gd name="T8" fmla="*/ 0 w 480"/>
                <a:gd name="T9" fmla="*/ 100 h 106"/>
                <a:gd name="T10" fmla="*/ 7 w 480"/>
                <a:gd name="T11" fmla="*/ 106 h 106"/>
                <a:gd name="T12" fmla="*/ 473 w 480"/>
                <a:gd name="T13" fmla="*/ 106 h 106"/>
                <a:gd name="T14" fmla="*/ 480 w 480"/>
                <a:gd name="T15" fmla="*/ 100 h 106"/>
                <a:gd name="T16" fmla="*/ 480 w 480"/>
                <a:gd name="T17" fmla="*/ 7 h 106"/>
                <a:gd name="T18" fmla="*/ 473 w 480"/>
                <a:gd name="T19"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80" h="106">
                  <a:moveTo>
                    <a:pt x="473" y="0"/>
                  </a:moveTo>
                  <a:lnTo>
                    <a:pt x="473" y="0"/>
                  </a:lnTo>
                  <a:lnTo>
                    <a:pt x="7" y="0"/>
                  </a:lnTo>
                  <a:cubicBezTo>
                    <a:pt x="3" y="0"/>
                    <a:pt x="0" y="3"/>
                    <a:pt x="0" y="7"/>
                  </a:cubicBezTo>
                  <a:lnTo>
                    <a:pt x="0" y="100"/>
                  </a:lnTo>
                  <a:cubicBezTo>
                    <a:pt x="0" y="103"/>
                    <a:pt x="3" y="106"/>
                    <a:pt x="7" y="106"/>
                  </a:cubicBezTo>
                  <a:lnTo>
                    <a:pt x="473" y="106"/>
                  </a:lnTo>
                  <a:cubicBezTo>
                    <a:pt x="477" y="106"/>
                    <a:pt x="480" y="103"/>
                    <a:pt x="480" y="100"/>
                  </a:cubicBezTo>
                  <a:lnTo>
                    <a:pt x="480" y="7"/>
                  </a:lnTo>
                  <a:cubicBezTo>
                    <a:pt x="480" y="3"/>
                    <a:pt x="477" y="0"/>
                    <a:pt x="47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4" name="Footer Placeholder 3">
            <a:extLst>
              <a:ext uri="{FF2B5EF4-FFF2-40B4-BE49-F238E27FC236}">
                <a16:creationId xmlns:a16="http://schemas.microsoft.com/office/drawing/2014/main" id="{DF238032-A99E-1344-BEAE-3C0CBFCABE13}"/>
              </a:ext>
            </a:extLst>
          </p:cNvPr>
          <p:cNvSpPr>
            <a:spLocks noGrp="1"/>
          </p:cNvSpPr>
          <p:nvPr>
            <p:ph type="ftr" sz="quarter" idx="11"/>
          </p:nvPr>
        </p:nvSpPr>
        <p:spPr/>
        <p:txBody>
          <a:bodyPr/>
          <a:lstStyle/>
          <a:p>
            <a:r>
              <a:rPr lang="en-US" dirty="0"/>
              <a:t>For Internal Use Only. © 2026 AVEVA Group Limited or its subsidiaries. All rights reserved.</a:t>
            </a:r>
            <a:endParaRPr lang="en-GB" dirty="0"/>
          </a:p>
        </p:txBody>
      </p:sp>
      <p:sp>
        <p:nvSpPr>
          <p:cNvPr id="7" name="Slide Number Placeholder 6">
            <a:extLst>
              <a:ext uri="{FF2B5EF4-FFF2-40B4-BE49-F238E27FC236}">
                <a16:creationId xmlns:a16="http://schemas.microsoft.com/office/drawing/2014/main" id="{68684F10-B6AC-9949-B930-AD13E50278ED}"/>
              </a:ext>
            </a:extLst>
          </p:cNvPr>
          <p:cNvSpPr>
            <a:spLocks noGrp="1"/>
          </p:cNvSpPr>
          <p:nvPr>
            <p:ph type="sldNum" sz="quarter" idx="12"/>
          </p:nvPr>
        </p:nvSpPr>
        <p:spPr/>
        <p:txBody>
          <a:bodyPr/>
          <a:lstStyle/>
          <a:p>
            <a:fld id="{267CDB12-45E5-4FD7-AE50-9CB5AFC72BA1}" type="slidenum">
              <a:rPr lang="en-GB" smtClean="0"/>
              <a:pPr/>
              <a:t>‹#›</a:t>
            </a:fld>
            <a:endParaRPr lang="en-GB" dirty="0"/>
          </a:p>
        </p:txBody>
      </p:sp>
      <p:sp>
        <p:nvSpPr>
          <p:cNvPr id="72" name="TextBox 71">
            <a:extLst>
              <a:ext uri="{FF2B5EF4-FFF2-40B4-BE49-F238E27FC236}">
                <a16:creationId xmlns:a16="http://schemas.microsoft.com/office/drawing/2014/main" id="{204C57BA-8BE7-48C1-83EE-B886DF617553}"/>
              </a:ext>
            </a:extLst>
          </p:cNvPr>
          <p:cNvSpPr txBox="1"/>
          <p:nvPr userDrawn="1"/>
        </p:nvSpPr>
        <p:spPr>
          <a:xfrm>
            <a:off x="0" y="-345748"/>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sp>
        <p:nvSpPr>
          <p:cNvPr id="73" name="TextBox 72">
            <a:extLst>
              <a:ext uri="{FF2B5EF4-FFF2-40B4-BE49-F238E27FC236}">
                <a16:creationId xmlns:a16="http://schemas.microsoft.com/office/drawing/2014/main" id="{3C0DF04D-C13C-463F-AA3C-3C5F452395EC}"/>
              </a:ext>
            </a:extLst>
          </p:cNvPr>
          <p:cNvSpPr txBox="1"/>
          <p:nvPr userDrawn="1"/>
        </p:nvSpPr>
        <p:spPr>
          <a:xfrm>
            <a:off x="1008711" y="2725743"/>
            <a:ext cx="4681182" cy="720000"/>
          </a:xfrm>
          <a:prstGeom prst="rect">
            <a:avLst/>
          </a:prstGeom>
          <a:noFill/>
        </p:spPr>
        <p:txBody>
          <a:bodyPr wrap="square" lIns="0" tIns="0" rIns="0" bIns="0" rtlCol="0">
            <a:noAutofit/>
          </a:bodyPr>
          <a:lstStyle/>
          <a:p>
            <a:pPr>
              <a:lnSpc>
                <a:spcPct val="150000"/>
              </a:lnSpc>
            </a:pPr>
            <a:r>
              <a:rPr lang="en-GB" sz="1800" b="0" dirty="0">
                <a:solidFill>
                  <a:schemeClr val="tx2"/>
                </a:solidFill>
                <a:latin typeface="+mn-lt"/>
                <a:cs typeface="Calibri" panose="020F0502020204030204" pitchFamily="34" charset="0"/>
              </a:rPr>
              <a:t>linkedin.com/company/</a:t>
            </a:r>
            <a:r>
              <a:rPr lang="en-GB" sz="1800" b="0" dirty="0" err="1">
                <a:solidFill>
                  <a:schemeClr val="tx2"/>
                </a:solidFill>
                <a:latin typeface="+mn-lt"/>
                <a:cs typeface="Calibri" panose="020F0502020204030204" pitchFamily="34" charset="0"/>
              </a:rPr>
              <a:t>aveva</a:t>
            </a:r>
            <a:r>
              <a:rPr lang="en-GB" sz="1800" b="0" dirty="0">
                <a:solidFill>
                  <a:schemeClr val="tx2"/>
                </a:solidFill>
                <a:latin typeface="+mn-lt"/>
                <a:cs typeface="Calibri" panose="020F0502020204030204" pitchFamily="34" charset="0"/>
              </a:rPr>
              <a:t> </a:t>
            </a:r>
          </a:p>
          <a:p>
            <a:pPr>
              <a:lnSpc>
                <a:spcPct val="150000"/>
              </a:lnSpc>
            </a:pPr>
            <a:r>
              <a:rPr lang="en-GB" sz="1800" b="0" noProof="1">
                <a:solidFill>
                  <a:schemeClr val="tx2"/>
                </a:solidFill>
                <a:latin typeface="+mn-lt"/>
                <a:cs typeface="Calibri" panose="020F0502020204030204" pitchFamily="34" charset="0"/>
              </a:rPr>
              <a:t>@avevagroup</a:t>
            </a:r>
            <a:r>
              <a:rPr lang="en-GB" sz="1800" b="0" dirty="0">
                <a:solidFill>
                  <a:schemeClr val="tx2"/>
                </a:solidFill>
                <a:latin typeface="+mn-lt"/>
                <a:cs typeface="Calibri" panose="020F0502020204030204" pitchFamily="34" charset="0"/>
              </a:rPr>
              <a:t> </a:t>
            </a:r>
          </a:p>
        </p:txBody>
      </p:sp>
      <p:sp>
        <p:nvSpPr>
          <p:cNvPr id="75" name="Freeform 5">
            <a:extLst>
              <a:ext uri="{FF2B5EF4-FFF2-40B4-BE49-F238E27FC236}">
                <a16:creationId xmlns:a16="http://schemas.microsoft.com/office/drawing/2014/main" id="{E899E916-B706-4A4F-A3DA-FB6BEA94FA39}"/>
              </a:ext>
            </a:extLst>
          </p:cNvPr>
          <p:cNvSpPr>
            <a:spLocks noChangeAspect="1" noEditPoints="1"/>
          </p:cNvSpPr>
          <p:nvPr userDrawn="1"/>
        </p:nvSpPr>
        <p:spPr bwMode="auto">
          <a:xfrm>
            <a:off x="609600" y="2791479"/>
            <a:ext cx="301752" cy="301752"/>
          </a:xfrm>
          <a:custGeom>
            <a:avLst/>
            <a:gdLst>
              <a:gd name="T0" fmla="*/ 42 w 84"/>
              <a:gd name="T1" fmla="*/ 0 h 84"/>
              <a:gd name="T2" fmla="*/ 0 w 84"/>
              <a:gd name="T3" fmla="*/ 42 h 84"/>
              <a:gd name="T4" fmla="*/ 42 w 84"/>
              <a:gd name="T5" fmla="*/ 84 h 84"/>
              <a:gd name="T6" fmla="*/ 84 w 84"/>
              <a:gd name="T7" fmla="*/ 42 h 84"/>
              <a:gd name="T8" fmla="*/ 42 w 84"/>
              <a:gd name="T9" fmla="*/ 0 h 84"/>
              <a:gd name="T10" fmla="*/ 32 w 84"/>
              <a:gd name="T11" fmla="*/ 61 h 84"/>
              <a:gd name="T12" fmla="*/ 23 w 84"/>
              <a:gd name="T13" fmla="*/ 61 h 84"/>
              <a:gd name="T14" fmla="*/ 23 w 84"/>
              <a:gd name="T15" fmla="*/ 33 h 84"/>
              <a:gd name="T16" fmla="*/ 32 w 84"/>
              <a:gd name="T17" fmla="*/ 33 h 84"/>
              <a:gd name="T18" fmla="*/ 32 w 84"/>
              <a:gd name="T19" fmla="*/ 61 h 84"/>
              <a:gd name="T20" fmla="*/ 27 w 84"/>
              <a:gd name="T21" fmla="*/ 30 h 84"/>
              <a:gd name="T22" fmla="*/ 27 w 84"/>
              <a:gd name="T23" fmla="*/ 30 h 84"/>
              <a:gd name="T24" fmla="*/ 22 w 84"/>
              <a:gd name="T25" fmla="*/ 25 h 84"/>
              <a:gd name="T26" fmla="*/ 27 w 84"/>
              <a:gd name="T27" fmla="*/ 20 h 84"/>
              <a:gd name="T28" fmla="*/ 33 w 84"/>
              <a:gd name="T29" fmla="*/ 25 h 84"/>
              <a:gd name="T30" fmla="*/ 27 w 84"/>
              <a:gd name="T31" fmla="*/ 30 h 84"/>
              <a:gd name="T32" fmla="*/ 65 w 84"/>
              <a:gd name="T33" fmla="*/ 61 h 84"/>
              <a:gd name="T34" fmla="*/ 56 w 84"/>
              <a:gd name="T35" fmla="*/ 61 h 84"/>
              <a:gd name="T36" fmla="*/ 56 w 84"/>
              <a:gd name="T37" fmla="*/ 46 h 84"/>
              <a:gd name="T38" fmla="*/ 51 w 84"/>
              <a:gd name="T39" fmla="*/ 40 h 84"/>
              <a:gd name="T40" fmla="*/ 47 w 84"/>
              <a:gd name="T41" fmla="*/ 43 h 84"/>
              <a:gd name="T42" fmla="*/ 46 w 84"/>
              <a:gd name="T43" fmla="*/ 46 h 84"/>
              <a:gd name="T44" fmla="*/ 46 w 84"/>
              <a:gd name="T45" fmla="*/ 61 h 84"/>
              <a:gd name="T46" fmla="*/ 37 w 84"/>
              <a:gd name="T47" fmla="*/ 61 h 84"/>
              <a:gd name="T48" fmla="*/ 37 w 84"/>
              <a:gd name="T49" fmla="*/ 33 h 84"/>
              <a:gd name="T50" fmla="*/ 46 w 84"/>
              <a:gd name="T51" fmla="*/ 33 h 84"/>
              <a:gd name="T52" fmla="*/ 46 w 84"/>
              <a:gd name="T53" fmla="*/ 37 h 84"/>
              <a:gd name="T54" fmla="*/ 55 w 84"/>
              <a:gd name="T55" fmla="*/ 33 h 84"/>
              <a:gd name="T56" fmla="*/ 65 w 84"/>
              <a:gd name="T57" fmla="*/ 45 h 84"/>
              <a:gd name="T58" fmla="*/ 65 w 84"/>
              <a:gd name="T59" fmla="*/ 61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4" h="84">
                <a:moveTo>
                  <a:pt x="42" y="0"/>
                </a:moveTo>
                <a:cubicBezTo>
                  <a:pt x="19" y="0"/>
                  <a:pt x="0" y="19"/>
                  <a:pt x="0" y="42"/>
                </a:cubicBezTo>
                <a:cubicBezTo>
                  <a:pt x="0" y="65"/>
                  <a:pt x="19" y="84"/>
                  <a:pt x="42" y="84"/>
                </a:cubicBezTo>
                <a:cubicBezTo>
                  <a:pt x="65" y="84"/>
                  <a:pt x="84" y="65"/>
                  <a:pt x="84" y="42"/>
                </a:cubicBezTo>
                <a:cubicBezTo>
                  <a:pt x="84" y="19"/>
                  <a:pt x="65" y="0"/>
                  <a:pt x="42" y="0"/>
                </a:cubicBezTo>
                <a:close/>
                <a:moveTo>
                  <a:pt x="32" y="61"/>
                </a:moveTo>
                <a:cubicBezTo>
                  <a:pt x="23" y="61"/>
                  <a:pt x="23" y="61"/>
                  <a:pt x="23" y="61"/>
                </a:cubicBezTo>
                <a:cubicBezTo>
                  <a:pt x="23" y="33"/>
                  <a:pt x="23" y="33"/>
                  <a:pt x="23" y="33"/>
                </a:cubicBezTo>
                <a:cubicBezTo>
                  <a:pt x="32" y="33"/>
                  <a:pt x="32" y="33"/>
                  <a:pt x="32" y="33"/>
                </a:cubicBezTo>
                <a:lnTo>
                  <a:pt x="32" y="61"/>
                </a:lnTo>
                <a:close/>
                <a:moveTo>
                  <a:pt x="27" y="30"/>
                </a:moveTo>
                <a:cubicBezTo>
                  <a:pt x="27" y="30"/>
                  <a:pt x="27" y="30"/>
                  <a:pt x="27" y="30"/>
                </a:cubicBezTo>
                <a:cubicBezTo>
                  <a:pt x="24" y="30"/>
                  <a:pt x="22" y="27"/>
                  <a:pt x="22" y="25"/>
                </a:cubicBezTo>
                <a:cubicBezTo>
                  <a:pt x="22" y="22"/>
                  <a:pt x="24" y="20"/>
                  <a:pt x="27" y="20"/>
                </a:cubicBezTo>
                <a:cubicBezTo>
                  <a:pt x="31" y="20"/>
                  <a:pt x="32" y="22"/>
                  <a:pt x="33" y="25"/>
                </a:cubicBezTo>
                <a:cubicBezTo>
                  <a:pt x="33" y="27"/>
                  <a:pt x="31" y="30"/>
                  <a:pt x="27" y="30"/>
                </a:cubicBezTo>
                <a:close/>
                <a:moveTo>
                  <a:pt x="65" y="61"/>
                </a:moveTo>
                <a:cubicBezTo>
                  <a:pt x="56" y="61"/>
                  <a:pt x="56" y="61"/>
                  <a:pt x="56" y="61"/>
                </a:cubicBezTo>
                <a:cubicBezTo>
                  <a:pt x="56" y="46"/>
                  <a:pt x="56" y="46"/>
                  <a:pt x="56" y="46"/>
                </a:cubicBezTo>
                <a:cubicBezTo>
                  <a:pt x="56" y="43"/>
                  <a:pt x="55" y="40"/>
                  <a:pt x="51" y="40"/>
                </a:cubicBezTo>
                <a:cubicBezTo>
                  <a:pt x="49" y="40"/>
                  <a:pt x="47" y="42"/>
                  <a:pt x="47" y="43"/>
                </a:cubicBezTo>
                <a:cubicBezTo>
                  <a:pt x="46" y="44"/>
                  <a:pt x="46" y="45"/>
                  <a:pt x="46" y="46"/>
                </a:cubicBezTo>
                <a:cubicBezTo>
                  <a:pt x="46" y="61"/>
                  <a:pt x="46" y="61"/>
                  <a:pt x="46" y="61"/>
                </a:cubicBezTo>
                <a:cubicBezTo>
                  <a:pt x="37" y="61"/>
                  <a:pt x="37" y="61"/>
                  <a:pt x="37" y="61"/>
                </a:cubicBezTo>
                <a:cubicBezTo>
                  <a:pt x="37" y="61"/>
                  <a:pt x="37" y="36"/>
                  <a:pt x="37" y="33"/>
                </a:cubicBezTo>
                <a:cubicBezTo>
                  <a:pt x="46" y="33"/>
                  <a:pt x="46" y="33"/>
                  <a:pt x="46" y="33"/>
                </a:cubicBezTo>
                <a:cubicBezTo>
                  <a:pt x="46" y="37"/>
                  <a:pt x="46" y="37"/>
                  <a:pt x="46" y="37"/>
                </a:cubicBezTo>
                <a:cubicBezTo>
                  <a:pt x="48" y="35"/>
                  <a:pt x="50" y="33"/>
                  <a:pt x="55" y="33"/>
                </a:cubicBezTo>
                <a:cubicBezTo>
                  <a:pt x="61" y="33"/>
                  <a:pt x="65" y="37"/>
                  <a:pt x="65" y="45"/>
                </a:cubicBezTo>
                <a:lnTo>
                  <a:pt x="65" y="61"/>
                </a:lnTo>
                <a:close/>
              </a:path>
            </a:pathLst>
          </a:custGeom>
          <a:solidFill>
            <a:schemeClr val="tx2"/>
          </a:solidFill>
          <a:ln>
            <a:noFill/>
          </a:ln>
        </p:spPr>
        <p:txBody>
          <a:bodyPr vert="horz" wrap="square" lIns="91440" tIns="45720" rIns="91440" bIns="45720" numCol="1" anchor="t" anchorCtr="0" compatLnSpc="1">
            <a:prstTxWarp prst="textNoShape">
              <a:avLst/>
            </a:prstTxWarp>
          </a:bodyPr>
          <a:lstStyle/>
          <a:p>
            <a:endParaRPr lang="en-US"/>
          </a:p>
        </p:txBody>
      </p:sp>
      <p:sp>
        <p:nvSpPr>
          <p:cNvPr id="76" name="Freeform 6">
            <a:extLst>
              <a:ext uri="{FF2B5EF4-FFF2-40B4-BE49-F238E27FC236}">
                <a16:creationId xmlns:a16="http://schemas.microsoft.com/office/drawing/2014/main" id="{7562E154-11E8-4A95-88DA-555C550432A5}"/>
              </a:ext>
            </a:extLst>
          </p:cNvPr>
          <p:cNvSpPr>
            <a:spLocks noChangeAspect="1" noEditPoints="1"/>
          </p:cNvSpPr>
          <p:nvPr userDrawn="1"/>
        </p:nvSpPr>
        <p:spPr bwMode="auto">
          <a:xfrm>
            <a:off x="609600" y="3228624"/>
            <a:ext cx="301752" cy="301752"/>
          </a:xfrm>
          <a:custGeom>
            <a:avLst/>
            <a:gdLst>
              <a:gd name="T0" fmla="*/ 42 w 84"/>
              <a:gd name="T1" fmla="*/ 0 h 83"/>
              <a:gd name="T2" fmla="*/ 0 w 84"/>
              <a:gd name="T3" fmla="*/ 42 h 83"/>
              <a:gd name="T4" fmla="*/ 42 w 84"/>
              <a:gd name="T5" fmla="*/ 83 h 83"/>
              <a:gd name="T6" fmla="*/ 84 w 84"/>
              <a:gd name="T7" fmla="*/ 42 h 83"/>
              <a:gd name="T8" fmla="*/ 42 w 84"/>
              <a:gd name="T9" fmla="*/ 0 h 83"/>
              <a:gd name="T10" fmla="*/ 61 w 84"/>
              <a:gd name="T11" fmla="*/ 35 h 83"/>
              <a:gd name="T12" fmla="*/ 61 w 84"/>
              <a:gd name="T13" fmla="*/ 36 h 83"/>
              <a:gd name="T14" fmla="*/ 36 w 84"/>
              <a:gd name="T15" fmla="*/ 61 h 83"/>
              <a:gd name="T16" fmla="*/ 22 w 84"/>
              <a:gd name="T17" fmla="*/ 57 h 83"/>
              <a:gd name="T18" fmla="*/ 24 w 84"/>
              <a:gd name="T19" fmla="*/ 57 h 83"/>
              <a:gd name="T20" fmla="*/ 35 w 84"/>
              <a:gd name="T21" fmla="*/ 53 h 83"/>
              <a:gd name="T22" fmla="*/ 27 w 84"/>
              <a:gd name="T23" fmla="*/ 47 h 83"/>
              <a:gd name="T24" fmla="*/ 29 w 84"/>
              <a:gd name="T25" fmla="*/ 47 h 83"/>
              <a:gd name="T26" fmla="*/ 31 w 84"/>
              <a:gd name="T27" fmla="*/ 47 h 83"/>
              <a:gd name="T28" fmla="*/ 24 w 84"/>
              <a:gd name="T29" fmla="*/ 38 h 83"/>
              <a:gd name="T30" fmla="*/ 24 w 84"/>
              <a:gd name="T31" fmla="*/ 38 h 83"/>
              <a:gd name="T32" fmla="*/ 28 w 84"/>
              <a:gd name="T33" fmla="*/ 39 h 83"/>
              <a:gd name="T34" fmla="*/ 24 w 84"/>
              <a:gd name="T35" fmla="*/ 32 h 83"/>
              <a:gd name="T36" fmla="*/ 25 w 84"/>
              <a:gd name="T37" fmla="*/ 27 h 83"/>
              <a:gd name="T38" fmla="*/ 44 w 84"/>
              <a:gd name="T39" fmla="*/ 37 h 83"/>
              <a:gd name="T40" fmla="*/ 43 w 84"/>
              <a:gd name="T41" fmla="*/ 35 h 83"/>
              <a:gd name="T42" fmla="*/ 52 w 84"/>
              <a:gd name="T43" fmla="*/ 26 h 83"/>
              <a:gd name="T44" fmla="*/ 59 w 84"/>
              <a:gd name="T45" fmla="*/ 29 h 83"/>
              <a:gd name="T46" fmla="*/ 64 w 84"/>
              <a:gd name="T47" fmla="*/ 26 h 83"/>
              <a:gd name="T48" fmla="*/ 61 w 84"/>
              <a:gd name="T49" fmla="*/ 31 h 83"/>
              <a:gd name="T50" fmla="*/ 66 w 84"/>
              <a:gd name="T51" fmla="*/ 30 h 83"/>
              <a:gd name="T52" fmla="*/ 61 w 84"/>
              <a:gd name="T53" fmla="*/ 35 h 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4" h="83">
                <a:moveTo>
                  <a:pt x="42" y="0"/>
                </a:moveTo>
                <a:cubicBezTo>
                  <a:pt x="19" y="0"/>
                  <a:pt x="0" y="18"/>
                  <a:pt x="0" y="42"/>
                </a:cubicBezTo>
                <a:cubicBezTo>
                  <a:pt x="0" y="65"/>
                  <a:pt x="19" y="83"/>
                  <a:pt x="42" y="83"/>
                </a:cubicBezTo>
                <a:cubicBezTo>
                  <a:pt x="65" y="83"/>
                  <a:pt x="84" y="65"/>
                  <a:pt x="84" y="42"/>
                </a:cubicBezTo>
                <a:cubicBezTo>
                  <a:pt x="84" y="18"/>
                  <a:pt x="65" y="0"/>
                  <a:pt x="42" y="0"/>
                </a:cubicBezTo>
                <a:close/>
                <a:moveTo>
                  <a:pt x="61" y="35"/>
                </a:moveTo>
                <a:cubicBezTo>
                  <a:pt x="61" y="35"/>
                  <a:pt x="61" y="35"/>
                  <a:pt x="61" y="36"/>
                </a:cubicBezTo>
                <a:cubicBezTo>
                  <a:pt x="61" y="47"/>
                  <a:pt x="52" y="61"/>
                  <a:pt x="36" y="61"/>
                </a:cubicBezTo>
                <a:cubicBezTo>
                  <a:pt x="31" y="61"/>
                  <a:pt x="26" y="60"/>
                  <a:pt x="22" y="57"/>
                </a:cubicBezTo>
                <a:cubicBezTo>
                  <a:pt x="23" y="57"/>
                  <a:pt x="24" y="57"/>
                  <a:pt x="24" y="57"/>
                </a:cubicBezTo>
                <a:cubicBezTo>
                  <a:pt x="29" y="57"/>
                  <a:pt x="32" y="56"/>
                  <a:pt x="35" y="53"/>
                </a:cubicBezTo>
                <a:cubicBezTo>
                  <a:pt x="32" y="53"/>
                  <a:pt x="28" y="51"/>
                  <a:pt x="27" y="47"/>
                </a:cubicBezTo>
                <a:cubicBezTo>
                  <a:pt x="28" y="47"/>
                  <a:pt x="28" y="47"/>
                  <a:pt x="29" y="47"/>
                </a:cubicBezTo>
                <a:cubicBezTo>
                  <a:pt x="30" y="47"/>
                  <a:pt x="30" y="47"/>
                  <a:pt x="31" y="47"/>
                </a:cubicBezTo>
                <a:cubicBezTo>
                  <a:pt x="27" y="46"/>
                  <a:pt x="24" y="43"/>
                  <a:pt x="24" y="38"/>
                </a:cubicBezTo>
                <a:cubicBezTo>
                  <a:pt x="24" y="38"/>
                  <a:pt x="24" y="38"/>
                  <a:pt x="24" y="38"/>
                </a:cubicBezTo>
                <a:cubicBezTo>
                  <a:pt x="25" y="39"/>
                  <a:pt x="27" y="39"/>
                  <a:pt x="28" y="39"/>
                </a:cubicBezTo>
                <a:cubicBezTo>
                  <a:pt x="26" y="38"/>
                  <a:pt x="24" y="35"/>
                  <a:pt x="24" y="32"/>
                </a:cubicBezTo>
                <a:cubicBezTo>
                  <a:pt x="24" y="30"/>
                  <a:pt x="25" y="29"/>
                  <a:pt x="25" y="27"/>
                </a:cubicBezTo>
                <a:cubicBezTo>
                  <a:pt x="30" y="33"/>
                  <a:pt x="36" y="36"/>
                  <a:pt x="44" y="37"/>
                </a:cubicBezTo>
                <a:cubicBezTo>
                  <a:pt x="43" y="36"/>
                  <a:pt x="43" y="35"/>
                  <a:pt x="43" y="35"/>
                </a:cubicBezTo>
                <a:cubicBezTo>
                  <a:pt x="43" y="30"/>
                  <a:pt x="47" y="26"/>
                  <a:pt x="52" y="26"/>
                </a:cubicBezTo>
                <a:cubicBezTo>
                  <a:pt x="55" y="26"/>
                  <a:pt x="57" y="27"/>
                  <a:pt x="59" y="29"/>
                </a:cubicBezTo>
                <a:cubicBezTo>
                  <a:pt x="61" y="28"/>
                  <a:pt x="63" y="28"/>
                  <a:pt x="64" y="26"/>
                </a:cubicBezTo>
                <a:cubicBezTo>
                  <a:pt x="64" y="29"/>
                  <a:pt x="62" y="30"/>
                  <a:pt x="61" y="31"/>
                </a:cubicBezTo>
                <a:cubicBezTo>
                  <a:pt x="62" y="31"/>
                  <a:pt x="64" y="31"/>
                  <a:pt x="66" y="30"/>
                </a:cubicBezTo>
                <a:cubicBezTo>
                  <a:pt x="64" y="32"/>
                  <a:pt x="63" y="33"/>
                  <a:pt x="61" y="35"/>
                </a:cubicBezTo>
                <a:close/>
              </a:path>
            </a:pathLst>
          </a:custGeom>
          <a:solidFill>
            <a:schemeClr val="tx2"/>
          </a:solidFill>
          <a:ln>
            <a:noFill/>
          </a:ln>
        </p:spPr>
        <p:txBody>
          <a:bodyPr vert="horz" wrap="square" lIns="91440" tIns="45720" rIns="91440" bIns="45720" numCol="1" anchor="t" anchorCtr="0" compatLnSpc="1">
            <a:prstTxWarp prst="textNoShape">
              <a:avLst/>
            </a:prstTxWarp>
          </a:bodyPr>
          <a:lstStyle/>
          <a:p>
            <a:endParaRPr lang="en-US"/>
          </a:p>
        </p:txBody>
      </p:sp>
      <p:sp>
        <p:nvSpPr>
          <p:cNvPr id="3" name="TextBox 2">
            <a:extLst>
              <a:ext uri="{FF2B5EF4-FFF2-40B4-BE49-F238E27FC236}">
                <a16:creationId xmlns:a16="http://schemas.microsoft.com/office/drawing/2014/main" id="{A1B3040C-CC20-3790-2641-010F6CAB746B}"/>
              </a:ext>
            </a:extLst>
          </p:cNvPr>
          <p:cNvSpPr txBox="1"/>
          <p:nvPr userDrawn="1"/>
        </p:nvSpPr>
        <p:spPr>
          <a:xfrm>
            <a:off x="609599" y="4142232"/>
            <a:ext cx="6593768" cy="1915668"/>
          </a:xfrm>
          <a:prstGeom prst="rect">
            <a:avLst/>
          </a:prstGeom>
          <a:noFill/>
        </p:spPr>
        <p:txBody>
          <a:bodyPr wrap="square" lIns="0" tIns="0" rIns="0" bIns="0" rtlCol="0" anchor="b">
            <a:noAutofit/>
          </a:bodyPr>
          <a:lstStyle/>
          <a:p>
            <a:pPr>
              <a:lnSpc>
                <a:spcPts val="1200"/>
              </a:lnSpc>
              <a:spcAft>
                <a:spcPts val="600"/>
              </a:spcAft>
            </a:pPr>
            <a:r>
              <a:rPr lang="en-GB" sz="1000" b="0" cap="all" spc="20" baseline="0" dirty="0">
                <a:solidFill>
                  <a:schemeClr val="tx2"/>
                </a:solidFill>
                <a:latin typeface="+mn-lt"/>
                <a:cs typeface="Calibri" panose="020F0502020204030204" pitchFamily="34" charset="0"/>
              </a:rPr>
              <a:t>About AVEVA </a:t>
            </a:r>
          </a:p>
          <a:p>
            <a:pPr>
              <a:lnSpc>
                <a:spcPts val="1200"/>
              </a:lnSpc>
              <a:spcAft>
                <a:spcPts val="600"/>
              </a:spcAft>
            </a:pPr>
            <a:r>
              <a:rPr lang="en-US" sz="1000" spc="20" dirty="0">
                <a:solidFill>
                  <a:schemeClr val="tx2"/>
                </a:solidFill>
                <a:latin typeface="+mn-lt"/>
                <a:cs typeface="Calibri" panose="020F0502020204030204" pitchFamily="34" charset="0"/>
              </a:rPr>
              <a:t>AVEVA is a world leader in industrial software, providing engineering and operational solutions across multiple industries, including oil and gas, chemical, pharmaceutical, power and utilities, marine, renewables, and food and beverage. Our agnostic and open architecture helps organizations design, build, operate, maintain and optimize the complete lifecycle of complex industrial assets, from production plants and offshore platforms to manufactured consumer goods.</a:t>
            </a:r>
          </a:p>
          <a:p>
            <a:pPr>
              <a:lnSpc>
                <a:spcPts val="1200"/>
              </a:lnSpc>
              <a:spcAft>
                <a:spcPts val="600"/>
              </a:spcAft>
            </a:pPr>
            <a:r>
              <a:rPr lang="en-US" sz="1000" spc="20" dirty="0">
                <a:solidFill>
                  <a:schemeClr val="tx2"/>
                </a:solidFill>
                <a:latin typeface="+mn-lt"/>
                <a:cs typeface="Calibri" panose="020F0502020204030204" pitchFamily="34" charset="0"/>
              </a:rPr>
              <a:t>Over 20,000 enterprises in over 100 countries rely on AVEVA to help them deliver life’s essentials: safe and reliable energy, food, medicines, infrastructure and more. By connecting people with trusted information and AI-enriched insights, AVEVA enables teams to engineer efficiently and optimize operations, driving growth and sustainability.</a:t>
            </a:r>
          </a:p>
          <a:p>
            <a:pPr>
              <a:lnSpc>
                <a:spcPts val="1200"/>
              </a:lnSpc>
              <a:spcAft>
                <a:spcPts val="600"/>
              </a:spcAft>
            </a:pPr>
            <a:r>
              <a:rPr lang="en-US" sz="1000" spc="20" dirty="0">
                <a:solidFill>
                  <a:schemeClr val="tx2"/>
                </a:solidFill>
                <a:latin typeface="+mn-lt"/>
                <a:cs typeface="Calibri" panose="020F0502020204030204" pitchFamily="34" charset="0"/>
              </a:rPr>
              <a:t>Named as one of the world’s most innovative companies, AVEVA supports customers with open solutions and the expertise of more than 6,400 employees, 5,000 partners and 5,700 certified developers. The company is headquartered in Cambridge, UK.</a:t>
            </a:r>
          </a:p>
          <a:p>
            <a:pPr>
              <a:lnSpc>
                <a:spcPts val="1200"/>
              </a:lnSpc>
              <a:spcAft>
                <a:spcPts val="600"/>
              </a:spcAft>
            </a:pPr>
            <a:r>
              <a:rPr lang="en-US" sz="1000" spc="20" dirty="0">
                <a:solidFill>
                  <a:schemeClr val="tx2"/>
                </a:solidFill>
                <a:latin typeface="+mn-lt"/>
                <a:cs typeface="Calibri" panose="020F0502020204030204" pitchFamily="34" charset="0"/>
              </a:rPr>
              <a:t>Learn more at </a:t>
            </a:r>
            <a:r>
              <a:rPr lang="en-US" sz="1000" kern="1200" spc="20" dirty="0">
                <a:solidFill>
                  <a:srgbClr val="4D69E0"/>
                </a:solidFill>
                <a:latin typeface="+mn-lt"/>
                <a:ea typeface="+mn-ea"/>
                <a:cs typeface="Calibri" panose="020F0502020204030204" pitchFamily="34" charset="0"/>
                <a:hlinkClick r:id="rId3">
                  <a:extLst>
                    <a:ext uri="{A12FA001-AC4F-418D-AE19-62706E023703}">
                      <ahyp:hlinkClr xmlns:ahyp="http://schemas.microsoft.com/office/drawing/2018/hyperlinkcolor" val="tx"/>
                    </a:ext>
                  </a:extLst>
                </a:hlinkClick>
              </a:rPr>
              <a:t>www.aveva.com</a:t>
            </a:r>
            <a:r>
              <a:rPr lang="en-US" sz="1000" kern="1200" spc="20" dirty="0">
                <a:solidFill>
                  <a:srgbClr val="4D69E0"/>
                </a:solidFill>
                <a:latin typeface="+mn-lt"/>
                <a:ea typeface="+mn-ea"/>
                <a:cs typeface="Calibri" panose="020F0502020204030204" pitchFamily="34" charset="0"/>
              </a:rPr>
              <a:t> </a:t>
            </a:r>
            <a:endParaRPr lang="en-GB" sz="1000" kern="1200" spc="20" dirty="0">
              <a:solidFill>
                <a:srgbClr val="4D69E0"/>
              </a:solidFill>
              <a:latin typeface="+mn-lt"/>
              <a:ea typeface="+mn-ea"/>
              <a:cs typeface="Calibri" panose="020F0502020204030204" pitchFamily="34" charset="0"/>
            </a:endParaRPr>
          </a:p>
        </p:txBody>
      </p:sp>
      <p:grpSp>
        <p:nvGrpSpPr>
          <p:cNvPr id="2" name="Group 1">
            <a:extLst>
              <a:ext uri="{FF2B5EF4-FFF2-40B4-BE49-F238E27FC236}">
                <a16:creationId xmlns:a16="http://schemas.microsoft.com/office/drawing/2014/main" id="{3127DDEE-9CA6-0CA6-23C2-D3CD55988C09}"/>
              </a:ext>
            </a:extLst>
          </p:cNvPr>
          <p:cNvGrpSpPr/>
          <p:nvPr userDrawn="1"/>
        </p:nvGrpSpPr>
        <p:grpSpPr>
          <a:xfrm>
            <a:off x="12485568" y="112729"/>
            <a:ext cx="2936672" cy="5883149"/>
            <a:chOff x="12485568" y="112729"/>
            <a:chExt cx="2936672" cy="5883149"/>
          </a:xfrm>
        </p:grpSpPr>
        <p:sp>
          <p:nvSpPr>
            <p:cNvPr id="5" name="Oval 4">
              <a:extLst>
                <a:ext uri="{FF2B5EF4-FFF2-40B4-BE49-F238E27FC236}">
                  <a16:creationId xmlns:a16="http://schemas.microsoft.com/office/drawing/2014/main" id="{B849EC22-130A-A4B5-AA56-EFC57DE7B1D9}"/>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6" name="Oval 5">
              <a:extLst>
                <a:ext uri="{FF2B5EF4-FFF2-40B4-BE49-F238E27FC236}">
                  <a16:creationId xmlns:a16="http://schemas.microsoft.com/office/drawing/2014/main" id="{9492E39B-95A2-A299-D2AF-E8E210C25A0B}"/>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8" name="Oval 7">
              <a:extLst>
                <a:ext uri="{FF2B5EF4-FFF2-40B4-BE49-F238E27FC236}">
                  <a16:creationId xmlns:a16="http://schemas.microsoft.com/office/drawing/2014/main" id="{EAC6CFEE-113F-8E83-9F1C-22BB1C813651}"/>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9" name="Rectangle 8">
              <a:extLst>
                <a:ext uri="{FF2B5EF4-FFF2-40B4-BE49-F238E27FC236}">
                  <a16:creationId xmlns:a16="http://schemas.microsoft.com/office/drawing/2014/main" id="{093591AE-F704-8A10-D995-25BBAAEAC008}"/>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10" name="Oval 9">
              <a:extLst>
                <a:ext uri="{FF2B5EF4-FFF2-40B4-BE49-F238E27FC236}">
                  <a16:creationId xmlns:a16="http://schemas.microsoft.com/office/drawing/2014/main" id="{3B43036C-F31A-7D02-1D06-720D09EE1329}"/>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1" name="Oval 10">
              <a:extLst>
                <a:ext uri="{FF2B5EF4-FFF2-40B4-BE49-F238E27FC236}">
                  <a16:creationId xmlns:a16="http://schemas.microsoft.com/office/drawing/2014/main" id="{C0E1DB08-5735-B712-8CA7-DBF8BE70BAFE}"/>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0" name="Oval 19">
              <a:extLst>
                <a:ext uri="{FF2B5EF4-FFF2-40B4-BE49-F238E27FC236}">
                  <a16:creationId xmlns:a16="http://schemas.microsoft.com/office/drawing/2014/main" id="{FD1305F9-68F2-2B20-F843-34DF715BD068}"/>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21" name="Oval 20">
              <a:extLst>
                <a:ext uri="{FF2B5EF4-FFF2-40B4-BE49-F238E27FC236}">
                  <a16:creationId xmlns:a16="http://schemas.microsoft.com/office/drawing/2014/main" id="{070E7937-077C-D221-89C9-2EAD3F8BB7FF}"/>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22" name="Group 21">
              <a:extLst>
                <a:ext uri="{FF2B5EF4-FFF2-40B4-BE49-F238E27FC236}">
                  <a16:creationId xmlns:a16="http://schemas.microsoft.com/office/drawing/2014/main" id="{E42079E6-CB54-C893-198B-8F9E800275B9}"/>
                </a:ext>
              </a:extLst>
            </p:cNvPr>
            <p:cNvGrpSpPr/>
            <p:nvPr userDrawn="1"/>
          </p:nvGrpSpPr>
          <p:grpSpPr>
            <a:xfrm>
              <a:off x="12500773" y="3802778"/>
              <a:ext cx="971741" cy="1940780"/>
              <a:chOff x="12431200" y="2678506"/>
              <a:chExt cx="971741" cy="1940780"/>
            </a:xfrm>
          </p:grpSpPr>
          <p:sp>
            <p:nvSpPr>
              <p:cNvPr id="26" name="Rectangle 25">
                <a:extLst>
                  <a:ext uri="{FF2B5EF4-FFF2-40B4-BE49-F238E27FC236}">
                    <a16:creationId xmlns:a16="http://schemas.microsoft.com/office/drawing/2014/main" id="{C553DE05-2447-30A5-85E2-DDD96D2F9DE4}"/>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27" name="Oval 26">
                <a:extLst>
                  <a:ext uri="{FF2B5EF4-FFF2-40B4-BE49-F238E27FC236}">
                    <a16:creationId xmlns:a16="http://schemas.microsoft.com/office/drawing/2014/main" id="{2DB92DCE-A1C1-1E1C-DD4D-8EB9AFF8C3AF}"/>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8" name="Oval 27">
                <a:extLst>
                  <a:ext uri="{FF2B5EF4-FFF2-40B4-BE49-F238E27FC236}">
                    <a16:creationId xmlns:a16="http://schemas.microsoft.com/office/drawing/2014/main" id="{A49FC577-5D93-91C1-9F97-EEB745BE9061}"/>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9" name="Oval 28">
                <a:extLst>
                  <a:ext uri="{FF2B5EF4-FFF2-40B4-BE49-F238E27FC236}">
                    <a16:creationId xmlns:a16="http://schemas.microsoft.com/office/drawing/2014/main" id="{2455753B-39BB-449D-C9DC-782C1E0513F1}"/>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0" name="Oval 29">
                <a:extLst>
                  <a:ext uri="{FF2B5EF4-FFF2-40B4-BE49-F238E27FC236}">
                    <a16:creationId xmlns:a16="http://schemas.microsoft.com/office/drawing/2014/main" id="{EE95DD3A-8B91-499E-9D86-70E59BE6123D}"/>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1" name="Oval 30">
                <a:extLst>
                  <a:ext uri="{FF2B5EF4-FFF2-40B4-BE49-F238E27FC236}">
                    <a16:creationId xmlns:a16="http://schemas.microsoft.com/office/drawing/2014/main" id="{1C7AF8FA-BB2F-C5AF-11F4-51E625DB7E08}"/>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32" name="Oval 31">
                <a:extLst>
                  <a:ext uri="{FF2B5EF4-FFF2-40B4-BE49-F238E27FC236}">
                    <a16:creationId xmlns:a16="http://schemas.microsoft.com/office/drawing/2014/main" id="{5493BC2A-F8E0-721F-95AC-B12DC55D26AA}"/>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23" name="TextBox 22">
              <a:extLst>
                <a:ext uri="{FF2B5EF4-FFF2-40B4-BE49-F238E27FC236}">
                  <a16:creationId xmlns:a16="http://schemas.microsoft.com/office/drawing/2014/main" id="{8A2C1CB6-AD58-0502-43C9-89A2714E12BB}"/>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24" name="Picture 23">
              <a:extLst>
                <a:ext uri="{FF2B5EF4-FFF2-40B4-BE49-F238E27FC236}">
                  <a16:creationId xmlns:a16="http://schemas.microsoft.com/office/drawing/2014/main" id="{72DF0269-0CAE-D302-67EF-D3CA38F1CB70}"/>
                </a:ext>
              </a:extLst>
            </p:cNvPr>
            <p:cNvPicPr>
              <a:picLocks noChangeAspect="1"/>
            </p:cNvPicPr>
            <p:nvPr userDrawn="1"/>
          </p:nvPicPr>
          <p:blipFill>
            <a:blip r:embed="rId4"/>
            <a:stretch>
              <a:fillRect/>
            </a:stretch>
          </p:blipFill>
          <p:spPr>
            <a:xfrm>
              <a:off x="14012244" y="4384548"/>
              <a:ext cx="1088171" cy="1611330"/>
            </a:xfrm>
            <a:prstGeom prst="rect">
              <a:avLst/>
            </a:prstGeom>
          </p:spPr>
        </p:pic>
        <p:sp>
          <p:nvSpPr>
            <p:cNvPr id="25" name="Rectangle 24">
              <a:extLst>
                <a:ext uri="{FF2B5EF4-FFF2-40B4-BE49-F238E27FC236}">
                  <a16:creationId xmlns:a16="http://schemas.microsoft.com/office/drawing/2014/main" id="{7479D8A6-BF4A-1DBB-B6A1-8DAFAB9576D8}"/>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26603965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DO NOT USE MASTER SLIDES THAT APPEAR AFTER THIS">
    <p:bg>
      <p:bgPr>
        <a:solidFill>
          <a:srgbClr val="F7065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3ED675-D839-F94A-B760-92F5AE9D58BA}"/>
              </a:ext>
            </a:extLst>
          </p:cNvPr>
          <p:cNvSpPr>
            <a:spLocks noGrp="1"/>
          </p:cNvSpPr>
          <p:nvPr>
            <p:ph type="title" hasCustomPrompt="1"/>
          </p:nvPr>
        </p:nvSpPr>
        <p:spPr>
          <a:xfrm>
            <a:off x="612648" y="585216"/>
            <a:ext cx="10972800" cy="5671328"/>
          </a:xfrm>
        </p:spPr>
        <p:txBody>
          <a:bodyPr>
            <a:normAutofit/>
          </a:bodyPr>
          <a:lstStyle>
            <a:lvl1pPr>
              <a:defRPr sz="6600">
                <a:solidFill>
                  <a:schemeClr val="bg1"/>
                </a:solidFill>
              </a:defRPr>
            </a:lvl1pPr>
          </a:lstStyle>
          <a:p>
            <a:r>
              <a:rPr lang="en-US" dirty="0"/>
              <a:t>NOTE: </a:t>
            </a:r>
            <a:br>
              <a:rPr lang="en-US" dirty="0"/>
            </a:br>
            <a:r>
              <a:rPr lang="en-US" dirty="0"/>
              <a:t>ANY SLIDE MASTERS APPEARING AFTER THIS ARE OUT OF DATE. </a:t>
            </a:r>
            <a:br>
              <a:rPr lang="en-US" dirty="0"/>
            </a:br>
            <a:br>
              <a:rPr lang="en-US" dirty="0"/>
            </a:br>
            <a:r>
              <a:rPr lang="en-US" dirty="0"/>
              <a:t>PLEASE SELECT A SLIDE LAYOUT FROM ONE OF THE PRECEDING SLIDE MASTERS.</a:t>
            </a:r>
          </a:p>
        </p:txBody>
      </p:sp>
      <p:sp>
        <p:nvSpPr>
          <p:cNvPr id="4" name="TextBox 3">
            <a:extLst>
              <a:ext uri="{FF2B5EF4-FFF2-40B4-BE49-F238E27FC236}">
                <a16:creationId xmlns:a16="http://schemas.microsoft.com/office/drawing/2014/main" id="{9AD5DACC-6660-F749-B6B2-69AC9AA32DBE}"/>
              </a:ext>
            </a:extLst>
          </p:cNvPr>
          <p:cNvSpPr txBox="1"/>
          <p:nvPr userDrawn="1"/>
        </p:nvSpPr>
        <p:spPr>
          <a:xfrm>
            <a:off x="0" y="-260574"/>
            <a:ext cx="12192000" cy="180001"/>
          </a:xfrm>
          <a:prstGeom prst="rect">
            <a:avLst/>
          </a:prstGeom>
          <a:noFill/>
        </p:spPr>
        <p:txBody>
          <a:bodyPr wrap="square" lIns="0" rtlCol="0" anchor="ctr" anchorCtr="0">
            <a:noAutofit/>
          </a:bodyPr>
          <a:lstStyle/>
          <a:p>
            <a:pPr algn="ctr"/>
            <a:r>
              <a:rPr lang="en-GB" sz="1000" baseline="0" dirty="0">
                <a:solidFill>
                  <a:schemeClr val="bg1">
                    <a:lumMod val="65000"/>
                  </a:schemeClr>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spTree>
    <p:extLst>
      <p:ext uri="{BB962C8B-B14F-4D97-AF65-F5344CB8AC3E}">
        <p14:creationId xmlns:p14="http://schemas.microsoft.com/office/powerpoint/2010/main" val="34048943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Icons Layout">
    <p:spTree>
      <p:nvGrpSpPr>
        <p:cNvPr id="1" name=""/>
        <p:cNvGrpSpPr/>
        <p:nvPr/>
      </p:nvGrpSpPr>
      <p:grpSpPr>
        <a:xfrm>
          <a:off x="0" y="0"/>
          <a:ext cx="0" cy="0"/>
          <a:chOff x="0" y="0"/>
          <a:chExt cx="0" cy="0"/>
        </a:xfrm>
      </p:grpSpPr>
      <p:sp>
        <p:nvSpPr>
          <p:cNvPr id="20" name="Picture Placeholder 3">
            <a:extLst>
              <a:ext uri="{FF2B5EF4-FFF2-40B4-BE49-F238E27FC236}">
                <a16:creationId xmlns:a16="http://schemas.microsoft.com/office/drawing/2014/main" id="{71E1FF75-3FCD-4CE2-871F-0599281FF8A5}"/>
              </a:ext>
            </a:extLst>
          </p:cNvPr>
          <p:cNvSpPr>
            <a:spLocks noGrp="1" noChangeAspect="1"/>
          </p:cNvSpPr>
          <p:nvPr>
            <p:ph type="pic" sz="quarter" idx="10" hasCustomPrompt="1"/>
          </p:nvPr>
        </p:nvSpPr>
        <p:spPr>
          <a:xfrm>
            <a:off x="592138" y="1462088"/>
            <a:ext cx="403225" cy="403225"/>
          </a:xfrm>
          <a:noFill/>
        </p:spPr>
        <p:txBody>
          <a:bodyPr anchor="ctr"/>
          <a:lstStyle>
            <a:lvl1pPr marL="0" indent="0" algn="ctr">
              <a:buNone/>
              <a:defRPr sz="700"/>
            </a:lvl1pPr>
          </a:lstStyle>
          <a:p>
            <a:r>
              <a:rPr lang="en-US" dirty="0"/>
              <a:t>Icon</a:t>
            </a:r>
          </a:p>
        </p:txBody>
      </p:sp>
      <p:sp>
        <p:nvSpPr>
          <p:cNvPr id="21" name="Text Placeholder 5">
            <a:extLst>
              <a:ext uri="{FF2B5EF4-FFF2-40B4-BE49-F238E27FC236}">
                <a16:creationId xmlns:a16="http://schemas.microsoft.com/office/drawing/2014/main" id="{6717881D-4D1A-4BC2-92D0-1BDDD356D277}"/>
              </a:ext>
            </a:extLst>
          </p:cNvPr>
          <p:cNvSpPr>
            <a:spLocks noGrp="1"/>
          </p:cNvSpPr>
          <p:nvPr>
            <p:ph type="body" sz="quarter" idx="11" hasCustomPrompt="1"/>
          </p:nvPr>
        </p:nvSpPr>
        <p:spPr>
          <a:xfrm>
            <a:off x="319088" y="1934547"/>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22" name="Picture Placeholder 3">
            <a:extLst>
              <a:ext uri="{FF2B5EF4-FFF2-40B4-BE49-F238E27FC236}">
                <a16:creationId xmlns:a16="http://schemas.microsoft.com/office/drawing/2014/main" id="{4D5C9DB8-4B91-449B-B423-8D9B495C71C7}"/>
              </a:ext>
            </a:extLst>
          </p:cNvPr>
          <p:cNvSpPr>
            <a:spLocks noGrp="1" noChangeAspect="1"/>
          </p:cNvSpPr>
          <p:nvPr>
            <p:ph type="pic" sz="quarter" idx="12" hasCustomPrompt="1"/>
          </p:nvPr>
        </p:nvSpPr>
        <p:spPr>
          <a:xfrm>
            <a:off x="1559784" y="1462088"/>
            <a:ext cx="403225" cy="403225"/>
          </a:xfrm>
          <a:noFill/>
        </p:spPr>
        <p:txBody>
          <a:bodyPr anchor="ctr"/>
          <a:lstStyle>
            <a:lvl1pPr marL="0" indent="0" algn="ctr">
              <a:buNone/>
              <a:defRPr sz="700"/>
            </a:lvl1pPr>
          </a:lstStyle>
          <a:p>
            <a:r>
              <a:rPr lang="en-US" dirty="0"/>
              <a:t>Icon</a:t>
            </a:r>
          </a:p>
        </p:txBody>
      </p:sp>
      <p:sp>
        <p:nvSpPr>
          <p:cNvPr id="23" name="Text Placeholder 5">
            <a:extLst>
              <a:ext uri="{FF2B5EF4-FFF2-40B4-BE49-F238E27FC236}">
                <a16:creationId xmlns:a16="http://schemas.microsoft.com/office/drawing/2014/main" id="{E5E97833-9D0A-460E-8CA2-E0227B6710A4}"/>
              </a:ext>
            </a:extLst>
          </p:cNvPr>
          <p:cNvSpPr>
            <a:spLocks noGrp="1"/>
          </p:cNvSpPr>
          <p:nvPr>
            <p:ph type="body" sz="quarter" idx="13" hasCustomPrompt="1"/>
          </p:nvPr>
        </p:nvSpPr>
        <p:spPr>
          <a:xfrm>
            <a:off x="1286734" y="1934547"/>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24" name="Picture Placeholder 3">
            <a:extLst>
              <a:ext uri="{FF2B5EF4-FFF2-40B4-BE49-F238E27FC236}">
                <a16:creationId xmlns:a16="http://schemas.microsoft.com/office/drawing/2014/main" id="{5C38D705-F0CC-466F-9171-66C797FD3C78}"/>
              </a:ext>
            </a:extLst>
          </p:cNvPr>
          <p:cNvSpPr>
            <a:spLocks noGrp="1" noChangeAspect="1"/>
          </p:cNvSpPr>
          <p:nvPr>
            <p:ph type="pic" sz="quarter" idx="14" hasCustomPrompt="1"/>
          </p:nvPr>
        </p:nvSpPr>
        <p:spPr>
          <a:xfrm>
            <a:off x="2527430" y="1462088"/>
            <a:ext cx="403225" cy="403225"/>
          </a:xfrm>
          <a:noFill/>
        </p:spPr>
        <p:txBody>
          <a:bodyPr anchor="ctr"/>
          <a:lstStyle>
            <a:lvl1pPr marL="0" indent="0" algn="ctr">
              <a:buNone/>
              <a:defRPr sz="700"/>
            </a:lvl1pPr>
          </a:lstStyle>
          <a:p>
            <a:r>
              <a:rPr lang="en-US" dirty="0"/>
              <a:t>Icon</a:t>
            </a:r>
          </a:p>
        </p:txBody>
      </p:sp>
      <p:sp>
        <p:nvSpPr>
          <p:cNvPr id="25" name="Text Placeholder 5">
            <a:extLst>
              <a:ext uri="{FF2B5EF4-FFF2-40B4-BE49-F238E27FC236}">
                <a16:creationId xmlns:a16="http://schemas.microsoft.com/office/drawing/2014/main" id="{62BFDED5-B0FC-411A-A78D-4FF21BC881F7}"/>
              </a:ext>
            </a:extLst>
          </p:cNvPr>
          <p:cNvSpPr>
            <a:spLocks noGrp="1"/>
          </p:cNvSpPr>
          <p:nvPr>
            <p:ph type="body" sz="quarter" idx="15" hasCustomPrompt="1"/>
          </p:nvPr>
        </p:nvSpPr>
        <p:spPr>
          <a:xfrm>
            <a:off x="2254380" y="1934547"/>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26" name="Picture Placeholder 3">
            <a:extLst>
              <a:ext uri="{FF2B5EF4-FFF2-40B4-BE49-F238E27FC236}">
                <a16:creationId xmlns:a16="http://schemas.microsoft.com/office/drawing/2014/main" id="{E922486B-7812-4CEE-A2CE-F50F882853D2}"/>
              </a:ext>
            </a:extLst>
          </p:cNvPr>
          <p:cNvSpPr>
            <a:spLocks noGrp="1" noChangeAspect="1"/>
          </p:cNvSpPr>
          <p:nvPr>
            <p:ph type="pic" sz="quarter" idx="16" hasCustomPrompt="1"/>
          </p:nvPr>
        </p:nvSpPr>
        <p:spPr>
          <a:xfrm>
            <a:off x="3495076" y="1462088"/>
            <a:ext cx="403225" cy="403225"/>
          </a:xfrm>
          <a:noFill/>
        </p:spPr>
        <p:txBody>
          <a:bodyPr anchor="ctr"/>
          <a:lstStyle>
            <a:lvl1pPr marL="0" indent="0" algn="ctr">
              <a:buNone/>
              <a:defRPr sz="700"/>
            </a:lvl1pPr>
          </a:lstStyle>
          <a:p>
            <a:r>
              <a:rPr lang="en-US" dirty="0"/>
              <a:t>Icon</a:t>
            </a:r>
          </a:p>
        </p:txBody>
      </p:sp>
      <p:sp>
        <p:nvSpPr>
          <p:cNvPr id="27" name="Text Placeholder 5">
            <a:extLst>
              <a:ext uri="{FF2B5EF4-FFF2-40B4-BE49-F238E27FC236}">
                <a16:creationId xmlns:a16="http://schemas.microsoft.com/office/drawing/2014/main" id="{281C3E54-A954-47FB-9987-174C2B2C1D82}"/>
              </a:ext>
            </a:extLst>
          </p:cNvPr>
          <p:cNvSpPr>
            <a:spLocks noGrp="1"/>
          </p:cNvSpPr>
          <p:nvPr>
            <p:ph type="body" sz="quarter" idx="17" hasCustomPrompt="1"/>
          </p:nvPr>
        </p:nvSpPr>
        <p:spPr>
          <a:xfrm>
            <a:off x="3222026" y="1934547"/>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28" name="Picture Placeholder 3">
            <a:extLst>
              <a:ext uri="{FF2B5EF4-FFF2-40B4-BE49-F238E27FC236}">
                <a16:creationId xmlns:a16="http://schemas.microsoft.com/office/drawing/2014/main" id="{F2CAE41A-3FF1-49E9-B8FB-3FDAF79BBC05}"/>
              </a:ext>
            </a:extLst>
          </p:cNvPr>
          <p:cNvSpPr>
            <a:spLocks noGrp="1" noChangeAspect="1"/>
          </p:cNvSpPr>
          <p:nvPr>
            <p:ph type="pic" sz="quarter" idx="18" hasCustomPrompt="1"/>
          </p:nvPr>
        </p:nvSpPr>
        <p:spPr>
          <a:xfrm>
            <a:off x="4462722" y="1462088"/>
            <a:ext cx="403225" cy="403225"/>
          </a:xfrm>
          <a:noFill/>
        </p:spPr>
        <p:txBody>
          <a:bodyPr anchor="ctr"/>
          <a:lstStyle>
            <a:lvl1pPr marL="0" indent="0" algn="ctr">
              <a:buNone/>
              <a:defRPr sz="700"/>
            </a:lvl1pPr>
          </a:lstStyle>
          <a:p>
            <a:r>
              <a:rPr lang="en-US" dirty="0"/>
              <a:t>Icon</a:t>
            </a:r>
          </a:p>
        </p:txBody>
      </p:sp>
      <p:sp>
        <p:nvSpPr>
          <p:cNvPr id="29" name="Text Placeholder 5">
            <a:extLst>
              <a:ext uri="{FF2B5EF4-FFF2-40B4-BE49-F238E27FC236}">
                <a16:creationId xmlns:a16="http://schemas.microsoft.com/office/drawing/2014/main" id="{E7A5456E-CCC2-4487-9AF7-BFF6B02971EF}"/>
              </a:ext>
            </a:extLst>
          </p:cNvPr>
          <p:cNvSpPr>
            <a:spLocks noGrp="1"/>
          </p:cNvSpPr>
          <p:nvPr>
            <p:ph type="body" sz="quarter" idx="19" hasCustomPrompt="1"/>
          </p:nvPr>
        </p:nvSpPr>
        <p:spPr>
          <a:xfrm>
            <a:off x="4189672" y="1934547"/>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30" name="Picture Placeholder 3">
            <a:extLst>
              <a:ext uri="{FF2B5EF4-FFF2-40B4-BE49-F238E27FC236}">
                <a16:creationId xmlns:a16="http://schemas.microsoft.com/office/drawing/2014/main" id="{AD84FD89-ADDC-4A43-B4E9-BB013634544D}"/>
              </a:ext>
            </a:extLst>
          </p:cNvPr>
          <p:cNvSpPr>
            <a:spLocks noGrp="1" noChangeAspect="1"/>
          </p:cNvSpPr>
          <p:nvPr>
            <p:ph type="pic" sz="quarter" idx="20" hasCustomPrompt="1"/>
          </p:nvPr>
        </p:nvSpPr>
        <p:spPr>
          <a:xfrm>
            <a:off x="5430368" y="1462088"/>
            <a:ext cx="403225" cy="403225"/>
          </a:xfrm>
          <a:noFill/>
        </p:spPr>
        <p:txBody>
          <a:bodyPr anchor="ctr"/>
          <a:lstStyle>
            <a:lvl1pPr marL="0" indent="0" algn="ctr">
              <a:buNone/>
              <a:defRPr sz="700"/>
            </a:lvl1pPr>
          </a:lstStyle>
          <a:p>
            <a:r>
              <a:rPr lang="en-US" dirty="0"/>
              <a:t>Icon</a:t>
            </a:r>
          </a:p>
        </p:txBody>
      </p:sp>
      <p:sp>
        <p:nvSpPr>
          <p:cNvPr id="31" name="Text Placeholder 5">
            <a:extLst>
              <a:ext uri="{FF2B5EF4-FFF2-40B4-BE49-F238E27FC236}">
                <a16:creationId xmlns:a16="http://schemas.microsoft.com/office/drawing/2014/main" id="{E0B6CF71-7205-4227-B7EA-37DFE6C400AF}"/>
              </a:ext>
            </a:extLst>
          </p:cNvPr>
          <p:cNvSpPr>
            <a:spLocks noGrp="1"/>
          </p:cNvSpPr>
          <p:nvPr>
            <p:ph type="body" sz="quarter" idx="21" hasCustomPrompt="1"/>
          </p:nvPr>
        </p:nvSpPr>
        <p:spPr>
          <a:xfrm>
            <a:off x="5157318" y="1934547"/>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32" name="Picture Placeholder 3">
            <a:extLst>
              <a:ext uri="{FF2B5EF4-FFF2-40B4-BE49-F238E27FC236}">
                <a16:creationId xmlns:a16="http://schemas.microsoft.com/office/drawing/2014/main" id="{34B85AE6-9676-4706-9FD5-72BE532B31E5}"/>
              </a:ext>
            </a:extLst>
          </p:cNvPr>
          <p:cNvSpPr>
            <a:spLocks noGrp="1" noChangeAspect="1"/>
          </p:cNvSpPr>
          <p:nvPr>
            <p:ph type="pic" sz="quarter" idx="22" hasCustomPrompt="1"/>
          </p:nvPr>
        </p:nvSpPr>
        <p:spPr>
          <a:xfrm>
            <a:off x="6398014" y="1462088"/>
            <a:ext cx="403225" cy="403225"/>
          </a:xfrm>
          <a:noFill/>
        </p:spPr>
        <p:txBody>
          <a:bodyPr anchor="ctr"/>
          <a:lstStyle>
            <a:lvl1pPr marL="0" indent="0" algn="ctr">
              <a:buNone/>
              <a:defRPr sz="700"/>
            </a:lvl1pPr>
          </a:lstStyle>
          <a:p>
            <a:r>
              <a:rPr lang="en-US" dirty="0"/>
              <a:t>Icon</a:t>
            </a:r>
          </a:p>
        </p:txBody>
      </p:sp>
      <p:sp>
        <p:nvSpPr>
          <p:cNvPr id="33" name="Text Placeholder 5">
            <a:extLst>
              <a:ext uri="{FF2B5EF4-FFF2-40B4-BE49-F238E27FC236}">
                <a16:creationId xmlns:a16="http://schemas.microsoft.com/office/drawing/2014/main" id="{A18B72E7-080A-4356-AAD3-A85CC09776EF}"/>
              </a:ext>
            </a:extLst>
          </p:cNvPr>
          <p:cNvSpPr>
            <a:spLocks noGrp="1"/>
          </p:cNvSpPr>
          <p:nvPr>
            <p:ph type="body" sz="quarter" idx="23" hasCustomPrompt="1"/>
          </p:nvPr>
        </p:nvSpPr>
        <p:spPr>
          <a:xfrm>
            <a:off x="6124964" y="1934547"/>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34" name="Picture Placeholder 3">
            <a:extLst>
              <a:ext uri="{FF2B5EF4-FFF2-40B4-BE49-F238E27FC236}">
                <a16:creationId xmlns:a16="http://schemas.microsoft.com/office/drawing/2014/main" id="{1B52180B-2B4D-476C-9FAB-E03129109900}"/>
              </a:ext>
            </a:extLst>
          </p:cNvPr>
          <p:cNvSpPr>
            <a:spLocks noGrp="1" noChangeAspect="1"/>
          </p:cNvSpPr>
          <p:nvPr>
            <p:ph type="pic" sz="quarter" idx="24" hasCustomPrompt="1"/>
          </p:nvPr>
        </p:nvSpPr>
        <p:spPr>
          <a:xfrm>
            <a:off x="7365660" y="1462088"/>
            <a:ext cx="403225" cy="403225"/>
          </a:xfrm>
          <a:noFill/>
        </p:spPr>
        <p:txBody>
          <a:bodyPr anchor="ctr"/>
          <a:lstStyle>
            <a:lvl1pPr marL="0" indent="0" algn="ctr">
              <a:buNone/>
              <a:defRPr sz="700"/>
            </a:lvl1pPr>
          </a:lstStyle>
          <a:p>
            <a:r>
              <a:rPr lang="en-US" dirty="0"/>
              <a:t>Icon</a:t>
            </a:r>
          </a:p>
        </p:txBody>
      </p:sp>
      <p:sp>
        <p:nvSpPr>
          <p:cNvPr id="35" name="Text Placeholder 5">
            <a:extLst>
              <a:ext uri="{FF2B5EF4-FFF2-40B4-BE49-F238E27FC236}">
                <a16:creationId xmlns:a16="http://schemas.microsoft.com/office/drawing/2014/main" id="{C79922C6-B7CD-4506-A064-72F654DB0779}"/>
              </a:ext>
            </a:extLst>
          </p:cNvPr>
          <p:cNvSpPr>
            <a:spLocks noGrp="1"/>
          </p:cNvSpPr>
          <p:nvPr>
            <p:ph type="body" sz="quarter" idx="25" hasCustomPrompt="1"/>
          </p:nvPr>
        </p:nvSpPr>
        <p:spPr>
          <a:xfrm>
            <a:off x="7092610" y="1934547"/>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36" name="Picture Placeholder 3">
            <a:extLst>
              <a:ext uri="{FF2B5EF4-FFF2-40B4-BE49-F238E27FC236}">
                <a16:creationId xmlns:a16="http://schemas.microsoft.com/office/drawing/2014/main" id="{8371CAA4-C229-40CD-AA22-3D7DEE34138D}"/>
              </a:ext>
            </a:extLst>
          </p:cNvPr>
          <p:cNvSpPr>
            <a:spLocks noGrp="1" noChangeAspect="1"/>
          </p:cNvSpPr>
          <p:nvPr>
            <p:ph type="pic" sz="quarter" idx="26" hasCustomPrompt="1"/>
          </p:nvPr>
        </p:nvSpPr>
        <p:spPr>
          <a:xfrm>
            <a:off x="8333306" y="1462088"/>
            <a:ext cx="403225" cy="403225"/>
          </a:xfrm>
          <a:noFill/>
        </p:spPr>
        <p:txBody>
          <a:bodyPr anchor="ctr"/>
          <a:lstStyle>
            <a:lvl1pPr marL="0" indent="0" algn="ctr">
              <a:buNone/>
              <a:defRPr sz="700"/>
            </a:lvl1pPr>
          </a:lstStyle>
          <a:p>
            <a:r>
              <a:rPr lang="en-US" dirty="0"/>
              <a:t>Icon</a:t>
            </a:r>
          </a:p>
        </p:txBody>
      </p:sp>
      <p:sp>
        <p:nvSpPr>
          <p:cNvPr id="37" name="Text Placeholder 5">
            <a:extLst>
              <a:ext uri="{FF2B5EF4-FFF2-40B4-BE49-F238E27FC236}">
                <a16:creationId xmlns:a16="http://schemas.microsoft.com/office/drawing/2014/main" id="{7A18545B-3031-475F-B2FA-2CC7DEB1D306}"/>
              </a:ext>
            </a:extLst>
          </p:cNvPr>
          <p:cNvSpPr>
            <a:spLocks noGrp="1"/>
          </p:cNvSpPr>
          <p:nvPr>
            <p:ph type="body" sz="quarter" idx="27" hasCustomPrompt="1"/>
          </p:nvPr>
        </p:nvSpPr>
        <p:spPr>
          <a:xfrm>
            <a:off x="8060256" y="1934547"/>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38" name="Picture Placeholder 3">
            <a:extLst>
              <a:ext uri="{FF2B5EF4-FFF2-40B4-BE49-F238E27FC236}">
                <a16:creationId xmlns:a16="http://schemas.microsoft.com/office/drawing/2014/main" id="{8705055C-F0AA-4419-B42B-24EF5A127187}"/>
              </a:ext>
            </a:extLst>
          </p:cNvPr>
          <p:cNvSpPr>
            <a:spLocks noGrp="1" noChangeAspect="1"/>
          </p:cNvSpPr>
          <p:nvPr>
            <p:ph type="pic" sz="quarter" idx="28" hasCustomPrompt="1"/>
          </p:nvPr>
        </p:nvSpPr>
        <p:spPr>
          <a:xfrm>
            <a:off x="9300952" y="1462088"/>
            <a:ext cx="403225" cy="403225"/>
          </a:xfrm>
          <a:noFill/>
        </p:spPr>
        <p:txBody>
          <a:bodyPr anchor="ctr"/>
          <a:lstStyle>
            <a:lvl1pPr marL="0" indent="0" algn="ctr">
              <a:buNone/>
              <a:defRPr sz="700"/>
            </a:lvl1pPr>
          </a:lstStyle>
          <a:p>
            <a:r>
              <a:rPr lang="en-US" dirty="0"/>
              <a:t>Icon</a:t>
            </a:r>
          </a:p>
        </p:txBody>
      </p:sp>
      <p:sp>
        <p:nvSpPr>
          <p:cNvPr id="39" name="Text Placeholder 5">
            <a:extLst>
              <a:ext uri="{FF2B5EF4-FFF2-40B4-BE49-F238E27FC236}">
                <a16:creationId xmlns:a16="http://schemas.microsoft.com/office/drawing/2014/main" id="{8B541E98-64DA-41CA-B432-0A7C5A08F1F1}"/>
              </a:ext>
            </a:extLst>
          </p:cNvPr>
          <p:cNvSpPr>
            <a:spLocks noGrp="1"/>
          </p:cNvSpPr>
          <p:nvPr>
            <p:ph type="body" sz="quarter" idx="29" hasCustomPrompt="1"/>
          </p:nvPr>
        </p:nvSpPr>
        <p:spPr>
          <a:xfrm>
            <a:off x="9027902" y="1934547"/>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40" name="Picture Placeholder 3">
            <a:extLst>
              <a:ext uri="{FF2B5EF4-FFF2-40B4-BE49-F238E27FC236}">
                <a16:creationId xmlns:a16="http://schemas.microsoft.com/office/drawing/2014/main" id="{247E8E3F-C376-4C05-9621-650F8F83EE33}"/>
              </a:ext>
            </a:extLst>
          </p:cNvPr>
          <p:cNvSpPr>
            <a:spLocks noGrp="1" noChangeAspect="1"/>
          </p:cNvSpPr>
          <p:nvPr>
            <p:ph type="pic" sz="quarter" idx="30" hasCustomPrompt="1"/>
          </p:nvPr>
        </p:nvSpPr>
        <p:spPr>
          <a:xfrm>
            <a:off x="10268598" y="1462088"/>
            <a:ext cx="403225" cy="403225"/>
          </a:xfrm>
          <a:noFill/>
        </p:spPr>
        <p:txBody>
          <a:bodyPr anchor="ctr"/>
          <a:lstStyle>
            <a:lvl1pPr marL="0" indent="0" algn="ctr">
              <a:buNone/>
              <a:defRPr sz="700"/>
            </a:lvl1pPr>
          </a:lstStyle>
          <a:p>
            <a:r>
              <a:rPr lang="en-US" dirty="0"/>
              <a:t>Icon</a:t>
            </a:r>
          </a:p>
        </p:txBody>
      </p:sp>
      <p:sp>
        <p:nvSpPr>
          <p:cNvPr id="41" name="Text Placeholder 5">
            <a:extLst>
              <a:ext uri="{FF2B5EF4-FFF2-40B4-BE49-F238E27FC236}">
                <a16:creationId xmlns:a16="http://schemas.microsoft.com/office/drawing/2014/main" id="{961602B4-39AB-44FC-9D62-23336C26AD49}"/>
              </a:ext>
            </a:extLst>
          </p:cNvPr>
          <p:cNvSpPr>
            <a:spLocks noGrp="1"/>
          </p:cNvSpPr>
          <p:nvPr>
            <p:ph type="body" sz="quarter" idx="31" hasCustomPrompt="1"/>
          </p:nvPr>
        </p:nvSpPr>
        <p:spPr>
          <a:xfrm>
            <a:off x="9995548" y="1934547"/>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42" name="Picture Placeholder 3">
            <a:extLst>
              <a:ext uri="{FF2B5EF4-FFF2-40B4-BE49-F238E27FC236}">
                <a16:creationId xmlns:a16="http://schemas.microsoft.com/office/drawing/2014/main" id="{6BB6EC36-B629-496B-9E3C-7E5867D7240A}"/>
              </a:ext>
            </a:extLst>
          </p:cNvPr>
          <p:cNvSpPr>
            <a:spLocks noGrp="1" noChangeAspect="1"/>
          </p:cNvSpPr>
          <p:nvPr>
            <p:ph type="pic" sz="quarter" idx="32" hasCustomPrompt="1"/>
          </p:nvPr>
        </p:nvSpPr>
        <p:spPr>
          <a:xfrm>
            <a:off x="11236244" y="1462088"/>
            <a:ext cx="403225" cy="403225"/>
          </a:xfrm>
          <a:noFill/>
        </p:spPr>
        <p:txBody>
          <a:bodyPr anchor="ctr"/>
          <a:lstStyle>
            <a:lvl1pPr marL="0" indent="0" algn="ctr">
              <a:buNone/>
              <a:defRPr sz="700"/>
            </a:lvl1pPr>
          </a:lstStyle>
          <a:p>
            <a:r>
              <a:rPr lang="en-US" dirty="0"/>
              <a:t>Icon</a:t>
            </a:r>
          </a:p>
        </p:txBody>
      </p:sp>
      <p:sp>
        <p:nvSpPr>
          <p:cNvPr id="43" name="Text Placeholder 5">
            <a:extLst>
              <a:ext uri="{FF2B5EF4-FFF2-40B4-BE49-F238E27FC236}">
                <a16:creationId xmlns:a16="http://schemas.microsoft.com/office/drawing/2014/main" id="{B7951B72-CFAD-4B9D-9B2D-02D8732EC9B8}"/>
              </a:ext>
            </a:extLst>
          </p:cNvPr>
          <p:cNvSpPr>
            <a:spLocks noGrp="1"/>
          </p:cNvSpPr>
          <p:nvPr>
            <p:ph type="body" sz="quarter" idx="33" hasCustomPrompt="1"/>
          </p:nvPr>
        </p:nvSpPr>
        <p:spPr>
          <a:xfrm>
            <a:off x="10963194" y="1934547"/>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44" name="Picture Placeholder 3">
            <a:extLst>
              <a:ext uri="{FF2B5EF4-FFF2-40B4-BE49-F238E27FC236}">
                <a16:creationId xmlns:a16="http://schemas.microsoft.com/office/drawing/2014/main" id="{5808E2D6-DCAB-4EF4-818F-CC2073779AB2}"/>
              </a:ext>
            </a:extLst>
          </p:cNvPr>
          <p:cNvSpPr>
            <a:spLocks noGrp="1" noChangeAspect="1"/>
          </p:cNvSpPr>
          <p:nvPr>
            <p:ph type="pic" sz="quarter" idx="34" hasCustomPrompt="1"/>
          </p:nvPr>
        </p:nvSpPr>
        <p:spPr>
          <a:xfrm>
            <a:off x="592138" y="2428841"/>
            <a:ext cx="403225" cy="403225"/>
          </a:xfrm>
          <a:noFill/>
        </p:spPr>
        <p:txBody>
          <a:bodyPr anchor="ctr"/>
          <a:lstStyle>
            <a:lvl1pPr marL="0" indent="0" algn="ctr">
              <a:buNone/>
              <a:defRPr sz="700"/>
            </a:lvl1pPr>
          </a:lstStyle>
          <a:p>
            <a:r>
              <a:rPr lang="en-US" dirty="0"/>
              <a:t>Icon</a:t>
            </a:r>
          </a:p>
        </p:txBody>
      </p:sp>
      <p:sp>
        <p:nvSpPr>
          <p:cNvPr id="45" name="Text Placeholder 5">
            <a:extLst>
              <a:ext uri="{FF2B5EF4-FFF2-40B4-BE49-F238E27FC236}">
                <a16:creationId xmlns:a16="http://schemas.microsoft.com/office/drawing/2014/main" id="{4BC0DA93-1635-49BF-9D14-4267F6844451}"/>
              </a:ext>
            </a:extLst>
          </p:cNvPr>
          <p:cNvSpPr>
            <a:spLocks noGrp="1"/>
          </p:cNvSpPr>
          <p:nvPr>
            <p:ph type="body" sz="quarter" idx="35" hasCustomPrompt="1"/>
          </p:nvPr>
        </p:nvSpPr>
        <p:spPr>
          <a:xfrm>
            <a:off x="319088" y="2901300"/>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46" name="Picture Placeholder 3">
            <a:extLst>
              <a:ext uri="{FF2B5EF4-FFF2-40B4-BE49-F238E27FC236}">
                <a16:creationId xmlns:a16="http://schemas.microsoft.com/office/drawing/2014/main" id="{144ED867-72F3-45E9-9B38-229C23CE1AF4}"/>
              </a:ext>
            </a:extLst>
          </p:cNvPr>
          <p:cNvSpPr>
            <a:spLocks noGrp="1" noChangeAspect="1"/>
          </p:cNvSpPr>
          <p:nvPr>
            <p:ph type="pic" sz="quarter" idx="36" hasCustomPrompt="1"/>
          </p:nvPr>
        </p:nvSpPr>
        <p:spPr>
          <a:xfrm>
            <a:off x="1559784" y="2428841"/>
            <a:ext cx="403225" cy="403225"/>
          </a:xfrm>
          <a:noFill/>
        </p:spPr>
        <p:txBody>
          <a:bodyPr anchor="ctr"/>
          <a:lstStyle>
            <a:lvl1pPr marL="0" indent="0" algn="ctr">
              <a:buNone/>
              <a:defRPr sz="700"/>
            </a:lvl1pPr>
          </a:lstStyle>
          <a:p>
            <a:r>
              <a:rPr lang="en-US" dirty="0"/>
              <a:t>Icon</a:t>
            </a:r>
          </a:p>
        </p:txBody>
      </p:sp>
      <p:sp>
        <p:nvSpPr>
          <p:cNvPr id="47" name="Text Placeholder 5">
            <a:extLst>
              <a:ext uri="{FF2B5EF4-FFF2-40B4-BE49-F238E27FC236}">
                <a16:creationId xmlns:a16="http://schemas.microsoft.com/office/drawing/2014/main" id="{DD338E24-8B89-4977-8654-0F49ED3F520D}"/>
              </a:ext>
            </a:extLst>
          </p:cNvPr>
          <p:cNvSpPr>
            <a:spLocks noGrp="1"/>
          </p:cNvSpPr>
          <p:nvPr>
            <p:ph type="body" sz="quarter" idx="37" hasCustomPrompt="1"/>
          </p:nvPr>
        </p:nvSpPr>
        <p:spPr>
          <a:xfrm>
            <a:off x="1286734" y="2901300"/>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48" name="Picture Placeholder 3">
            <a:extLst>
              <a:ext uri="{FF2B5EF4-FFF2-40B4-BE49-F238E27FC236}">
                <a16:creationId xmlns:a16="http://schemas.microsoft.com/office/drawing/2014/main" id="{23A23C03-EA22-48D8-B332-D664437FFC16}"/>
              </a:ext>
            </a:extLst>
          </p:cNvPr>
          <p:cNvSpPr>
            <a:spLocks noGrp="1" noChangeAspect="1"/>
          </p:cNvSpPr>
          <p:nvPr>
            <p:ph type="pic" sz="quarter" idx="38" hasCustomPrompt="1"/>
          </p:nvPr>
        </p:nvSpPr>
        <p:spPr>
          <a:xfrm>
            <a:off x="2527430" y="2428841"/>
            <a:ext cx="403225" cy="403225"/>
          </a:xfrm>
          <a:noFill/>
        </p:spPr>
        <p:txBody>
          <a:bodyPr anchor="ctr"/>
          <a:lstStyle>
            <a:lvl1pPr marL="0" indent="0" algn="ctr">
              <a:buNone/>
              <a:defRPr sz="700"/>
            </a:lvl1pPr>
          </a:lstStyle>
          <a:p>
            <a:r>
              <a:rPr lang="en-US" dirty="0"/>
              <a:t>Icon</a:t>
            </a:r>
          </a:p>
        </p:txBody>
      </p:sp>
      <p:sp>
        <p:nvSpPr>
          <p:cNvPr id="49" name="Text Placeholder 5">
            <a:extLst>
              <a:ext uri="{FF2B5EF4-FFF2-40B4-BE49-F238E27FC236}">
                <a16:creationId xmlns:a16="http://schemas.microsoft.com/office/drawing/2014/main" id="{9CAD7837-CA10-4107-BDE0-218CB1ED00CD}"/>
              </a:ext>
            </a:extLst>
          </p:cNvPr>
          <p:cNvSpPr>
            <a:spLocks noGrp="1"/>
          </p:cNvSpPr>
          <p:nvPr>
            <p:ph type="body" sz="quarter" idx="39" hasCustomPrompt="1"/>
          </p:nvPr>
        </p:nvSpPr>
        <p:spPr>
          <a:xfrm>
            <a:off x="2254380" y="2901300"/>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50" name="Picture Placeholder 3">
            <a:extLst>
              <a:ext uri="{FF2B5EF4-FFF2-40B4-BE49-F238E27FC236}">
                <a16:creationId xmlns:a16="http://schemas.microsoft.com/office/drawing/2014/main" id="{496586DD-8798-45FF-909A-D31701FF96DE}"/>
              </a:ext>
            </a:extLst>
          </p:cNvPr>
          <p:cNvSpPr>
            <a:spLocks noGrp="1" noChangeAspect="1"/>
          </p:cNvSpPr>
          <p:nvPr>
            <p:ph type="pic" sz="quarter" idx="40" hasCustomPrompt="1"/>
          </p:nvPr>
        </p:nvSpPr>
        <p:spPr>
          <a:xfrm>
            <a:off x="3495076" y="2428841"/>
            <a:ext cx="403225" cy="403225"/>
          </a:xfrm>
          <a:noFill/>
        </p:spPr>
        <p:txBody>
          <a:bodyPr anchor="ctr"/>
          <a:lstStyle>
            <a:lvl1pPr marL="0" indent="0" algn="ctr">
              <a:buNone/>
              <a:defRPr sz="700"/>
            </a:lvl1pPr>
          </a:lstStyle>
          <a:p>
            <a:r>
              <a:rPr lang="en-US" dirty="0"/>
              <a:t>Icon</a:t>
            </a:r>
          </a:p>
        </p:txBody>
      </p:sp>
      <p:sp>
        <p:nvSpPr>
          <p:cNvPr id="51" name="Text Placeholder 5">
            <a:extLst>
              <a:ext uri="{FF2B5EF4-FFF2-40B4-BE49-F238E27FC236}">
                <a16:creationId xmlns:a16="http://schemas.microsoft.com/office/drawing/2014/main" id="{8837CAB7-A56F-4CEA-AB8D-3729B05ACCE9}"/>
              </a:ext>
            </a:extLst>
          </p:cNvPr>
          <p:cNvSpPr>
            <a:spLocks noGrp="1"/>
          </p:cNvSpPr>
          <p:nvPr>
            <p:ph type="body" sz="quarter" idx="41" hasCustomPrompt="1"/>
          </p:nvPr>
        </p:nvSpPr>
        <p:spPr>
          <a:xfrm>
            <a:off x="3222026" y="2901300"/>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52" name="Picture Placeholder 3">
            <a:extLst>
              <a:ext uri="{FF2B5EF4-FFF2-40B4-BE49-F238E27FC236}">
                <a16:creationId xmlns:a16="http://schemas.microsoft.com/office/drawing/2014/main" id="{DFFC4C4B-9310-4D7F-9ACA-153166A7CA9F}"/>
              </a:ext>
            </a:extLst>
          </p:cNvPr>
          <p:cNvSpPr>
            <a:spLocks noGrp="1" noChangeAspect="1"/>
          </p:cNvSpPr>
          <p:nvPr>
            <p:ph type="pic" sz="quarter" idx="42" hasCustomPrompt="1"/>
          </p:nvPr>
        </p:nvSpPr>
        <p:spPr>
          <a:xfrm>
            <a:off x="4462722" y="2428841"/>
            <a:ext cx="403225" cy="403225"/>
          </a:xfrm>
          <a:noFill/>
        </p:spPr>
        <p:txBody>
          <a:bodyPr anchor="ctr"/>
          <a:lstStyle>
            <a:lvl1pPr marL="0" indent="0" algn="ctr">
              <a:buNone/>
              <a:defRPr sz="700"/>
            </a:lvl1pPr>
          </a:lstStyle>
          <a:p>
            <a:r>
              <a:rPr lang="en-US" dirty="0"/>
              <a:t>Icon</a:t>
            </a:r>
          </a:p>
        </p:txBody>
      </p:sp>
      <p:sp>
        <p:nvSpPr>
          <p:cNvPr id="53" name="Text Placeholder 5">
            <a:extLst>
              <a:ext uri="{FF2B5EF4-FFF2-40B4-BE49-F238E27FC236}">
                <a16:creationId xmlns:a16="http://schemas.microsoft.com/office/drawing/2014/main" id="{A39F4520-5861-47C2-BE64-9F0D2F06C4B9}"/>
              </a:ext>
            </a:extLst>
          </p:cNvPr>
          <p:cNvSpPr>
            <a:spLocks noGrp="1"/>
          </p:cNvSpPr>
          <p:nvPr>
            <p:ph type="body" sz="quarter" idx="43" hasCustomPrompt="1"/>
          </p:nvPr>
        </p:nvSpPr>
        <p:spPr>
          <a:xfrm>
            <a:off x="4189672" y="2901300"/>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54" name="Picture Placeholder 3">
            <a:extLst>
              <a:ext uri="{FF2B5EF4-FFF2-40B4-BE49-F238E27FC236}">
                <a16:creationId xmlns:a16="http://schemas.microsoft.com/office/drawing/2014/main" id="{A175C8F2-31AC-4F54-9156-2E2D8FB7A24E}"/>
              </a:ext>
            </a:extLst>
          </p:cNvPr>
          <p:cNvSpPr>
            <a:spLocks noGrp="1" noChangeAspect="1"/>
          </p:cNvSpPr>
          <p:nvPr>
            <p:ph type="pic" sz="quarter" idx="44" hasCustomPrompt="1"/>
          </p:nvPr>
        </p:nvSpPr>
        <p:spPr>
          <a:xfrm>
            <a:off x="5430368" y="2428841"/>
            <a:ext cx="403225" cy="403225"/>
          </a:xfrm>
          <a:noFill/>
        </p:spPr>
        <p:txBody>
          <a:bodyPr anchor="ctr"/>
          <a:lstStyle>
            <a:lvl1pPr marL="0" indent="0" algn="ctr">
              <a:buNone/>
              <a:defRPr sz="700"/>
            </a:lvl1pPr>
          </a:lstStyle>
          <a:p>
            <a:r>
              <a:rPr lang="en-US" dirty="0"/>
              <a:t>Icon</a:t>
            </a:r>
          </a:p>
        </p:txBody>
      </p:sp>
      <p:sp>
        <p:nvSpPr>
          <p:cNvPr id="55" name="Text Placeholder 5">
            <a:extLst>
              <a:ext uri="{FF2B5EF4-FFF2-40B4-BE49-F238E27FC236}">
                <a16:creationId xmlns:a16="http://schemas.microsoft.com/office/drawing/2014/main" id="{39386109-9DB5-4799-946D-9454B156F98B}"/>
              </a:ext>
            </a:extLst>
          </p:cNvPr>
          <p:cNvSpPr>
            <a:spLocks noGrp="1"/>
          </p:cNvSpPr>
          <p:nvPr>
            <p:ph type="body" sz="quarter" idx="45" hasCustomPrompt="1"/>
          </p:nvPr>
        </p:nvSpPr>
        <p:spPr>
          <a:xfrm>
            <a:off x="5157318" y="2901300"/>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56" name="Picture Placeholder 3">
            <a:extLst>
              <a:ext uri="{FF2B5EF4-FFF2-40B4-BE49-F238E27FC236}">
                <a16:creationId xmlns:a16="http://schemas.microsoft.com/office/drawing/2014/main" id="{633ED9EA-632A-4043-B726-FE8CE341AEFE}"/>
              </a:ext>
            </a:extLst>
          </p:cNvPr>
          <p:cNvSpPr>
            <a:spLocks noGrp="1" noChangeAspect="1"/>
          </p:cNvSpPr>
          <p:nvPr>
            <p:ph type="pic" sz="quarter" idx="46" hasCustomPrompt="1"/>
          </p:nvPr>
        </p:nvSpPr>
        <p:spPr>
          <a:xfrm>
            <a:off x="6398014" y="2428841"/>
            <a:ext cx="403225" cy="403225"/>
          </a:xfrm>
          <a:noFill/>
        </p:spPr>
        <p:txBody>
          <a:bodyPr anchor="ctr"/>
          <a:lstStyle>
            <a:lvl1pPr marL="0" indent="0" algn="ctr">
              <a:buNone/>
              <a:defRPr sz="700"/>
            </a:lvl1pPr>
          </a:lstStyle>
          <a:p>
            <a:r>
              <a:rPr lang="en-US" dirty="0"/>
              <a:t>Icon</a:t>
            </a:r>
          </a:p>
        </p:txBody>
      </p:sp>
      <p:sp>
        <p:nvSpPr>
          <p:cNvPr id="57" name="Text Placeholder 5">
            <a:extLst>
              <a:ext uri="{FF2B5EF4-FFF2-40B4-BE49-F238E27FC236}">
                <a16:creationId xmlns:a16="http://schemas.microsoft.com/office/drawing/2014/main" id="{78713C5F-D30A-4E90-85BF-A59126CBA507}"/>
              </a:ext>
            </a:extLst>
          </p:cNvPr>
          <p:cNvSpPr>
            <a:spLocks noGrp="1"/>
          </p:cNvSpPr>
          <p:nvPr>
            <p:ph type="body" sz="quarter" idx="47" hasCustomPrompt="1"/>
          </p:nvPr>
        </p:nvSpPr>
        <p:spPr>
          <a:xfrm>
            <a:off x="6124964" y="2901300"/>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58" name="Picture Placeholder 3">
            <a:extLst>
              <a:ext uri="{FF2B5EF4-FFF2-40B4-BE49-F238E27FC236}">
                <a16:creationId xmlns:a16="http://schemas.microsoft.com/office/drawing/2014/main" id="{36ED6677-A6BE-485E-BA5A-A18D94355960}"/>
              </a:ext>
            </a:extLst>
          </p:cNvPr>
          <p:cNvSpPr>
            <a:spLocks noGrp="1" noChangeAspect="1"/>
          </p:cNvSpPr>
          <p:nvPr>
            <p:ph type="pic" sz="quarter" idx="48" hasCustomPrompt="1"/>
          </p:nvPr>
        </p:nvSpPr>
        <p:spPr>
          <a:xfrm>
            <a:off x="7365660" y="2428841"/>
            <a:ext cx="403225" cy="403225"/>
          </a:xfrm>
          <a:noFill/>
        </p:spPr>
        <p:txBody>
          <a:bodyPr anchor="ctr"/>
          <a:lstStyle>
            <a:lvl1pPr marL="0" indent="0" algn="ctr">
              <a:buNone/>
              <a:defRPr sz="700"/>
            </a:lvl1pPr>
          </a:lstStyle>
          <a:p>
            <a:r>
              <a:rPr lang="en-US" dirty="0"/>
              <a:t>Icon</a:t>
            </a:r>
          </a:p>
        </p:txBody>
      </p:sp>
      <p:sp>
        <p:nvSpPr>
          <p:cNvPr id="59" name="Text Placeholder 5">
            <a:extLst>
              <a:ext uri="{FF2B5EF4-FFF2-40B4-BE49-F238E27FC236}">
                <a16:creationId xmlns:a16="http://schemas.microsoft.com/office/drawing/2014/main" id="{982C07A0-CE90-4296-97AA-BA9F86431E1E}"/>
              </a:ext>
            </a:extLst>
          </p:cNvPr>
          <p:cNvSpPr>
            <a:spLocks noGrp="1"/>
          </p:cNvSpPr>
          <p:nvPr>
            <p:ph type="body" sz="quarter" idx="49" hasCustomPrompt="1"/>
          </p:nvPr>
        </p:nvSpPr>
        <p:spPr>
          <a:xfrm>
            <a:off x="7092610" y="2901300"/>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60" name="Picture Placeholder 3">
            <a:extLst>
              <a:ext uri="{FF2B5EF4-FFF2-40B4-BE49-F238E27FC236}">
                <a16:creationId xmlns:a16="http://schemas.microsoft.com/office/drawing/2014/main" id="{C043C2F4-3BC4-4391-BF2F-B79F93D2149D}"/>
              </a:ext>
            </a:extLst>
          </p:cNvPr>
          <p:cNvSpPr>
            <a:spLocks noGrp="1" noChangeAspect="1"/>
          </p:cNvSpPr>
          <p:nvPr>
            <p:ph type="pic" sz="quarter" idx="50" hasCustomPrompt="1"/>
          </p:nvPr>
        </p:nvSpPr>
        <p:spPr>
          <a:xfrm>
            <a:off x="8333306" y="2428841"/>
            <a:ext cx="403225" cy="403225"/>
          </a:xfrm>
          <a:noFill/>
        </p:spPr>
        <p:txBody>
          <a:bodyPr anchor="ctr"/>
          <a:lstStyle>
            <a:lvl1pPr marL="0" indent="0" algn="ctr">
              <a:buNone/>
              <a:defRPr sz="700"/>
            </a:lvl1pPr>
          </a:lstStyle>
          <a:p>
            <a:r>
              <a:rPr lang="en-US" dirty="0"/>
              <a:t>Icon</a:t>
            </a:r>
          </a:p>
        </p:txBody>
      </p:sp>
      <p:sp>
        <p:nvSpPr>
          <p:cNvPr id="61" name="Text Placeholder 5">
            <a:extLst>
              <a:ext uri="{FF2B5EF4-FFF2-40B4-BE49-F238E27FC236}">
                <a16:creationId xmlns:a16="http://schemas.microsoft.com/office/drawing/2014/main" id="{078D9316-696E-4B90-893C-AB7EE46EE998}"/>
              </a:ext>
            </a:extLst>
          </p:cNvPr>
          <p:cNvSpPr>
            <a:spLocks noGrp="1"/>
          </p:cNvSpPr>
          <p:nvPr>
            <p:ph type="body" sz="quarter" idx="51" hasCustomPrompt="1"/>
          </p:nvPr>
        </p:nvSpPr>
        <p:spPr>
          <a:xfrm>
            <a:off x="8060256" y="2901300"/>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62" name="Picture Placeholder 3">
            <a:extLst>
              <a:ext uri="{FF2B5EF4-FFF2-40B4-BE49-F238E27FC236}">
                <a16:creationId xmlns:a16="http://schemas.microsoft.com/office/drawing/2014/main" id="{0DFF41CF-3C96-404C-9A48-F8D2FE678B79}"/>
              </a:ext>
            </a:extLst>
          </p:cNvPr>
          <p:cNvSpPr>
            <a:spLocks noGrp="1" noChangeAspect="1"/>
          </p:cNvSpPr>
          <p:nvPr>
            <p:ph type="pic" sz="quarter" idx="52" hasCustomPrompt="1"/>
          </p:nvPr>
        </p:nvSpPr>
        <p:spPr>
          <a:xfrm>
            <a:off x="9300952" y="2428841"/>
            <a:ext cx="403225" cy="403225"/>
          </a:xfrm>
          <a:noFill/>
        </p:spPr>
        <p:txBody>
          <a:bodyPr anchor="ctr"/>
          <a:lstStyle>
            <a:lvl1pPr marL="0" indent="0" algn="ctr">
              <a:buNone/>
              <a:defRPr sz="700"/>
            </a:lvl1pPr>
          </a:lstStyle>
          <a:p>
            <a:r>
              <a:rPr lang="en-US" dirty="0"/>
              <a:t>Icon</a:t>
            </a:r>
          </a:p>
        </p:txBody>
      </p:sp>
      <p:sp>
        <p:nvSpPr>
          <p:cNvPr id="63" name="Text Placeholder 5">
            <a:extLst>
              <a:ext uri="{FF2B5EF4-FFF2-40B4-BE49-F238E27FC236}">
                <a16:creationId xmlns:a16="http://schemas.microsoft.com/office/drawing/2014/main" id="{CD83E209-DCFC-4040-AC47-F30F896D3AD9}"/>
              </a:ext>
            </a:extLst>
          </p:cNvPr>
          <p:cNvSpPr>
            <a:spLocks noGrp="1"/>
          </p:cNvSpPr>
          <p:nvPr>
            <p:ph type="body" sz="quarter" idx="53" hasCustomPrompt="1"/>
          </p:nvPr>
        </p:nvSpPr>
        <p:spPr>
          <a:xfrm>
            <a:off x="9027902" y="2901300"/>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64" name="Picture Placeholder 3">
            <a:extLst>
              <a:ext uri="{FF2B5EF4-FFF2-40B4-BE49-F238E27FC236}">
                <a16:creationId xmlns:a16="http://schemas.microsoft.com/office/drawing/2014/main" id="{2982D4C5-605D-4A12-A93E-73CD5D9F3EF4}"/>
              </a:ext>
            </a:extLst>
          </p:cNvPr>
          <p:cNvSpPr>
            <a:spLocks noGrp="1" noChangeAspect="1"/>
          </p:cNvSpPr>
          <p:nvPr>
            <p:ph type="pic" sz="quarter" idx="54" hasCustomPrompt="1"/>
          </p:nvPr>
        </p:nvSpPr>
        <p:spPr>
          <a:xfrm>
            <a:off x="10268598" y="2428841"/>
            <a:ext cx="403225" cy="403225"/>
          </a:xfrm>
          <a:noFill/>
        </p:spPr>
        <p:txBody>
          <a:bodyPr anchor="ctr"/>
          <a:lstStyle>
            <a:lvl1pPr marL="0" indent="0" algn="ctr">
              <a:buNone/>
              <a:defRPr sz="700"/>
            </a:lvl1pPr>
          </a:lstStyle>
          <a:p>
            <a:r>
              <a:rPr lang="en-US" dirty="0"/>
              <a:t>Icon</a:t>
            </a:r>
          </a:p>
        </p:txBody>
      </p:sp>
      <p:sp>
        <p:nvSpPr>
          <p:cNvPr id="65" name="Text Placeholder 5">
            <a:extLst>
              <a:ext uri="{FF2B5EF4-FFF2-40B4-BE49-F238E27FC236}">
                <a16:creationId xmlns:a16="http://schemas.microsoft.com/office/drawing/2014/main" id="{830880F2-98AF-46A2-8E11-ED08CC53164C}"/>
              </a:ext>
            </a:extLst>
          </p:cNvPr>
          <p:cNvSpPr>
            <a:spLocks noGrp="1"/>
          </p:cNvSpPr>
          <p:nvPr>
            <p:ph type="body" sz="quarter" idx="55" hasCustomPrompt="1"/>
          </p:nvPr>
        </p:nvSpPr>
        <p:spPr>
          <a:xfrm>
            <a:off x="9995548" y="2901300"/>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66" name="Picture Placeholder 3">
            <a:extLst>
              <a:ext uri="{FF2B5EF4-FFF2-40B4-BE49-F238E27FC236}">
                <a16:creationId xmlns:a16="http://schemas.microsoft.com/office/drawing/2014/main" id="{820B03A0-5871-464A-8BF5-22C7E0463105}"/>
              </a:ext>
            </a:extLst>
          </p:cNvPr>
          <p:cNvSpPr>
            <a:spLocks noGrp="1" noChangeAspect="1"/>
          </p:cNvSpPr>
          <p:nvPr>
            <p:ph type="pic" sz="quarter" idx="56" hasCustomPrompt="1"/>
          </p:nvPr>
        </p:nvSpPr>
        <p:spPr>
          <a:xfrm>
            <a:off x="11236244" y="2428841"/>
            <a:ext cx="403225" cy="403225"/>
          </a:xfrm>
          <a:noFill/>
        </p:spPr>
        <p:txBody>
          <a:bodyPr anchor="ctr"/>
          <a:lstStyle>
            <a:lvl1pPr marL="0" indent="0" algn="ctr">
              <a:buNone/>
              <a:defRPr sz="700"/>
            </a:lvl1pPr>
          </a:lstStyle>
          <a:p>
            <a:r>
              <a:rPr lang="en-US" dirty="0"/>
              <a:t>Icon</a:t>
            </a:r>
          </a:p>
        </p:txBody>
      </p:sp>
      <p:sp>
        <p:nvSpPr>
          <p:cNvPr id="67" name="Text Placeholder 5">
            <a:extLst>
              <a:ext uri="{FF2B5EF4-FFF2-40B4-BE49-F238E27FC236}">
                <a16:creationId xmlns:a16="http://schemas.microsoft.com/office/drawing/2014/main" id="{A55D414C-BACF-4C9F-A0B3-B3E904AF442F}"/>
              </a:ext>
            </a:extLst>
          </p:cNvPr>
          <p:cNvSpPr>
            <a:spLocks noGrp="1"/>
          </p:cNvSpPr>
          <p:nvPr>
            <p:ph type="body" sz="quarter" idx="57" hasCustomPrompt="1"/>
          </p:nvPr>
        </p:nvSpPr>
        <p:spPr>
          <a:xfrm>
            <a:off x="10963194" y="2901300"/>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68" name="Picture Placeholder 3">
            <a:extLst>
              <a:ext uri="{FF2B5EF4-FFF2-40B4-BE49-F238E27FC236}">
                <a16:creationId xmlns:a16="http://schemas.microsoft.com/office/drawing/2014/main" id="{3A6FB3B0-C02D-4CA9-BB3D-B68747F2AD73}"/>
              </a:ext>
            </a:extLst>
          </p:cNvPr>
          <p:cNvSpPr>
            <a:spLocks noGrp="1" noChangeAspect="1"/>
          </p:cNvSpPr>
          <p:nvPr>
            <p:ph type="pic" sz="quarter" idx="58" hasCustomPrompt="1"/>
          </p:nvPr>
        </p:nvSpPr>
        <p:spPr>
          <a:xfrm>
            <a:off x="592138" y="3396353"/>
            <a:ext cx="403225" cy="403225"/>
          </a:xfrm>
          <a:noFill/>
        </p:spPr>
        <p:txBody>
          <a:bodyPr anchor="ctr"/>
          <a:lstStyle>
            <a:lvl1pPr marL="0" indent="0" algn="ctr">
              <a:buNone/>
              <a:defRPr sz="700"/>
            </a:lvl1pPr>
          </a:lstStyle>
          <a:p>
            <a:r>
              <a:rPr lang="en-US" dirty="0"/>
              <a:t>Icon</a:t>
            </a:r>
          </a:p>
        </p:txBody>
      </p:sp>
      <p:sp>
        <p:nvSpPr>
          <p:cNvPr id="69" name="Text Placeholder 5">
            <a:extLst>
              <a:ext uri="{FF2B5EF4-FFF2-40B4-BE49-F238E27FC236}">
                <a16:creationId xmlns:a16="http://schemas.microsoft.com/office/drawing/2014/main" id="{80457BA6-8A57-4654-BE81-B3D5CACB83FB}"/>
              </a:ext>
            </a:extLst>
          </p:cNvPr>
          <p:cNvSpPr>
            <a:spLocks noGrp="1"/>
          </p:cNvSpPr>
          <p:nvPr>
            <p:ph type="body" sz="quarter" idx="59" hasCustomPrompt="1"/>
          </p:nvPr>
        </p:nvSpPr>
        <p:spPr>
          <a:xfrm>
            <a:off x="319088" y="3868812"/>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70" name="Picture Placeholder 3">
            <a:extLst>
              <a:ext uri="{FF2B5EF4-FFF2-40B4-BE49-F238E27FC236}">
                <a16:creationId xmlns:a16="http://schemas.microsoft.com/office/drawing/2014/main" id="{D7D60538-DB16-4AE5-A98A-93814D40819D}"/>
              </a:ext>
            </a:extLst>
          </p:cNvPr>
          <p:cNvSpPr>
            <a:spLocks noGrp="1" noChangeAspect="1"/>
          </p:cNvSpPr>
          <p:nvPr>
            <p:ph type="pic" sz="quarter" idx="60" hasCustomPrompt="1"/>
          </p:nvPr>
        </p:nvSpPr>
        <p:spPr>
          <a:xfrm>
            <a:off x="1559784" y="3396353"/>
            <a:ext cx="403225" cy="403225"/>
          </a:xfrm>
          <a:noFill/>
        </p:spPr>
        <p:txBody>
          <a:bodyPr anchor="ctr"/>
          <a:lstStyle>
            <a:lvl1pPr marL="0" indent="0" algn="ctr">
              <a:buNone/>
              <a:defRPr sz="700"/>
            </a:lvl1pPr>
          </a:lstStyle>
          <a:p>
            <a:r>
              <a:rPr lang="en-US" dirty="0"/>
              <a:t>Icon</a:t>
            </a:r>
          </a:p>
        </p:txBody>
      </p:sp>
      <p:sp>
        <p:nvSpPr>
          <p:cNvPr id="71" name="Text Placeholder 5">
            <a:extLst>
              <a:ext uri="{FF2B5EF4-FFF2-40B4-BE49-F238E27FC236}">
                <a16:creationId xmlns:a16="http://schemas.microsoft.com/office/drawing/2014/main" id="{45ACE529-2662-4B4C-A1A9-8BED04C06B7F}"/>
              </a:ext>
            </a:extLst>
          </p:cNvPr>
          <p:cNvSpPr>
            <a:spLocks noGrp="1"/>
          </p:cNvSpPr>
          <p:nvPr>
            <p:ph type="body" sz="quarter" idx="61" hasCustomPrompt="1"/>
          </p:nvPr>
        </p:nvSpPr>
        <p:spPr>
          <a:xfrm>
            <a:off x="1286734" y="3868812"/>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72" name="Picture Placeholder 3">
            <a:extLst>
              <a:ext uri="{FF2B5EF4-FFF2-40B4-BE49-F238E27FC236}">
                <a16:creationId xmlns:a16="http://schemas.microsoft.com/office/drawing/2014/main" id="{C3ED0866-EDB0-46DF-A24A-D6862C5C8362}"/>
              </a:ext>
            </a:extLst>
          </p:cNvPr>
          <p:cNvSpPr>
            <a:spLocks noGrp="1" noChangeAspect="1"/>
          </p:cNvSpPr>
          <p:nvPr>
            <p:ph type="pic" sz="quarter" idx="62" hasCustomPrompt="1"/>
          </p:nvPr>
        </p:nvSpPr>
        <p:spPr>
          <a:xfrm>
            <a:off x="2527430" y="3396353"/>
            <a:ext cx="403225" cy="403225"/>
          </a:xfrm>
          <a:noFill/>
        </p:spPr>
        <p:txBody>
          <a:bodyPr anchor="ctr"/>
          <a:lstStyle>
            <a:lvl1pPr marL="0" indent="0" algn="ctr">
              <a:buNone/>
              <a:defRPr sz="700"/>
            </a:lvl1pPr>
          </a:lstStyle>
          <a:p>
            <a:r>
              <a:rPr lang="en-US" dirty="0"/>
              <a:t>Icon</a:t>
            </a:r>
          </a:p>
        </p:txBody>
      </p:sp>
      <p:sp>
        <p:nvSpPr>
          <p:cNvPr id="73" name="Text Placeholder 5">
            <a:extLst>
              <a:ext uri="{FF2B5EF4-FFF2-40B4-BE49-F238E27FC236}">
                <a16:creationId xmlns:a16="http://schemas.microsoft.com/office/drawing/2014/main" id="{974A07CD-153D-469A-BB12-C044ED1E68D7}"/>
              </a:ext>
            </a:extLst>
          </p:cNvPr>
          <p:cNvSpPr>
            <a:spLocks noGrp="1"/>
          </p:cNvSpPr>
          <p:nvPr>
            <p:ph type="body" sz="quarter" idx="63" hasCustomPrompt="1"/>
          </p:nvPr>
        </p:nvSpPr>
        <p:spPr>
          <a:xfrm>
            <a:off x="2254380" y="3868812"/>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74" name="Picture Placeholder 3">
            <a:extLst>
              <a:ext uri="{FF2B5EF4-FFF2-40B4-BE49-F238E27FC236}">
                <a16:creationId xmlns:a16="http://schemas.microsoft.com/office/drawing/2014/main" id="{71CE5231-B3F1-4ECC-B11C-00C575B9B03E}"/>
              </a:ext>
            </a:extLst>
          </p:cNvPr>
          <p:cNvSpPr>
            <a:spLocks noGrp="1" noChangeAspect="1"/>
          </p:cNvSpPr>
          <p:nvPr>
            <p:ph type="pic" sz="quarter" idx="64" hasCustomPrompt="1"/>
          </p:nvPr>
        </p:nvSpPr>
        <p:spPr>
          <a:xfrm>
            <a:off x="3495076" y="3396353"/>
            <a:ext cx="403225" cy="403225"/>
          </a:xfrm>
          <a:noFill/>
        </p:spPr>
        <p:txBody>
          <a:bodyPr anchor="ctr"/>
          <a:lstStyle>
            <a:lvl1pPr marL="0" indent="0" algn="ctr">
              <a:buNone/>
              <a:defRPr sz="700"/>
            </a:lvl1pPr>
          </a:lstStyle>
          <a:p>
            <a:r>
              <a:rPr lang="en-US" dirty="0"/>
              <a:t>Icon</a:t>
            </a:r>
          </a:p>
        </p:txBody>
      </p:sp>
      <p:sp>
        <p:nvSpPr>
          <p:cNvPr id="75" name="Text Placeholder 5">
            <a:extLst>
              <a:ext uri="{FF2B5EF4-FFF2-40B4-BE49-F238E27FC236}">
                <a16:creationId xmlns:a16="http://schemas.microsoft.com/office/drawing/2014/main" id="{BD24185C-027F-4E45-8E15-7ACF356C5F1C}"/>
              </a:ext>
            </a:extLst>
          </p:cNvPr>
          <p:cNvSpPr>
            <a:spLocks noGrp="1"/>
          </p:cNvSpPr>
          <p:nvPr>
            <p:ph type="body" sz="quarter" idx="65" hasCustomPrompt="1"/>
          </p:nvPr>
        </p:nvSpPr>
        <p:spPr>
          <a:xfrm>
            <a:off x="3222026" y="3868812"/>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76" name="Picture Placeholder 3">
            <a:extLst>
              <a:ext uri="{FF2B5EF4-FFF2-40B4-BE49-F238E27FC236}">
                <a16:creationId xmlns:a16="http://schemas.microsoft.com/office/drawing/2014/main" id="{B4F8A0EC-F707-4A2F-9935-05C8A6C447F1}"/>
              </a:ext>
            </a:extLst>
          </p:cNvPr>
          <p:cNvSpPr>
            <a:spLocks noGrp="1" noChangeAspect="1"/>
          </p:cNvSpPr>
          <p:nvPr>
            <p:ph type="pic" sz="quarter" idx="66" hasCustomPrompt="1"/>
          </p:nvPr>
        </p:nvSpPr>
        <p:spPr>
          <a:xfrm>
            <a:off x="4462722" y="3396353"/>
            <a:ext cx="403225" cy="403225"/>
          </a:xfrm>
          <a:noFill/>
        </p:spPr>
        <p:txBody>
          <a:bodyPr anchor="ctr"/>
          <a:lstStyle>
            <a:lvl1pPr marL="0" indent="0" algn="ctr">
              <a:buNone/>
              <a:defRPr sz="700"/>
            </a:lvl1pPr>
          </a:lstStyle>
          <a:p>
            <a:r>
              <a:rPr lang="en-US" dirty="0"/>
              <a:t>Icon</a:t>
            </a:r>
          </a:p>
        </p:txBody>
      </p:sp>
      <p:sp>
        <p:nvSpPr>
          <p:cNvPr id="77" name="Text Placeholder 5">
            <a:extLst>
              <a:ext uri="{FF2B5EF4-FFF2-40B4-BE49-F238E27FC236}">
                <a16:creationId xmlns:a16="http://schemas.microsoft.com/office/drawing/2014/main" id="{CB72059C-52B3-459D-88FD-CD28FF7CEA56}"/>
              </a:ext>
            </a:extLst>
          </p:cNvPr>
          <p:cNvSpPr>
            <a:spLocks noGrp="1"/>
          </p:cNvSpPr>
          <p:nvPr>
            <p:ph type="body" sz="quarter" idx="67" hasCustomPrompt="1"/>
          </p:nvPr>
        </p:nvSpPr>
        <p:spPr>
          <a:xfrm>
            <a:off x="4189672" y="3868812"/>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78" name="Picture Placeholder 3">
            <a:extLst>
              <a:ext uri="{FF2B5EF4-FFF2-40B4-BE49-F238E27FC236}">
                <a16:creationId xmlns:a16="http://schemas.microsoft.com/office/drawing/2014/main" id="{5384DBBF-F5E2-45F3-982B-961914E12799}"/>
              </a:ext>
            </a:extLst>
          </p:cNvPr>
          <p:cNvSpPr>
            <a:spLocks noGrp="1" noChangeAspect="1"/>
          </p:cNvSpPr>
          <p:nvPr>
            <p:ph type="pic" sz="quarter" idx="68" hasCustomPrompt="1"/>
          </p:nvPr>
        </p:nvSpPr>
        <p:spPr>
          <a:xfrm>
            <a:off x="5430368" y="3396353"/>
            <a:ext cx="403225" cy="403225"/>
          </a:xfrm>
          <a:noFill/>
        </p:spPr>
        <p:txBody>
          <a:bodyPr anchor="ctr"/>
          <a:lstStyle>
            <a:lvl1pPr marL="0" indent="0" algn="ctr">
              <a:buNone/>
              <a:defRPr sz="700"/>
            </a:lvl1pPr>
          </a:lstStyle>
          <a:p>
            <a:r>
              <a:rPr lang="en-US" dirty="0"/>
              <a:t>Icon</a:t>
            </a:r>
          </a:p>
        </p:txBody>
      </p:sp>
      <p:sp>
        <p:nvSpPr>
          <p:cNvPr id="79" name="Text Placeholder 5">
            <a:extLst>
              <a:ext uri="{FF2B5EF4-FFF2-40B4-BE49-F238E27FC236}">
                <a16:creationId xmlns:a16="http://schemas.microsoft.com/office/drawing/2014/main" id="{E020E533-A872-4A2A-9F8B-90DFB32AC014}"/>
              </a:ext>
            </a:extLst>
          </p:cNvPr>
          <p:cNvSpPr>
            <a:spLocks noGrp="1"/>
          </p:cNvSpPr>
          <p:nvPr>
            <p:ph type="body" sz="quarter" idx="69" hasCustomPrompt="1"/>
          </p:nvPr>
        </p:nvSpPr>
        <p:spPr>
          <a:xfrm>
            <a:off x="5157318" y="3868812"/>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80" name="Picture Placeholder 3">
            <a:extLst>
              <a:ext uri="{FF2B5EF4-FFF2-40B4-BE49-F238E27FC236}">
                <a16:creationId xmlns:a16="http://schemas.microsoft.com/office/drawing/2014/main" id="{684E9D32-E560-489B-B0CC-47AF3EA88A90}"/>
              </a:ext>
            </a:extLst>
          </p:cNvPr>
          <p:cNvSpPr>
            <a:spLocks noGrp="1" noChangeAspect="1"/>
          </p:cNvSpPr>
          <p:nvPr>
            <p:ph type="pic" sz="quarter" idx="70" hasCustomPrompt="1"/>
          </p:nvPr>
        </p:nvSpPr>
        <p:spPr>
          <a:xfrm>
            <a:off x="6398014" y="3396353"/>
            <a:ext cx="403225" cy="403225"/>
          </a:xfrm>
          <a:noFill/>
        </p:spPr>
        <p:txBody>
          <a:bodyPr anchor="ctr"/>
          <a:lstStyle>
            <a:lvl1pPr marL="0" indent="0" algn="ctr">
              <a:buNone/>
              <a:defRPr sz="700"/>
            </a:lvl1pPr>
          </a:lstStyle>
          <a:p>
            <a:r>
              <a:rPr lang="en-US" dirty="0"/>
              <a:t>Icon</a:t>
            </a:r>
          </a:p>
        </p:txBody>
      </p:sp>
      <p:sp>
        <p:nvSpPr>
          <p:cNvPr id="81" name="Text Placeholder 5">
            <a:extLst>
              <a:ext uri="{FF2B5EF4-FFF2-40B4-BE49-F238E27FC236}">
                <a16:creationId xmlns:a16="http://schemas.microsoft.com/office/drawing/2014/main" id="{502BF5B9-0EE8-4FA9-86EF-A61BDD2DBD35}"/>
              </a:ext>
            </a:extLst>
          </p:cNvPr>
          <p:cNvSpPr>
            <a:spLocks noGrp="1"/>
          </p:cNvSpPr>
          <p:nvPr>
            <p:ph type="body" sz="quarter" idx="71" hasCustomPrompt="1"/>
          </p:nvPr>
        </p:nvSpPr>
        <p:spPr>
          <a:xfrm>
            <a:off x="6124964" y="3868812"/>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82" name="Picture Placeholder 3">
            <a:extLst>
              <a:ext uri="{FF2B5EF4-FFF2-40B4-BE49-F238E27FC236}">
                <a16:creationId xmlns:a16="http://schemas.microsoft.com/office/drawing/2014/main" id="{825CC0B3-9E42-412C-9CC8-61AC37D30339}"/>
              </a:ext>
            </a:extLst>
          </p:cNvPr>
          <p:cNvSpPr>
            <a:spLocks noGrp="1" noChangeAspect="1"/>
          </p:cNvSpPr>
          <p:nvPr>
            <p:ph type="pic" sz="quarter" idx="72" hasCustomPrompt="1"/>
          </p:nvPr>
        </p:nvSpPr>
        <p:spPr>
          <a:xfrm>
            <a:off x="7365660" y="3396353"/>
            <a:ext cx="403225" cy="403225"/>
          </a:xfrm>
          <a:noFill/>
        </p:spPr>
        <p:txBody>
          <a:bodyPr anchor="ctr"/>
          <a:lstStyle>
            <a:lvl1pPr marL="0" indent="0" algn="ctr">
              <a:buNone/>
              <a:defRPr sz="700"/>
            </a:lvl1pPr>
          </a:lstStyle>
          <a:p>
            <a:r>
              <a:rPr lang="en-US" dirty="0"/>
              <a:t>Icon</a:t>
            </a:r>
          </a:p>
        </p:txBody>
      </p:sp>
      <p:sp>
        <p:nvSpPr>
          <p:cNvPr id="83" name="Text Placeholder 5">
            <a:extLst>
              <a:ext uri="{FF2B5EF4-FFF2-40B4-BE49-F238E27FC236}">
                <a16:creationId xmlns:a16="http://schemas.microsoft.com/office/drawing/2014/main" id="{341BEE4D-77C5-4D14-AB60-9BFABF6656B0}"/>
              </a:ext>
            </a:extLst>
          </p:cNvPr>
          <p:cNvSpPr>
            <a:spLocks noGrp="1"/>
          </p:cNvSpPr>
          <p:nvPr>
            <p:ph type="body" sz="quarter" idx="73" hasCustomPrompt="1"/>
          </p:nvPr>
        </p:nvSpPr>
        <p:spPr>
          <a:xfrm>
            <a:off x="7092610" y="3868812"/>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84" name="Picture Placeholder 3">
            <a:extLst>
              <a:ext uri="{FF2B5EF4-FFF2-40B4-BE49-F238E27FC236}">
                <a16:creationId xmlns:a16="http://schemas.microsoft.com/office/drawing/2014/main" id="{6946D09D-165B-4B52-8F56-C69040FD899E}"/>
              </a:ext>
            </a:extLst>
          </p:cNvPr>
          <p:cNvSpPr>
            <a:spLocks noGrp="1" noChangeAspect="1"/>
          </p:cNvSpPr>
          <p:nvPr>
            <p:ph type="pic" sz="quarter" idx="74" hasCustomPrompt="1"/>
          </p:nvPr>
        </p:nvSpPr>
        <p:spPr>
          <a:xfrm>
            <a:off x="8333306" y="3396353"/>
            <a:ext cx="403225" cy="403225"/>
          </a:xfrm>
          <a:noFill/>
        </p:spPr>
        <p:txBody>
          <a:bodyPr anchor="ctr"/>
          <a:lstStyle>
            <a:lvl1pPr marL="0" indent="0" algn="ctr">
              <a:buNone/>
              <a:defRPr sz="700"/>
            </a:lvl1pPr>
          </a:lstStyle>
          <a:p>
            <a:r>
              <a:rPr lang="en-US" dirty="0"/>
              <a:t>Icon</a:t>
            </a:r>
          </a:p>
        </p:txBody>
      </p:sp>
      <p:sp>
        <p:nvSpPr>
          <p:cNvPr id="85" name="Text Placeholder 5">
            <a:extLst>
              <a:ext uri="{FF2B5EF4-FFF2-40B4-BE49-F238E27FC236}">
                <a16:creationId xmlns:a16="http://schemas.microsoft.com/office/drawing/2014/main" id="{5A0541ED-28AE-44C3-8CF7-DC9755418696}"/>
              </a:ext>
            </a:extLst>
          </p:cNvPr>
          <p:cNvSpPr>
            <a:spLocks noGrp="1"/>
          </p:cNvSpPr>
          <p:nvPr>
            <p:ph type="body" sz="quarter" idx="75" hasCustomPrompt="1"/>
          </p:nvPr>
        </p:nvSpPr>
        <p:spPr>
          <a:xfrm>
            <a:off x="8060256" y="3868812"/>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86" name="Picture Placeholder 3">
            <a:extLst>
              <a:ext uri="{FF2B5EF4-FFF2-40B4-BE49-F238E27FC236}">
                <a16:creationId xmlns:a16="http://schemas.microsoft.com/office/drawing/2014/main" id="{5C6A00EC-EEFD-4D06-A314-9E368C09083A}"/>
              </a:ext>
            </a:extLst>
          </p:cNvPr>
          <p:cNvSpPr>
            <a:spLocks noGrp="1" noChangeAspect="1"/>
          </p:cNvSpPr>
          <p:nvPr>
            <p:ph type="pic" sz="quarter" idx="76" hasCustomPrompt="1"/>
          </p:nvPr>
        </p:nvSpPr>
        <p:spPr>
          <a:xfrm>
            <a:off x="9300952" y="3396353"/>
            <a:ext cx="403225" cy="403225"/>
          </a:xfrm>
          <a:noFill/>
        </p:spPr>
        <p:txBody>
          <a:bodyPr anchor="ctr"/>
          <a:lstStyle>
            <a:lvl1pPr marL="0" indent="0" algn="ctr">
              <a:buNone/>
              <a:defRPr sz="700"/>
            </a:lvl1pPr>
          </a:lstStyle>
          <a:p>
            <a:r>
              <a:rPr lang="en-US" dirty="0"/>
              <a:t>Icon</a:t>
            </a:r>
          </a:p>
        </p:txBody>
      </p:sp>
      <p:sp>
        <p:nvSpPr>
          <p:cNvPr id="87" name="Text Placeholder 5">
            <a:extLst>
              <a:ext uri="{FF2B5EF4-FFF2-40B4-BE49-F238E27FC236}">
                <a16:creationId xmlns:a16="http://schemas.microsoft.com/office/drawing/2014/main" id="{4FFE0155-373E-426B-AB2F-0CDD9385037A}"/>
              </a:ext>
            </a:extLst>
          </p:cNvPr>
          <p:cNvSpPr>
            <a:spLocks noGrp="1"/>
          </p:cNvSpPr>
          <p:nvPr>
            <p:ph type="body" sz="quarter" idx="77" hasCustomPrompt="1"/>
          </p:nvPr>
        </p:nvSpPr>
        <p:spPr>
          <a:xfrm>
            <a:off x="9027902" y="3868812"/>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88" name="Picture Placeholder 3">
            <a:extLst>
              <a:ext uri="{FF2B5EF4-FFF2-40B4-BE49-F238E27FC236}">
                <a16:creationId xmlns:a16="http://schemas.microsoft.com/office/drawing/2014/main" id="{FC7DF0DD-4641-42DB-98D7-379BD8ACBB35}"/>
              </a:ext>
            </a:extLst>
          </p:cNvPr>
          <p:cNvSpPr>
            <a:spLocks noGrp="1" noChangeAspect="1"/>
          </p:cNvSpPr>
          <p:nvPr>
            <p:ph type="pic" sz="quarter" idx="78" hasCustomPrompt="1"/>
          </p:nvPr>
        </p:nvSpPr>
        <p:spPr>
          <a:xfrm>
            <a:off x="10268598" y="3396353"/>
            <a:ext cx="403225" cy="403225"/>
          </a:xfrm>
          <a:noFill/>
        </p:spPr>
        <p:txBody>
          <a:bodyPr anchor="ctr"/>
          <a:lstStyle>
            <a:lvl1pPr marL="0" indent="0" algn="ctr">
              <a:buNone/>
              <a:defRPr sz="700"/>
            </a:lvl1pPr>
          </a:lstStyle>
          <a:p>
            <a:r>
              <a:rPr lang="en-US" dirty="0"/>
              <a:t>Icon</a:t>
            </a:r>
          </a:p>
        </p:txBody>
      </p:sp>
      <p:sp>
        <p:nvSpPr>
          <p:cNvPr id="89" name="Text Placeholder 5">
            <a:extLst>
              <a:ext uri="{FF2B5EF4-FFF2-40B4-BE49-F238E27FC236}">
                <a16:creationId xmlns:a16="http://schemas.microsoft.com/office/drawing/2014/main" id="{E1FF271D-556F-44D0-9BAD-0EBD5ADFF94B}"/>
              </a:ext>
            </a:extLst>
          </p:cNvPr>
          <p:cNvSpPr>
            <a:spLocks noGrp="1"/>
          </p:cNvSpPr>
          <p:nvPr>
            <p:ph type="body" sz="quarter" idx="79" hasCustomPrompt="1"/>
          </p:nvPr>
        </p:nvSpPr>
        <p:spPr>
          <a:xfrm>
            <a:off x="9995548" y="3868812"/>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90" name="Picture Placeholder 3">
            <a:extLst>
              <a:ext uri="{FF2B5EF4-FFF2-40B4-BE49-F238E27FC236}">
                <a16:creationId xmlns:a16="http://schemas.microsoft.com/office/drawing/2014/main" id="{F59F8FAB-DEE1-474F-9BC1-1D9E149D9442}"/>
              </a:ext>
            </a:extLst>
          </p:cNvPr>
          <p:cNvSpPr>
            <a:spLocks noGrp="1" noChangeAspect="1"/>
          </p:cNvSpPr>
          <p:nvPr>
            <p:ph type="pic" sz="quarter" idx="80" hasCustomPrompt="1"/>
          </p:nvPr>
        </p:nvSpPr>
        <p:spPr>
          <a:xfrm>
            <a:off x="11236244" y="3396353"/>
            <a:ext cx="403225" cy="403225"/>
          </a:xfrm>
          <a:noFill/>
        </p:spPr>
        <p:txBody>
          <a:bodyPr anchor="ctr"/>
          <a:lstStyle>
            <a:lvl1pPr marL="0" indent="0" algn="ctr">
              <a:buNone/>
              <a:defRPr sz="700"/>
            </a:lvl1pPr>
          </a:lstStyle>
          <a:p>
            <a:r>
              <a:rPr lang="en-US" dirty="0"/>
              <a:t>Icon</a:t>
            </a:r>
          </a:p>
        </p:txBody>
      </p:sp>
      <p:sp>
        <p:nvSpPr>
          <p:cNvPr id="91" name="Text Placeholder 5">
            <a:extLst>
              <a:ext uri="{FF2B5EF4-FFF2-40B4-BE49-F238E27FC236}">
                <a16:creationId xmlns:a16="http://schemas.microsoft.com/office/drawing/2014/main" id="{F9DCE290-10C8-4148-8E9A-9E138BCD9F59}"/>
              </a:ext>
            </a:extLst>
          </p:cNvPr>
          <p:cNvSpPr>
            <a:spLocks noGrp="1"/>
          </p:cNvSpPr>
          <p:nvPr>
            <p:ph type="body" sz="quarter" idx="81" hasCustomPrompt="1"/>
          </p:nvPr>
        </p:nvSpPr>
        <p:spPr>
          <a:xfrm>
            <a:off x="10963194" y="3868812"/>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92" name="Picture Placeholder 3">
            <a:extLst>
              <a:ext uri="{FF2B5EF4-FFF2-40B4-BE49-F238E27FC236}">
                <a16:creationId xmlns:a16="http://schemas.microsoft.com/office/drawing/2014/main" id="{E0B8B639-5922-4D02-851B-B85414E0DED9}"/>
              </a:ext>
            </a:extLst>
          </p:cNvPr>
          <p:cNvSpPr>
            <a:spLocks noGrp="1" noChangeAspect="1"/>
          </p:cNvSpPr>
          <p:nvPr>
            <p:ph type="pic" sz="quarter" idx="82" hasCustomPrompt="1"/>
          </p:nvPr>
        </p:nvSpPr>
        <p:spPr>
          <a:xfrm>
            <a:off x="592138" y="4363106"/>
            <a:ext cx="403225" cy="403225"/>
          </a:xfrm>
          <a:noFill/>
        </p:spPr>
        <p:txBody>
          <a:bodyPr anchor="ctr"/>
          <a:lstStyle>
            <a:lvl1pPr marL="0" indent="0" algn="ctr">
              <a:buNone/>
              <a:defRPr sz="700"/>
            </a:lvl1pPr>
          </a:lstStyle>
          <a:p>
            <a:r>
              <a:rPr lang="en-US" dirty="0"/>
              <a:t>Icon</a:t>
            </a:r>
          </a:p>
        </p:txBody>
      </p:sp>
      <p:sp>
        <p:nvSpPr>
          <p:cNvPr id="93" name="Text Placeholder 5">
            <a:extLst>
              <a:ext uri="{FF2B5EF4-FFF2-40B4-BE49-F238E27FC236}">
                <a16:creationId xmlns:a16="http://schemas.microsoft.com/office/drawing/2014/main" id="{FE6B725E-DD91-4ED9-A36B-85ABC353961C}"/>
              </a:ext>
            </a:extLst>
          </p:cNvPr>
          <p:cNvSpPr>
            <a:spLocks noGrp="1"/>
          </p:cNvSpPr>
          <p:nvPr>
            <p:ph type="body" sz="quarter" idx="83" hasCustomPrompt="1"/>
          </p:nvPr>
        </p:nvSpPr>
        <p:spPr>
          <a:xfrm>
            <a:off x="319088" y="4835565"/>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94" name="Picture Placeholder 3">
            <a:extLst>
              <a:ext uri="{FF2B5EF4-FFF2-40B4-BE49-F238E27FC236}">
                <a16:creationId xmlns:a16="http://schemas.microsoft.com/office/drawing/2014/main" id="{1AC19A23-A16F-4A68-9BE5-950525EE568D}"/>
              </a:ext>
            </a:extLst>
          </p:cNvPr>
          <p:cNvSpPr>
            <a:spLocks noGrp="1" noChangeAspect="1"/>
          </p:cNvSpPr>
          <p:nvPr>
            <p:ph type="pic" sz="quarter" idx="84" hasCustomPrompt="1"/>
          </p:nvPr>
        </p:nvSpPr>
        <p:spPr>
          <a:xfrm>
            <a:off x="1559784" y="4363106"/>
            <a:ext cx="403225" cy="403225"/>
          </a:xfrm>
          <a:noFill/>
        </p:spPr>
        <p:txBody>
          <a:bodyPr anchor="ctr"/>
          <a:lstStyle>
            <a:lvl1pPr marL="0" indent="0" algn="ctr">
              <a:buNone/>
              <a:defRPr sz="700"/>
            </a:lvl1pPr>
          </a:lstStyle>
          <a:p>
            <a:r>
              <a:rPr lang="en-US" dirty="0"/>
              <a:t>Icon</a:t>
            </a:r>
          </a:p>
        </p:txBody>
      </p:sp>
      <p:sp>
        <p:nvSpPr>
          <p:cNvPr id="95" name="Text Placeholder 5">
            <a:extLst>
              <a:ext uri="{FF2B5EF4-FFF2-40B4-BE49-F238E27FC236}">
                <a16:creationId xmlns:a16="http://schemas.microsoft.com/office/drawing/2014/main" id="{149A7284-69A7-43A6-9E0D-87F87430F0DE}"/>
              </a:ext>
            </a:extLst>
          </p:cNvPr>
          <p:cNvSpPr>
            <a:spLocks noGrp="1"/>
          </p:cNvSpPr>
          <p:nvPr>
            <p:ph type="body" sz="quarter" idx="85" hasCustomPrompt="1"/>
          </p:nvPr>
        </p:nvSpPr>
        <p:spPr>
          <a:xfrm>
            <a:off x="1286734" y="4835565"/>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96" name="Picture Placeholder 3">
            <a:extLst>
              <a:ext uri="{FF2B5EF4-FFF2-40B4-BE49-F238E27FC236}">
                <a16:creationId xmlns:a16="http://schemas.microsoft.com/office/drawing/2014/main" id="{6D7FF9BB-9769-4835-A6E2-7B8A3E06288A}"/>
              </a:ext>
            </a:extLst>
          </p:cNvPr>
          <p:cNvSpPr>
            <a:spLocks noGrp="1" noChangeAspect="1"/>
          </p:cNvSpPr>
          <p:nvPr>
            <p:ph type="pic" sz="quarter" idx="86" hasCustomPrompt="1"/>
          </p:nvPr>
        </p:nvSpPr>
        <p:spPr>
          <a:xfrm>
            <a:off x="2527430" y="4363106"/>
            <a:ext cx="403225" cy="403225"/>
          </a:xfrm>
          <a:noFill/>
        </p:spPr>
        <p:txBody>
          <a:bodyPr anchor="ctr"/>
          <a:lstStyle>
            <a:lvl1pPr marL="0" indent="0" algn="ctr">
              <a:buNone/>
              <a:defRPr sz="700"/>
            </a:lvl1pPr>
          </a:lstStyle>
          <a:p>
            <a:r>
              <a:rPr lang="en-US" dirty="0"/>
              <a:t>Icon</a:t>
            </a:r>
          </a:p>
        </p:txBody>
      </p:sp>
      <p:sp>
        <p:nvSpPr>
          <p:cNvPr id="97" name="Text Placeholder 5">
            <a:extLst>
              <a:ext uri="{FF2B5EF4-FFF2-40B4-BE49-F238E27FC236}">
                <a16:creationId xmlns:a16="http://schemas.microsoft.com/office/drawing/2014/main" id="{702582BC-58C8-40D7-BD83-F718D71B867B}"/>
              </a:ext>
            </a:extLst>
          </p:cNvPr>
          <p:cNvSpPr>
            <a:spLocks noGrp="1"/>
          </p:cNvSpPr>
          <p:nvPr>
            <p:ph type="body" sz="quarter" idx="87" hasCustomPrompt="1"/>
          </p:nvPr>
        </p:nvSpPr>
        <p:spPr>
          <a:xfrm>
            <a:off x="2254380" y="4835565"/>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98" name="Picture Placeholder 3">
            <a:extLst>
              <a:ext uri="{FF2B5EF4-FFF2-40B4-BE49-F238E27FC236}">
                <a16:creationId xmlns:a16="http://schemas.microsoft.com/office/drawing/2014/main" id="{99122C4E-F799-4B8F-91A7-404CF99741A4}"/>
              </a:ext>
            </a:extLst>
          </p:cNvPr>
          <p:cNvSpPr>
            <a:spLocks noGrp="1" noChangeAspect="1"/>
          </p:cNvSpPr>
          <p:nvPr>
            <p:ph type="pic" sz="quarter" idx="88" hasCustomPrompt="1"/>
          </p:nvPr>
        </p:nvSpPr>
        <p:spPr>
          <a:xfrm>
            <a:off x="3495076" y="4363106"/>
            <a:ext cx="403225" cy="403225"/>
          </a:xfrm>
          <a:noFill/>
        </p:spPr>
        <p:txBody>
          <a:bodyPr anchor="ctr"/>
          <a:lstStyle>
            <a:lvl1pPr marL="0" indent="0" algn="ctr">
              <a:buNone/>
              <a:defRPr sz="700"/>
            </a:lvl1pPr>
          </a:lstStyle>
          <a:p>
            <a:r>
              <a:rPr lang="en-US" dirty="0"/>
              <a:t>Icon</a:t>
            </a:r>
          </a:p>
        </p:txBody>
      </p:sp>
      <p:sp>
        <p:nvSpPr>
          <p:cNvPr id="99" name="Text Placeholder 5">
            <a:extLst>
              <a:ext uri="{FF2B5EF4-FFF2-40B4-BE49-F238E27FC236}">
                <a16:creationId xmlns:a16="http://schemas.microsoft.com/office/drawing/2014/main" id="{DAABCF26-4FAE-4625-9EB3-C64C0E6BEFA1}"/>
              </a:ext>
            </a:extLst>
          </p:cNvPr>
          <p:cNvSpPr>
            <a:spLocks noGrp="1"/>
          </p:cNvSpPr>
          <p:nvPr>
            <p:ph type="body" sz="quarter" idx="89" hasCustomPrompt="1"/>
          </p:nvPr>
        </p:nvSpPr>
        <p:spPr>
          <a:xfrm>
            <a:off x="3222026" y="4835565"/>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100" name="Picture Placeholder 3">
            <a:extLst>
              <a:ext uri="{FF2B5EF4-FFF2-40B4-BE49-F238E27FC236}">
                <a16:creationId xmlns:a16="http://schemas.microsoft.com/office/drawing/2014/main" id="{7933DC51-6DEE-4C5A-A1BC-E78AC6388073}"/>
              </a:ext>
            </a:extLst>
          </p:cNvPr>
          <p:cNvSpPr>
            <a:spLocks noGrp="1" noChangeAspect="1"/>
          </p:cNvSpPr>
          <p:nvPr>
            <p:ph type="pic" sz="quarter" idx="90" hasCustomPrompt="1"/>
          </p:nvPr>
        </p:nvSpPr>
        <p:spPr>
          <a:xfrm>
            <a:off x="4462722" y="4363106"/>
            <a:ext cx="403225" cy="403225"/>
          </a:xfrm>
          <a:noFill/>
        </p:spPr>
        <p:txBody>
          <a:bodyPr anchor="ctr"/>
          <a:lstStyle>
            <a:lvl1pPr marL="0" indent="0" algn="ctr">
              <a:buNone/>
              <a:defRPr sz="700"/>
            </a:lvl1pPr>
          </a:lstStyle>
          <a:p>
            <a:r>
              <a:rPr lang="en-US" dirty="0"/>
              <a:t>Icon</a:t>
            </a:r>
          </a:p>
        </p:txBody>
      </p:sp>
      <p:sp>
        <p:nvSpPr>
          <p:cNvPr id="101" name="Text Placeholder 5">
            <a:extLst>
              <a:ext uri="{FF2B5EF4-FFF2-40B4-BE49-F238E27FC236}">
                <a16:creationId xmlns:a16="http://schemas.microsoft.com/office/drawing/2014/main" id="{58C59E2E-D4BD-427C-A11F-427B00C3B0C1}"/>
              </a:ext>
            </a:extLst>
          </p:cNvPr>
          <p:cNvSpPr>
            <a:spLocks noGrp="1"/>
          </p:cNvSpPr>
          <p:nvPr>
            <p:ph type="body" sz="quarter" idx="91" hasCustomPrompt="1"/>
          </p:nvPr>
        </p:nvSpPr>
        <p:spPr>
          <a:xfrm>
            <a:off x="4189672" y="4835565"/>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102" name="Picture Placeholder 3">
            <a:extLst>
              <a:ext uri="{FF2B5EF4-FFF2-40B4-BE49-F238E27FC236}">
                <a16:creationId xmlns:a16="http://schemas.microsoft.com/office/drawing/2014/main" id="{547D2DB4-ECCB-42F1-9A92-54311B9CD05D}"/>
              </a:ext>
            </a:extLst>
          </p:cNvPr>
          <p:cNvSpPr>
            <a:spLocks noGrp="1" noChangeAspect="1"/>
          </p:cNvSpPr>
          <p:nvPr>
            <p:ph type="pic" sz="quarter" idx="92" hasCustomPrompt="1"/>
          </p:nvPr>
        </p:nvSpPr>
        <p:spPr>
          <a:xfrm>
            <a:off x="5430368" y="4363106"/>
            <a:ext cx="403225" cy="403225"/>
          </a:xfrm>
          <a:noFill/>
        </p:spPr>
        <p:txBody>
          <a:bodyPr anchor="ctr"/>
          <a:lstStyle>
            <a:lvl1pPr marL="0" indent="0" algn="ctr">
              <a:buNone/>
              <a:defRPr sz="700"/>
            </a:lvl1pPr>
          </a:lstStyle>
          <a:p>
            <a:r>
              <a:rPr lang="en-US" dirty="0"/>
              <a:t>Icon</a:t>
            </a:r>
          </a:p>
        </p:txBody>
      </p:sp>
      <p:sp>
        <p:nvSpPr>
          <p:cNvPr id="103" name="Text Placeholder 5">
            <a:extLst>
              <a:ext uri="{FF2B5EF4-FFF2-40B4-BE49-F238E27FC236}">
                <a16:creationId xmlns:a16="http://schemas.microsoft.com/office/drawing/2014/main" id="{7A2CE738-0F66-4999-8E9C-BF7ADF7ADEE4}"/>
              </a:ext>
            </a:extLst>
          </p:cNvPr>
          <p:cNvSpPr>
            <a:spLocks noGrp="1"/>
          </p:cNvSpPr>
          <p:nvPr>
            <p:ph type="body" sz="quarter" idx="93" hasCustomPrompt="1"/>
          </p:nvPr>
        </p:nvSpPr>
        <p:spPr>
          <a:xfrm>
            <a:off x="5157318" y="4835565"/>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104" name="Picture Placeholder 3">
            <a:extLst>
              <a:ext uri="{FF2B5EF4-FFF2-40B4-BE49-F238E27FC236}">
                <a16:creationId xmlns:a16="http://schemas.microsoft.com/office/drawing/2014/main" id="{9A346CC3-9B93-4E96-BE26-D32DE4EB89FC}"/>
              </a:ext>
            </a:extLst>
          </p:cNvPr>
          <p:cNvSpPr>
            <a:spLocks noGrp="1" noChangeAspect="1"/>
          </p:cNvSpPr>
          <p:nvPr>
            <p:ph type="pic" sz="quarter" idx="94" hasCustomPrompt="1"/>
          </p:nvPr>
        </p:nvSpPr>
        <p:spPr>
          <a:xfrm>
            <a:off x="6398014" y="4363106"/>
            <a:ext cx="403225" cy="403225"/>
          </a:xfrm>
          <a:noFill/>
        </p:spPr>
        <p:txBody>
          <a:bodyPr anchor="ctr"/>
          <a:lstStyle>
            <a:lvl1pPr marL="0" indent="0" algn="ctr">
              <a:buNone/>
              <a:defRPr sz="700"/>
            </a:lvl1pPr>
          </a:lstStyle>
          <a:p>
            <a:r>
              <a:rPr lang="en-US" dirty="0"/>
              <a:t>Icon</a:t>
            </a:r>
          </a:p>
        </p:txBody>
      </p:sp>
      <p:sp>
        <p:nvSpPr>
          <p:cNvPr id="105" name="Text Placeholder 5">
            <a:extLst>
              <a:ext uri="{FF2B5EF4-FFF2-40B4-BE49-F238E27FC236}">
                <a16:creationId xmlns:a16="http://schemas.microsoft.com/office/drawing/2014/main" id="{4905332C-38A8-40A4-91FC-8E2443B7202A}"/>
              </a:ext>
            </a:extLst>
          </p:cNvPr>
          <p:cNvSpPr>
            <a:spLocks noGrp="1"/>
          </p:cNvSpPr>
          <p:nvPr>
            <p:ph type="body" sz="quarter" idx="95" hasCustomPrompt="1"/>
          </p:nvPr>
        </p:nvSpPr>
        <p:spPr>
          <a:xfrm>
            <a:off x="6124964" y="4835565"/>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106" name="Picture Placeholder 3">
            <a:extLst>
              <a:ext uri="{FF2B5EF4-FFF2-40B4-BE49-F238E27FC236}">
                <a16:creationId xmlns:a16="http://schemas.microsoft.com/office/drawing/2014/main" id="{E9DC56AE-91CF-45C9-BE13-5304962706B6}"/>
              </a:ext>
            </a:extLst>
          </p:cNvPr>
          <p:cNvSpPr>
            <a:spLocks noGrp="1" noChangeAspect="1"/>
          </p:cNvSpPr>
          <p:nvPr>
            <p:ph type="pic" sz="quarter" idx="96" hasCustomPrompt="1"/>
          </p:nvPr>
        </p:nvSpPr>
        <p:spPr>
          <a:xfrm>
            <a:off x="7365660" y="4363106"/>
            <a:ext cx="403225" cy="403225"/>
          </a:xfrm>
          <a:noFill/>
        </p:spPr>
        <p:txBody>
          <a:bodyPr anchor="ctr"/>
          <a:lstStyle>
            <a:lvl1pPr marL="0" indent="0" algn="ctr">
              <a:buNone/>
              <a:defRPr sz="700"/>
            </a:lvl1pPr>
          </a:lstStyle>
          <a:p>
            <a:r>
              <a:rPr lang="en-US" dirty="0"/>
              <a:t>Icon</a:t>
            </a:r>
          </a:p>
        </p:txBody>
      </p:sp>
      <p:sp>
        <p:nvSpPr>
          <p:cNvPr id="107" name="Text Placeholder 5">
            <a:extLst>
              <a:ext uri="{FF2B5EF4-FFF2-40B4-BE49-F238E27FC236}">
                <a16:creationId xmlns:a16="http://schemas.microsoft.com/office/drawing/2014/main" id="{388F0814-EF87-4C5F-840C-82E6E540BFB7}"/>
              </a:ext>
            </a:extLst>
          </p:cNvPr>
          <p:cNvSpPr>
            <a:spLocks noGrp="1"/>
          </p:cNvSpPr>
          <p:nvPr>
            <p:ph type="body" sz="quarter" idx="97" hasCustomPrompt="1"/>
          </p:nvPr>
        </p:nvSpPr>
        <p:spPr>
          <a:xfrm>
            <a:off x="7092610" y="4835565"/>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108" name="Picture Placeholder 3">
            <a:extLst>
              <a:ext uri="{FF2B5EF4-FFF2-40B4-BE49-F238E27FC236}">
                <a16:creationId xmlns:a16="http://schemas.microsoft.com/office/drawing/2014/main" id="{04972242-245C-4DF9-BC8F-61022A483716}"/>
              </a:ext>
            </a:extLst>
          </p:cNvPr>
          <p:cNvSpPr>
            <a:spLocks noGrp="1" noChangeAspect="1"/>
          </p:cNvSpPr>
          <p:nvPr>
            <p:ph type="pic" sz="quarter" idx="98" hasCustomPrompt="1"/>
          </p:nvPr>
        </p:nvSpPr>
        <p:spPr>
          <a:xfrm>
            <a:off x="8333306" y="4363106"/>
            <a:ext cx="403225" cy="403225"/>
          </a:xfrm>
          <a:noFill/>
        </p:spPr>
        <p:txBody>
          <a:bodyPr anchor="ctr"/>
          <a:lstStyle>
            <a:lvl1pPr marL="0" indent="0" algn="ctr">
              <a:buNone/>
              <a:defRPr sz="700"/>
            </a:lvl1pPr>
          </a:lstStyle>
          <a:p>
            <a:r>
              <a:rPr lang="en-US" dirty="0"/>
              <a:t>Icon</a:t>
            </a:r>
          </a:p>
        </p:txBody>
      </p:sp>
      <p:sp>
        <p:nvSpPr>
          <p:cNvPr id="109" name="Text Placeholder 5">
            <a:extLst>
              <a:ext uri="{FF2B5EF4-FFF2-40B4-BE49-F238E27FC236}">
                <a16:creationId xmlns:a16="http://schemas.microsoft.com/office/drawing/2014/main" id="{4993F5A1-1C7D-4482-AD4D-1A335C133A21}"/>
              </a:ext>
            </a:extLst>
          </p:cNvPr>
          <p:cNvSpPr>
            <a:spLocks noGrp="1"/>
          </p:cNvSpPr>
          <p:nvPr>
            <p:ph type="body" sz="quarter" idx="99" hasCustomPrompt="1"/>
          </p:nvPr>
        </p:nvSpPr>
        <p:spPr>
          <a:xfrm>
            <a:off x="8060256" y="4835565"/>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110" name="Picture Placeholder 3">
            <a:extLst>
              <a:ext uri="{FF2B5EF4-FFF2-40B4-BE49-F238E27FC236}">
                <a16:creationId xmlns:a16="http://schemas.microsoft.com/office/drawing/2014/main" id="{C2F61882-AE9E-4956-A644-0A58BB4AA738}"/>
              </a:ext>
            </a:extLst>
          </p:cNvPr>
          <p:cNvSpPr>
            <a:spLocks noGrp="1" noChangeAspect="1"/>
          </p:cNvSpPr>
          <p:nvPr>
            <p:ph type="pic" sz="quarter" idx="100" hasCustomPrompt="1"/>
          </p:nvPr>
        </p:nvSpPr>
        <p:spPr>
          <a:xfrm>
            <a:off x="9300952" y="4363106"/>
            <a:ext cx="403225" cy="403225"/>
          </a:xfrm>
          <a:noFill/>
        </p:spPr>
        <p:txBody>
          <a:bodyPr anchor="ctr"/>
          <a:lstStyle>
            <a:lvl1pPr marL="0" indent="0" algn="ctr">
              <a:buNone/>
              <a:defRPr sz="700"/>
            </a:lvl1pPr>
          </a:lstStyle>
          <a:p>
            <a:r>
              <a:rPr lang="en-US" dirty="0"/>
              <a:t>Icon</a:t>
            </a:r>
          </a:p>
        </p:txBody>
      </p:sp>
      <p:sp>
        <p:nvSpPr>
          <p:cNvPr id="111" name="Text Placeholder 5">
            <a:extLst>
              <a:ext uri="{FF2B5EF4-FFF2-40B4-BE49-F238E27FC236}">
                <a16:creationId xmlns:a16="http://schemas.microsoft.com/office/drawing/2014/main" id="{30710E6A-37AD-4611-A83E-020609308ED1}"/>
              </a:ext>
            </a:extLst>
          </p:cNvPr>
          <p:cNvSpPr>
            <a:spLocks noGrp="1"/>
          </p:cNvSpPr>
          <p:nvPr>
            <p:ph type="body" sz="quarter" idx="101" hasCustomPrompt="1"/>
          </p:nvPr>
        </p:nvSpPr>
        <p:spPr>
          <a:xfrm>
            <a:off x="9027902" y="4835565"/>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112" name="Picture Placeholder 3">
            <a:extLst>
              <a:ext uri="{FF2B5EF4-FFF2-40B4-BE49-F238E27FC236}">
                <a16:creationId xmlns:a16="http://schemas.microsoft.com/office/drawing/2014/main" id="{769A1C57-4E78-4D42-9C3E-3429B4B89A65}"/>
              </a:ext>
            </a:extLst>
          </p:cNvPr>
          <p:cNvSpPr>
            <a:spLocks noGrp="1" noChangeAspect="1"/>
          </p:cNvSpPr>
          <p:nvPr>
            <p:ph type="pic" sz="quarter" idx="102" hasCustomPrompt="1"/>
          </p:nvPr>
        </p:nvSpPr>
        <p:spPr>
          <a:xfrm>
            <a:off x="10268598" y="4363106"/>
            <a:ext cx="403225" cy="403225"/>
          </a:xfrm>
          <a:noFill/>
        </p:spPr>
        <p:txBody>
          <a:bodyPr anchor="ctr"/>
          <a:lstStyle>
            <a:lvl1pPr marL="0" indent="0" algn="ctr">
              <a:buNone/>
              <a:defRPr sz="700"/>
            </a:lvl1pPr>
          </a:lstStyle>
          <a:p>
            <a:r>
              <a:rPr lang="en-US" dirty="0"/>
              <a:t>Icon</a:t>
            </a:r>
          </a:p>
        </p:txBody>
      </p:sp>
      <p:sp>
        <p:nvSpPr>
          <p:cNvPr id="113" name="Text Placeholder 5">
            <a:extLst>
              <a:ext uri="{FF2B5EF4-FFF2-40B4-BE49-F238E27FC236}">
                <a16:creationId xmlns:a16="http://schemas.microsoft.com/office/drawing/2014/main" id="{8B686282-7C16-428D-BD34-359988D984EB}"/>
              </a:ext>
            </a:extLst>
          </p:cNvPr>
          <p:cNvSpPr>
            <a:spLocks noGrp="1"/>
          </p:cNvSpPr>
          <p:nvPr>
            <p:ph type="body" sz="quarter" idx="103" hasCustomPrompt="1"/>
          </p:nvPr>
        </p:nvSpPr>
        <p:spPr>
          <a:xfrm>
            <a:off x="9995548" y="4835565"/>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114" name="Picture Placeholder 3">
            <a:extLst>
              <a:ext uri="{FF2B5EF4-FFF2-40B4-BE49-F238E27FC236}">
                <a16:creationId xmlns:a16="http://schemas.microsoft.com/office/drawing/2014/main" id="{738E212D-0641-4385-8518-5E3661B9B588}"/>
              </a:ext>
            </a:extLst>
          </p:cNvPr>
          <p:cNvSpPr>
            <a:spLocks noGrp="1" noChangeAspect="1"/>
          </p:cNvSpPr>
          <p:nvPr>
            <p:ph type="pic" sz="quarter" idx="104" hasCustomPrompt="1"/>
          </p:nvPr>
        </p:nvSpPr>
        <p:spPr>
          <a:xfrm>
            <a:off x="11236244" y="4363106"/>
            <a:ext cx="403225" cy="403225"/>
          </a:xfrm>
          <a:noFill/>
        </p:spPr>
        <p:txBody>
          <a:bodyPr anchor="ctr"/>
          <a:lstStyle>
            <a:lvl1pPr marL="0" indent="0" algn="ctr">
              <a:buNone/>
              <a:defRPr sz="700"/>
            </a:lvl1pPr>
          </a:lstStyle>
          <a:p>
            <a:r>
              <a:rPr lang="en-US" dirty="0"/>
              <a:t>Icon</a:t>
            </a:r>
          </a:p>
        </p:txBody>
      </p:sp>
      <p:sp>
        <p:nvSpPr>
          <p:cNvPr id="115" name="Text Placeholder 5">
            <a:extLst>
              <a:ext uri="{FF2B5EF4-FFF2-40B4-BE49-F238E27FC236}">
                <a16:creationId xmlns:a16="http://schemas.microsoft.com/office/drawing/2014/main" id="{23CBEACF-C8FC-493E-BB22-6094A1E8F7A7}"/>
              </a:ext>
            </a:extLst>
          </p:cNvPr>
          <p:cNvSpPr>
            <a:spLocks noGrp="1"/>
          </p:cNvSpPr>
          <p:nvPr>
            <p:ph type="body" sz="quarter" idx="105" hasCustomPrompt="1"/>
          </p:nvPr>
        </p:nvSpPr>
        <p:spPr>
          <a:xfrm>
            <a:off x="10963194" y="4835565"/>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116" name="Picture Placeholder 3">
            <a:extLst>
              <a:ext uri="{FF2B5EF4-FFF2-40B4-BE49-F238E27FC236}">
                <a16:creationId xmlns:a16="http://schemas.microsoft.com/office/drawing/2014/main" id="{E922FD32-2C65-451D-BFA4-A7C076C34455}"/>
              </a:ext>
            </a:extLst>
          </p:cNvPr>
          <p:cNvSpPr>
            <a:spLocks noGrp="1" noChangeAspect="1"/>
          </p:cNvSpPr>
          <p:nvPr>
            <p:ph type="pic" sz="quarter" idx="106" hasCustomPrompt="1"/>
          </p:nvPr>
        </p:nvSpPr>
        <p:spPr>
          <a:xfrm>
            <a:off x="592138" y="5273704"/>
            <a:ext cx="403225" cy="403225"/>
          </a:xfrm>
          <a:noFill/>
        </p:spPr>
        <p:txBody>
          <a:bodyPr anchor="ctr"/>
          <a:lstStyle>
            <a:lvl1pPr marL="0" indent="0" algn="ctr">
              <a:buNone/>
              <a:defRPr sz="700"/>
            </a:lvl1pPr>
          </a:lstStyle>
          <a:p>
            <a:r>
              <a:rPr lang="en-US" dirty="0"/>
              <a:t>Icon</a:t>
            </a:r>
          </a:p>
        </p:txBody>
      </p:sp>
      <p:sp>
        <p:nvSpPr>
          <p:cNvPr id="117" name="Text Placeholder 5">
            <a:extLst>
              <a:ext uri="{FF2B5EF4-FFF2-40B4-BE49-F238E27FC236}">
                <a16:creationId xmlns:a16="http://schemas.microsoft.com/office/drawing/2014/main" id="{E3EE9847-80F4-4B32-AA28-7EC70D2735DF}"/>
              </a:ext>
            </a:extLst>
          </p:cNvPr>
          <p:cNvSpPr>
            <a:spLocks noGrp="1"/>
          </p:cNvSpPr>
          <p:nvPr>
            <p:ph type="body" sz="quarter" idx="107" hasCustomPrompt="1"/>
          </p:nvPr>
        </p:nvSpPr>
        <p:spPr>
          <a:xfrm>
            <a:off x="319088" y="5746163"/>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118" name="Picture Placeholder 3">
            <a:extLst>
              <a:ext uri="{FF2B5EF4-FFF2-40B4-BE49-F238E27FC236}">
                <a16:creationId xmlns:a16="http://schemas.microsoft.com/office/drawing/2014/main" id="{240ACE3F-C3AD-448F-B775-999FE83EB786}"/>
              </a:ext>
            </a:extLst>
          </p:cNvPr>
          <p:cNvSpPr>
            <a:spLocks noGrp="1" noChangeAspect="1"/>
          </p:cNvSpPr>
          <p:nvPr>
            <p:ph type="pic" sz="quarter" idx="108" hasCustomPrompt="1"/>
          </p:nvPr>
        </p:nvSpPr>
        <p:spPr>
          <a:xfrm>
            <a:off x="1559784" y="5273704"/>
            <a:ext cx="403225" cy="403225"/>
          </a:xfrm>
          <a:noFill/>
        </p:spPr>
        <p:txBody>
          <a:bodyPr anchor="ctr"/>
          <a:lstStyle>
            <a:lvl1pPr marL="0" indent="0" algn="ctr">
              <a:buNone/>
              <a:defRPr sz="700"/>
            </a:lvl1pPr>
          </a:lstStyle>
          <a:p>
            <a:r>
              <a:rPr lang="en-US" dirty="0"/>
              <a:t>Icon</a:t>
            </a:r>
          </a:p>
        </p:txBody>
      </p:sp>
      <p:sp>
        <p:nvSpPr>
          <p:cNvPr id="119" name="Text Placeholder 5">
            <a:extLst>
              <a:ext uri="{FF2B5EF4-FFF2-40B4-BE49-F238E27FC236}">
                <a16:creationId xmlns:a16="http://schemas.microsoft.com/office/drawing/2014/main" id="{01BB9DE7-63A0-43A7-81B9-31AD462E4A92}"/>
              </a:ext>
            </a:extLst>
          </p:cNvPr>
          <p:cNvSpPr>
            <a:spLocks noGrp="1"/>
          </p:cNvSpPr>
          <p:nvPr>
            <p:ph type="body" sz="quarter" idx="109" hasCustomPrompt="1"/>
          </p:nvPr>
        </p:nvSpPr>
        <p:spPr>
          <a:xfrm>
            <a:off x="1286734" y="5746163"/>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120" name="Picture Placeholder 3">
            <a:extLst>
              <a:ext uri="{FF2B5EF4-FFF2-40B4-BE49-F238E27FC236}">
                <a16:creationId xmlns:a16="http://schemas.microsoft.com/office/drawing/2014/main" id="{DFDA67BD-C503-447B-B6C5-96680973867F}"/>
              </a:ext>
            </a:extLst>
          </p:cNvPr>
          <p:cNvSpPr>
            <a:spLocks noGrp="1" noChangeAspect="1"/>
          </p:cNvSpPr>
          <p:nvPr>
            <p:ph type="pic" sz="quarter" idx="110" hasCustomPrompt="1"/>
          </p:nvPr>
        </p:nvSpPr>
        <p:spPr>
          <a:xfrm>
            <a:off x="2527430" y="5273704"/>
            <a:ext cx="403225" cy="403225"/>
          </a:xfrm>
          <a:noFill/>
        </p:spPr>
        <p:txBody>
          <a:bodyPr anchor="ctr"/>
          <a:lstStyle>
            <a:lvl1pPr marL="0" indent="0" algn="ctr">
              <a:buNone/>
              <a:defRPr sz="700"/>
            </a:lvl1pPr>
          </a:lstStyle>
          <a:p>
            <a:r>
              <a:rPr lang="en-US" dirty="0"/>
              <a:t>Icon</a:t>
            </a:r>
          </a:p>
        </p:txBody>
      </p:sp>
      <p:sp>
        <p:nvSpPr>
          <p:cNvPr id="121" name="Text Placeholder 5">
            <a:extLst>
              <a:ext uri="{FF2B5EF4-FFF2-40B4-BE49-F238E27FC236}">
                <a16:creationId xmlns:a16="http://schemas.microsoft.com/office/drawing/2014/main" id="{588D1DC5-366B-4060-AC3F-B6113A79D12D}"/>
              </a:ext>
            </a:extLst>
          </p:cNvPr>
          <p:cNvSpPr>
            <a:spLocks noGrp="1"/>
          </p:cNvSpPr>
          <p:nvPr>
            <p:ph type="body" sz="quarter" idx="111" hasCustomPrompt="1"/>
          </p:nvPr>
        </p:nvSpPr>
        <p:spPr>
          <a:xfrm>
            <a:off x="2254380" y="5746163"/>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122" name="Picture Placeholder 3">
            <a:extLst>
              <a:ext uri="{FF2B5EF4-FFF2-40B4-BE49-F238E27FC236}">
                <a16:creationId xmlns:a16="http://schemas.microsoft.com/office/drawing/2014/main" id="{0BC93F3B-7A76-4016-AC83-89A1736FDD70}"/>
              </a:ext>
            </a:extLst>
          </p:cNvPr>
          <p:cNvSpPr>
            <a:spLocks noGrp="1" noChangeAspect="1"/>
          </p:cNvSpPr>
          <p:nvPr>
            <p:ph type="pic" sz="quarter" idx="112" hasCustomPrompt="1"/>
          </p:nvPr>
        </p:nvSpPr>
        <p:spPr>
          <a:xfrm>
            <a:off x="3495076" y="5273704"/>
            <a:ext cx="403225" cy="403225"/>
          </a:xfrm>
          <a:noFill/>
        </p:spPr>
        <p:txBody>
          <a:bodyPr anchor="ctr"/>
          <a:lstStyle>
            <a:lvl1pPr marL="0" indent="0" algn="ctr">
              <a:buNone/>
              <a:defRPr sz="700"/>
            </a:lvl1pPr>
          </a:lstStyle>
          <a:p>
            <a:r>
              <a:rPr lang="en-US" dirty="0"/>
              <a:t>Icon</a:t>
            </a:r>
          </a:p>
        </p:txBody>
      </p:sp>
      <p:sp>
        <p:nvSpPr>
          <p:cNvPr id="123" name="Text Placeholder 5">
            <a:extLst>
              <a:ext uri="{FF2B5EF4-FFF2-40B4-BE49-F238E27FC236}">
                <a16:creationId xmlns:a16="http://schemas.microsoft.com/office/drawing/2014/main" id="{CA1911C6-7387-4091-9535-EB6EB467C8AE}"/>
              </a:ext>
            </a:extLst>
          </p:cNvPr>
          <p:cNvSpPr>
            <a:spLocks noGrp="1"/>
          </p:cNvSpPr>
          <p:nvPr>
            <p:ph type="body" sz="quarter" idx="113" hasCustomPrompt="1"/>
          </p:nvPr>
        </p:nvSpPr>
        <p:spPr>
          <a:xfrm>
            <a:off x="3222026" y="5746163"/>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124" name="Picture Placeholder 3">
            <a:extLst>
              <a:ext uri="{FF2B5EF4-FFF2-40B4-BE49-F238E27FC236}">
                <a16:creationId xmlns:a16="http://schemas.microsoft.com/office/drawing/2014/main" id="{E879E24E-BA25-44EE-8EB6-ADAD5627EC97}"/>
              </a:ext>
            </a:extLst>
          </p:cNvPr>
          <p:cNvSpPr>
            <a:spLocks noGrp="1" noChangeAspect="1"/>
          </p:cNvSpPr>
          <p:nvPr>
            <p:ph type="pic" sz="quarter" idx="114" hasCustomPrompt="1"/>
          </p:nvPr>
        </p:nvSpPr>
        <p:spPr>
          <a:xfrm>
            <a:off x="4462722" y="5273704"/>
            <a:ext cx="403225" cy="403225"/>
          </a:xfrm>
          <a:noFill/>
        </p:spPr>
        <p:txBody>
          <a:bodyPr anchor="ctr"/>
          <a:lstStyle>
            <a:lvl1pPr marL="0" indent="0" algn="ctr">
              <a:buNone/>
              <a:defRPr sz="700"/>
            </a:lvl1pPr>
          </a:lstStyle>
          <a:p>
            <a:r>
              <a:rPr lang="en-US" dirty="0"/>
              <a:t>Icon</a:t>
            </a:r>
          </a:p>
        </p:txBody>
      </p:sp>
      <p:sp>
        <p:nvSpPr>
          <p:cNvPr id="125" name="Text Placeholder 5">
            <a:extLst>
              <a:ext uri="{FF2B5EF4-FFF2-40B4-BE49-F238E27FC236}">
                <a16:creationId xmlns:a16="http://schemas.microsoft.com/office/drawing/2014/main" id="{987BA220-1703-42D0-988F-4E015934AB8B}"/>
              </a:ext>
            </a:extLst>
          </p:cNvPr>
          <p:cNvSpPr>
            <a:spLocks noGrp="1"/>
          </p:cNvSpPr>
          <p:nvPr>
            <p:ph type="body" sz="quarter" idx="115" hasCustomPrompt="1"/>
          </p:nvPr>
        </p:nvSpPr>
        <p:spPr>
          <a:xfrm>
            <a:off x="4189672" y="5746163"/>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126" name="Picture Placeholder 3">
            <a:extLst>
              <a:ext uri="{FF2B5EF4-FFF2-40B4-BE49-F238E27FC236}">
                <a16:creationId xmlns:a16="http://schemas.microsoft.com/office/drawing/2014/main" id="{6828936C-D62F-4A36-AC09-A3A461FEC98F}"/>
              </a:ext>
            </a:extLst>
          </p:cNvPr>
          <p:cNvSpPr>
            <a:spLocks noGrp="1" noChangeAspect="1"/>
          </p:cNvSpPr>
          <p:nvPr>
            <p:ph type="pic" sz="quarter" idx="116" hasCustomPrompt="1"/>
          </p:nvPr>
        </p:nvSpPr>
        <p:spPr>
          <a:xfrm>
            <a:off x="5430368" y="5273704"/>
            <a:ext cx="403225" cy="403225"/>
          </a:xfrm>
          <a:noFill/>
        </p:spPr>
        <p:txBody>
          <a:bodyPr anchor="ctr"/>
          <a:lstStyle>
            <a:lvl1pPr marL="0" indent="0" algn="ctr">
              <a:buNone/>
              <a:defRPr sz="700"/>
            </a:lvl1pPr>
          </a:lstStyle>
          <a:p>
            <a:r>
              <a:rPr lang="en-US" dirty="0"/>
              <a:t>Icon</a:t>
            </a:r>
          </a:p>
        </p:txBody>
      </p:sp>
      <p:sp>
        <p:nvSpPr>
          <p:cNvPr id="127" name="Text Placeholder 5">
            <a:extLst>
              <a:ext uri="{FF2B5EF4-FFF2-40B4-BE49-F238E27FC236}">
                <a16:creationId xmlns:a16="http://schemas.microsoft.com/office/drawing/2014/main" id="{1B1553E8-DB9F-409A-AAA7-EED9A5A00F1A}"/>
              </a:ext>
            </a:extLst>
          </p:cNvPr>
          <p:cNvSpPr>
            <a:spLocks noGrp="1"/>
          </p:cNvSpPr>
          <p:nvPr>
            <p:ph type="body" sz="quarter" idx="117" hasCustomPrompt="1"/>
          </p:nvPr>
        </p:nvSpPr>
        <p:spPr>
          <a:xfrm>
            <a:off x="5157318" y="5746163"/>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128" name="Picture Placeholder 3">
            <a:extLst>
              <a:ext uri="{FF2B5EF4-FFF2-40B4-BE49-F238E27FC236}">
                <a16:creationId xmlns:a16="http://schemas.microsoft.com/office/drawing/2014/main" id="{83FFB4C5-85CC-489C-B6AB-8573E91562E5}"/>
              </a:ext>
            </a:extLst>
          </p:cNvPr>
          <p:cNvSpPr>
            <a:spLocks noGrp="1" noChangeAspect="1"/>
          </p:cNvSpPr>
          <p:nvPr>
            <p:ph type="pic" sz="quarter" idx="118" hasCustomPrompt="1"/>
          </p:nvPr>
        </p:nvSpPr>
        <p:spPr>
          <a:xfrm>
            <a:off x="6398014" y="5273704"/>
            <a:ext cx="403225" cy="403225"/>
          </a:xfrm>
          <a:noFill/>
        </p:spPr>
        <p:txBody>
          <a:bodyPr anchor="ctr"/>
          <a:lstStyle>
            <a:lvl1pPr marL="0" indent="0" algn="ctr">
              <a:buNone/>
              <a:defRPr sz="700"/>
            </a:lvl1pPr>
          </a:lstStyle>
          <a:p>
            <a:r>
              <a:rPr lang="en-US" dirty="0"/>
              <a:t>Icon</a:t>
            </a:r>
          </a:p>
        </p:txBody>
      </p:sp>
      <p:sp>
        <p:nvSpPr>
          <p:cNvPr id="129" name="Text Placeholder 5">
            <a:extLst>
              <a:ext uri="{FF2B5EF4-FFF2-40B4-BE49-F238E27FC236}">
                <a16:creationId xmlns:a16="http://schemas.microsoft.com/office/drawing/2014/main" id="{FB2A105F-B043-4EA1-B022-7756B3A46689}"/>
              </a:ext>
            </a:extLst>
          </p:cNvPr>
          <p:cNvSpPr>
            <a:spLocks noGrp="1"/>
          </p:cNvSpPr>
          <p:nvPr>
            <p:ph type="body" sz="quarter" idx="119" hasCustomPrompt="1"/>
          </p:nvPr>
        </p:nvSpPr>
        <p:spPr>
          <a:xfrm>
            <a:off x="6124964" y="5746163"/>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130" name="Picture Placeholder 3">
            <a:extLst>
              <a:ext uri="{FF2B5EF4-FFF2-40B4-BE49-F238E27FC236}">
                <a16:creationId xmlns:a16="http://schemas.microsoft.com/office/drawing/2014/main" id="{8740AAA0-090B-44DD-B6ED-F46DF674DDE2}"/>
              </a:ext>
            </a:extLst>
          </p:cNvPr>
          <p:cNvSpPr>
            <a:spLocks noGrp="1" noChangeAspect="1"/>
          </p:cNvSpPr>
          <p:nvPr>
            <p:ph type="pic" sz="quarter" idx="120" hasCustomPrompt="1"/>
          </p:nvPr>
        </p:nvSpPr>
        <p:spPr>
          <a:xfrm>
            <a:off x="7365660" y="5273704"/>
            <a:ext cx="403225" cy="403225"/>
          </a:xfrm>
          <a:noFill/>
        </p:spPr>
        <p:txBody>
          <a:bodyPr anchor="ctr"/>
          <a:lstStyle>
            <a:lvl1pPr marL="0" indent="0" algn="ctr">
              <a:buNone/>
              <a:defRPr sz="700"/>
            </a:lvl1pPr>
          </a:lstStyle>
          <a:p>
            <a:r>
              <a:rPr lang="en-US" dirty="0"/>
              <a:t>Icon</a:t>
            </a:r>
          </a:p>
        </p:txBody>
      </p:sp>
      <p:sp>
        <p:nvSpPr>
          <p:cNvPr id="131" name="Text Placeholder 5">
            <a:extLst>
              <a:ext uri="{FF2B5EF4-FFF2-40B4-BE49-F238E27FC236}">
                <a16:creationId xmlns:a16="http://schemas.microsoft.com/office/drawing/2014/main" id="{89B24F3B-F7F5-46EB-A3E0-5F2CCE012355}"/>
              </a:ext>
            </a:extLst>
          </p:cNvPr>
          <p:cNvSpPr>
            <a:spLocks noGrp="1"/>
          </p:cNvSpPr>
          <p:nvPr>
            <p:ph type="body" sz="quarter" idx="121" hasCustomPrompt="1"/>
          </p:nvPr>
        </p:nvSpPr>
        <p:spPr>
          <a:xfrm>
            <a:off x="7092610" y="5746163"/>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132" name="Picture Placeholder 3">
            <a:extLst>
              <a:ext uri="{FF2B5EF4-FFF2-40B4-BE49-F238E27FC236}">
                <a16:creationId xmlns:a16="http://schemas.microsoft.com/office/drawing/2014/main" id="{6449F1A4-C5F0-4D40-8391-836AFDB4952B}"/>
              </a:ext>
            </a:extLst>
          </p:cNvPr>
          <p:cNvSpPr>
            <a:spLocks noGrp="1" noChangeAspect="1"/>
          </p:cNvSpPr>
          <p:nvPr>
            <p:ph type="pic" sz="quarter" idx="122" hasCustomPrompt="1"/>
          </p:nvPr>
        </p:nvSpPr>
        <p:spPr>
          <a:xfrm>
            <a:off x="8333306" y="5273704"/>
            <a:ext cx="403225" cy="403225"/>
          </a:xfrm>
          <a:noFill/>
        </p:spPr>
        <p:txBody>
          <a:bodyPr anchor="ctr"/>
          <a:lstStyle>
            <a:lvl1pPr marL="0" indent="0" algn="ctr">
              <a:buNone/>
              <a:defRPr sz="700"/>
            </a:lvl1pPr>
          </a:lstStyle>
          <a:p>
            <a:r>
              <a:rPr lang="en-US" dirty="0"/>
              <a:t>Icon</a:t>
            </a:r>
          </a:p>
        </p:txBody>
      </p:sp>
      <p:sp>
        <p:nvSpPr>
          <p:cNvPr id="133" name="Text Placeholder 5">
            <a:extLst>
              <a:ext uri="{FF2B5EF4-FFF2-40B4-BE49-F238E27FC236}">
                <a16:creationId xmlns:a16="http://schemas.microsoft.com/office/drawing/2014/main" id="{5CE07A10-3BA2-4A5E-9B99-2DF5B847CD83}"/>
              </a:ext>
            </a:extLst>
          </p:cNvPr>
          <p:cNvSpPr>
            <a:spLocks noGrp="1"/>
          </p:cNvSpPr>
          <p:nvPr>
            <p:ph type="body" sz="quarter" idx="123" hasCustomPrompt="1"/>
          </p:nvPr>
        </p:nvSpPr>
        <p:spPr>
          <a:xfrm>
            <a:off x="8060256" y="5746163"/>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134" name="Picture Placeholder 3">
            <a:extLst>
              <a:ext uri="{FF2B5EF4-FFF2-40B4-BE49-F238E27FC236}">
                <a16:creationId xmlns:a16="http://schemas.microsoft.com/office/drawing/2014/main" id="{32EF2783-B823-4AE7-8F99-B8959C6E6163}"/>
              </a:ext>
            </a:extLst>
          </p:cNvPr>
          <p:cNvSpPr>
            <a:spLocks noGrp="1" noChangeAspect="1"/>
          </p:cNvSpPr>
          <p:nvPr>
            <p:ph type="pic" sz="quarter" idx="124" hasCustomPrompt="1"/>
          </p:nvPr>
        </p:nvSpPr>
        <p:spPr>
          <a:xfrm>
            <a:off x="9300952" y="5273704"/>
            <a:ext cx="403225" cy="403225"/>
          </a:xfrm>
          <a:noFill/>
        </p:spPr>
        <p:txBody>
          <a:bodyPr anchor="ctr"/>
          <a:lstStyle>
            <a:lvl1pPr marL="0" indent="0" algn="ctr">
              <a:buNone/>
              <a:defRPr sz="700"/>
            </a:lvl1pPr>
          </a:lstStyle>
          <a:p>
            <a:r>
              <a:rPr lang="en-US" dirty="0"/>
              <a:t>Icon</a:t>
            </a:r>
          </a:p>
        </p:txBody>
      </p:sp>
      <p:sp>
        <p:nvSpPr>
          <p:cNvPr id="135" name="Text Placeholder 5">
            <a:extLst>
              <a:ext uri="{FF2B5EF4-FFF2-40B4-BE49-F238E27FC236}">
                <a16:creationId xmlns:a16="http://schemas.microsoft.com/office/drawing/2014/main" id="{B8AF0466-079C-4D02-9CFF-25774883115B}"/>
              </a:ext>
            </a:extLst>
          </p:cNvPr>
          <p:cNvSpPr>
            <a:spLocks noGrp="1"/>
          </p:cNvSpPr>
          <p:nvPr>
            <p:ph type="body" sz="quarter" idx="125" hasCustomPrompt="1"/>
          </p:nvPr>
        </p:nvSpPr>
        <p:spPr>
          <a:xfrm>
            <a:off x="9027902" y="5746163"/>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136" name="Picture Placeholder 3">
            <a:extLst>
              <a:ext uri="{FF2B5EF4-FFF2-40B4-BE49-F238E27FC236}">
                <a16:creationId xmlns:a16="http://schemas.microsoft.com/office/drawing/2014/main" id="{09651685-CB5E-48C8-B1E4-2FA76D4411BC}"/>
              </a:ext>
            </a:extLst>
          </p:cNvPr>
          <p:cNvSpPr>
            <a:spLocks noGrp="1" noChangeAspect="1"/>
          </p:cNvSpPr>
          <p:nvPr>
            <p:ph type="pic" sz="quarter" idx="126" hasCustomPrompt="1"/>
          </p:nvPr>
        </p:nvSpPr>
        <p:spPr>
          <a:xfrm>
            <a:off x="10268598" y="5273704"/>
            <a:ext cx="403225" cy="403225"/>
          </a:xfrm>
          <a:noFill/>
        </p:spPr>
        <p:txBody>
          <a:bodyPr anchor="ctr"/>
          <a:lstStyle>
            <a:lvl1pPr marL="0" indent="0" algn="ctr">
              <a:buNone/>
              <a:defRPr sz="700"/>
            </a:lvl1pPr>
          </a:lstStyle>
          <a:p>
            <a:r>
              <a:rPr lang="en-US" dirty="0"/>
              <a:t>Icon</a:t>
            </a:r>
          </a:p>
        </p:txBody>
      </p:sp>
      <p:sp>
        <p:nvSpPr>
          <p:cNvPr id="137" name="Text Placeholder 5">
            <a:extLst>
              <a:ext uri="{FF2B5EF4-FFF2-40B4-BE49-F238E27FC236}">
                <a16:creationId xmlns:a16="http://schemas.microsoft.com/office/drawing/2014/main" id="{5B76A74C-18A9-42E2-8DC8-ADE88FC7EDB0}"/>
              </a:ext>
            </a:extLst>
          </p:cNvPr>
          <p:cNvSpPr>
            <a:spLocks noGrp="1"/>
          </p:cNvSpPr>
          <p:nvPr>
            <p:ph type="body" sz="quarter" idx="127" hasCustomPrompt="1"/>
          </p:nvPr>
        </p:nvSpPr>
        <p:spPr>
          <a:xfrm>
            <a:off x="9995548" y="5746163"/>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138" name="Picture Placeholder 3">
            <a:extLst>
              <a:ext uri="{FF2B5EF4-FFF2-40B4-BE49-F238E27FC236}">
                <a16:creationId xmlns:a16="http://schemas.microsoft.com/office/drawing/2014/main" id="{6F6B4425-AFA7-418F-AF0C-9BC6892C7DFF}"/>
              </a:ext>
            </a:extLst>
          </p:cNvPr>
          <p:cNvSpPr>
            <a:spLocks noGrp="1" noChangeAspect="1"/>
          </p:cNvSpPr>
          <p:nvPr>
            <p:ph type="pic" sz="quarter" idx="128" hasCustomPrompt="1"/>
          </p:nvPr>
        </p:nvSpPr>
        <p:spPr>
          <a:xfrm>
            <a:off x="11236244" y="5273704"/>
            <a:ext cx="403225" cy="403225"/>
          </a:xfrm>
          <a:noFill/>
        </p:spPr>
        <p:txBody>
          <a:bodyPr anchor="ctr"/>
          <a:lstStyle>
            <a:lvl1pPr marL="0" indent="0" algn="ctr">
              <a:buNone/>
              <a:defRPr sz="700"/>
            </a:lvl1pPr>
          </a:lstStyle>
          <a:p>
            <a:r>
              <a:rPr lang="en-US" dirty="0"/>
              <a:t>Icon</a:t>
            </a:r>
          </a:p>
        </p:txBody>
      </p:sp>
      <p:sp>
        <p:nvSpPr>
          <p:cNvPr id="139" name="Text Placeholder 5">
            <a:extLst>
              <a:ext uri="{FF2B5EF4-FFF2-40B4-BE49-F238E27FC236}">
                <a16:creationId xmlns:a16="http://schemas.microsoft.com/office/drawing/2014/main" id="{99130604-BD7C-4F8A-9B94-EF211EAAFC3D}"/>
              </a:ext>
            </a:extLst>
          </p:cNvPr>
          <p:cNvSpPr>
            <a:spLocks noGrp="1"/>
          </p:cNvSpPr>
          <p:nvPr>
            <p:ph type="body" sz="quarter" idx="129" hasCustomPrompt="1"/>
          </p:nvPr>
        </p:nvSpPr>
        <p:spPr>
          <a:xfrm>
            <a:off x="10963194" y="5746163"/>
            <a:ext cx="908050" cy="303213"/>
          </a:xfrm>
        </p:spPr>
        <p:txBody>
          <a:bodyPr/>
          <a:lstStyle>
            <a:lvl1pPr marL="0" indent="0" algn="ctr">
              <a:buNone/>
              <a:defRPr sz="800" b="1" cap="all" baseline="0"/>
            </a:lvl1pPr>
            <a:lvl2pPr marL="288662" indent="0">
              <a:buNone/>
              <a:defRPr sz="700"/>
            </a:lvl2pPr>
            <a:lvl3pPr marL="576662" indent="0">
              <a:buNone/>
              <a:defRPr sz="700"/>
            </a:lvl3pPr>
            <a:lvl4pPr marL="863600" indent="0">
              <a:buNone/>
              <a:defRPr sz="700"/>
            </a:lvl4pPr>
            <a:lvl5pPr marL="1152525" indent="0">
              <a:buNone/>
              <a:defRPr sz="700"/>
            </a:lvl5pPr>
          </a:lstStyle>
          <a:p>
            <a:pPr lvl="0"/>
            <a:r>
              <a:rPr lang="en-US" dirty="0"/>
              <a:t>Icon Name</a:t>
            </a:r>
          </a:p>
        </p:txBody>
      </p:sp>
      <p:sp>
        <p:nvSpPr>
          <p:cNvPr id="140" name="Title 1">
            <a:extLst>
              <a:ext uri="{FF2B5EF4-FFF2-40B4-BE49-F238E27FC236}">
                <a16:creationId xmlns:a16="http://schemas.microsoft.com/office/drawing/2014/main" id="{4F2453DF-FB5D-4F7F-BD2A-DF084FD26BB8}"/>
              </a:ext>
            </a:extLst>
          </p:cNvPr>
          <p:cNvSpPr>
            <a:spLocks noGrp="1"/>
          </p:cNvSpPr>
          <p:nvPr>
            <p:ph type="title"/>
          </p:nvPr>
        </p:nvSpPr>
        <p:spPr>
          <a:xfrm>
            <a:off x="612648" y="269096"/>
            <a:ext cx="10972800" cy="804672"/>
          </a:xfrm>
        </p:spPr>
        <p:txBody>
          <a:bodyPr/>
          <a:lstStyle/>
          <a:p>
            <a:r>
              <a:rPr lang="en-GB"/>
              <a:t>Click to edit Master title style</a:t>
            </a:r>
            <a:endParaRPr lang="en-US"/>
          </a:p>
        </p:txBody>
      </p:sp>
      <p:sp>
        <p:nvSpPr>
          <p:cNvPr id="141" name="Date Placeholder 2">
            <a:extLst>
              <a:ext uri="{FF2B5EF4-FFF2-40B4-BE49-F238E27FC236}">
                <a16:creationId xmlns:a16="http://schemas.microsoft.com/office/drawing/2014/main" id="{98AD02D4-A69D-4716-B558-217EDBADF3E0}"/>
              </a:ext>
            </a:extLst>
          </p:cNvPr>
          <p:cNvSpPr>
            <a:spLocks noGrp="1"/>
          </p:cNvSpPr>
          <p:nvPr>
            <p:ph type="dt" sz="half" idx="130"/>
          </p:nvPr>
        </p:nvSpPr>
        <p:spPr>
          <a:xfrm>
            <a:off x="-18288" y="6876288"/>
            <a:ext cx="9144" cy="9144"/>
          </a:xfrm>
        </p:spPr>
        <p:txBody>
          <a:bodyPr/>
          <a:lstStyle/>
          <a:p>
            <a:endParaRPr lang="en-GB" dirty="0"/>
          </a:p>
        </p:txBody>
      </p:sp>
      <p:sp>
        <p:nvSpPr>
          <p:cNvPr id="142" name="Footer Placeholder 3">
            <a:extLst>
              <a:ext uri="{FF2B5EF4-FFF2-40B4-BE49-F238E27FC236}">
                <a16:creationId xmlns:a16="http://schemas.microsoft.com/office/drawing/2014/main" id="{12F8C8F7-FE50-4E1B-8222-300C20ABE81F}"/>
              </a:ext>
            </a:extLst>
          </p:cNvPr>
          <p:cNvSpPr>
            <a:spLocks noGrp="1"/>
          </p:cNvSpPr>
          <p:nvPr>
            <p:ph type="ftr" sz="quarter" idx="131"/>
          </p:nvPr>
        </p:nvSpPr>
        <p:spPr>
          <a:xfrm>
            <a:off x="612648" y="6256544"/>
            <a:ext cx="7187184" cy="322056"/>
          </a:xfrm>
        </p:spPr>
        <p:txBody>
          <a:bodyPr/>
          <a:lstStyle/>
          <a:p>
            <a:r>
              <a:rPr lang="en-GB" dirty="0"/>
              <a:t>For Internal Use Only. © 2026 AVEVA Group Limited or its subsidiaries. All rights reserved.</a:t>
            </a:r>
          </a:p>
        </p:txBody>
      </p:sp>
      <p:sp>
        <p:nvSpPr>
          <p:cNvPr id="143" name="Slide Number Placeholder 5">
            <a:extLst>
              <a:ext uri="{FF2B5EF4-FFF2-40B4-BE49-F238E27FC236}">
                <a16:creationId xmlns:a16="http://schemas.microsoft.com/office/drawing/2014/main" id="{DC0E56E3-0B0E-454C-A520-99CBCEA1F37D}"/>
              </a:ext>
            </a:extLst>
          </p:cNvPr>
          <p:cNvSpPr>
            <a:spLocks noGrp="1"/>
          </p:cNvSpPr>
          <p:nvPr>
            <p:ph type="sldNum" sz="quarter" idx="132"/>
          </p:nvPr>
        </p:nvSpPr>
        <p:spPr>
          <a:xfrm>
            <a:off x="252000" y="6398600"/>
            <a:ext cx="216000" cy="180000"/>
          </a:xfrm>
        </p:spPr>
        <p:txBody>
          <a:bodyPr/>
          <a:lstStyle/>
          <a:p>
            <a:fld id="{267CDB12-45E5-4FD7-AE50-9CB5AFC72BA1}" type="slidenum">
              <a:rPr lang="en-GB" smtClean="0"/>
              <a:pPr/>
              <a:t>‹#›</a:t>
            </a:fld>
            <a:endParaRPr lang="en-GB" dirty="0"/>
          </a:p>
        </p:txBody>
      </p:sp>
    </p:spTree>
    <p:extLst>
      <p:ext uri="{BB962C8B-B14F-4D97-AF65-F5344CB8AC3E}">
        <p14:creationId xmlns:p14="http://schemas.microsoft.com/office/powerpoint/2010/main" val="36912917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theme" Target="../theme/theme1.xml"/><Relationship Id="rId39" Type="http://schemas.openxmlformats.org/officeDocument/2006/relationships/image" Target="../media/image1.emf"/><Relationship Id="rId40" Type="http://schemas.openxmlformats.org/officeDocument/2006/relationships/image" Target="../media/image2.tif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EF42744-A08A-A54E-8A48-DA65C1A7688B}"/>
              </a:ext>
            </a:extLst>
          </p:cNvPr>
          <p:cNvSpPr>
            <a:spLocks noGrp="1"/>
          </p:cNvSpPr>
          <p:nvPr>
            <p:ph type="title"/>
          </p:nvPr>
        </p:nvSpPr>
        <p:spPr>
          <a:xfrm>
            <a:off x="612648" y="260197"/>
            <a:ext cx="10972800" cy="804672"/>
          </a:xfrm>
          <a:prstGeom prst="rect">
            <a:avLst/>
          </a:prstGeom>
        </p:spPr>
        <p:txBody>
          <a:bodyPr vert="horz" lIns="0" tIns="0" rIns="0" bIns="0" rtlCol="0" anchor="ctr" anchorCtr="0">
            <a:normAutofit/>
          </a:bodyPr>
          <a:lstStyle/>
          <a:p>
            <a:r>
              <a:rPr lang="en-GB"/>
              <a:t>Click to edit Master title style</a:t>
            </a:r>
            <a:endParaRPr lang="en-GB" dirty="0"/>
          </a:p>
        </p:txBody>
      </p:sp>
      <p:sp>
        <p:nvSpPr>
          <p:cNvPr id="3" name="Text Placeholder 2"/>
          <p:cNvSpPr>
            <a:spLocks noGrp="1"/>
          </p:cNvSpPr>
          <p:nvPr>
            <p:ph type="body" idx="1"/>
          </p:nvPr>
        </p:nvSpPr>
        <p:spPr>
          <a:xfrm>
            <a:off x="609600" y="1628775"/>
            <a:ext cx="10972800" cy="4433697"/>
          </a:xfrm>
          <a:prstGeom prst="rect">
            <a:avLst/>
          </a:prstGeom>
        </p:spPr>
        <p:txBody>
          <a:bodyPr vert="horz" wrap="square" lIns="0" tIns="0" rIns="0" bIns="0" rtlCol="0" anchor="t" anchorCtr="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22" name="Slide Number Placeholder 5">
            <a:extLst>
              <a:ext uri="{FF2B5EF4-FFF2-40B4-BE49-F238E27FC236}">
                <a16:creationId xmlns:a16="http://schemas.microsoft.com/office/drawing/2014/main" id="{58ECDE14-ED81-3348-8FDD-FCFF7CB60816}"/>
              </a:ext>
            </a:extLst>
          </p:cNvPr>
          <p:cNvSpPr>
            <a:spLocks noGrp="1"/>
          </p:cNvSpPr>
          <p:nvPr>
            <p:ph type="sldNum" sz="quarter" idx="4"/>
          </p:nvPr>
        </p:nvSpPr>
        <p:spPr>
          <a:xfrm>
            <a:off x="252000" y="6398600"/>
            <a:ext cx="216000" cy="180000"/>
          </a:xfrm>
          <a:prstGeom prst="rect">
            <a:avLst/>
          </a:prstGeom>
        </p:spPr>
        <p:txBody>
          <a:bodyPr vert="horz" wrap="square" lIns="0" tIns="0" rIns="0" bIns="0" rtlCol="0" anchor="b" anchorCtr="0">
            <a:noAutofit/>
          </a:bodyPr>
          <a:lstStyle>
            <a:lvl1pPr algn="r">
              <a:defRPr sz="700">
                <a:solidFill>
                  <a:schemeClr val="bg1">
                    <a:lumMod val="50000"/>
                  </a:schemeClr>
                </a:solidFill>
                <a:latin typeface="Calibri" panose="020F0502020204030204" pitchFamily="34" charset="0"/>
                <a:cs typeface="Calibri" panose="020F0502020204030204" pitchFamily="34" charset="0"/>
              </a:defRPr>
            </a:lvl1pPr>
          </a:lstStyle>
          <a:p>
            <a:fld id="{267CDB12-45E5-4FD7-AE50-9CB5AFC72BA1}" type="slidenum">
              <a:rPr lang="en-GB" smtClean="0"/>
              <a:pPr/>
              <a:t>‹#›</a:t>
            </a:fld>
            <a:endParaRPr lang="en-GB" dirty="0"/>
          </a:p>
        </p:txBody>
      </p:sp>
      <p:sp>
        <p:nvSpPr>
          <p:cNvPr id="5" name="Footer Placeholder 4">
            <a:extLst>
              <a:ext uri="{FF2B5EF4-FFF2-40B4-BE49-F238E27FC236}">
                <a16:creationId xmlns:a16="http://schemas.microsoft.com/office/drawing/2014/main" id="{14E1CDA0-5937-4666-8545-A0898564B46C}"/>
              </a:ext>
            </a:extLst>
          </p:cNvPr>
          <p:cNvSpPr>
            <a:spLocks noGrp="1"/>
          </p:cNvSpPr>
          <p:nvPr>
            <p:ph type="ftr" sz="quarter" idx="3"/>
          </p:nvPr>
        </p:nvSpPr>
        <p:spPr>
          <a:xfrm>
            <a:off x="612648" y="6256544"/>
            <a:ext cx="7187184" cy="322056"/>
          </a:xfrm>
          <a:prstGeom prst="rect">
            <a:avLst/>
          </a:prstGeom>
        </p:spPr>
        <p:txBody>
          <a:bodyPr vert="horz" lIns="0" tIns="0" rIns="0" bIns="0" rtlCol="0" anchor="b"/>
          <a:lstStyle>
            <a:lvl1pPr algn="l">
              <a:defRPr sz="700">
                <a:solidFill>
                  <a:schemeClr val="bg1">
                    <a:lumMod val="50000"/>
                  </a:schemeClr>
                </a:solidFill>
              </a:defRPr>
            </a:lvl1pPr>
          </a:lstStyle>
          <a:p>
            <a:r>
              <a:rPr lang="en-US" dirty="0"/>
              <a:t>For Internal Use Only. © 2026 AVEVA Group Limited or its subsidiaries. All rights reserved.</a:t>
            </a:r>
            <a:endParaRPr lang="en-GB" dirty="0"/>
          </a:p>
        </p:txBody>
      </p:sp>
      <p:pic>
        <p:nvPicPr>
          <p:cNvPr id="9" name="Picture 8">
            <a:extLst>
              <a:ext uri="{FF2B5EF4-FFF2-40B4-BE49-F238E27FC236}">
                <a16:creationId xmlns:a16="http://schemas.microsoft.com/office/drawing/2014/main" id="{AD28A91C-C74D-6045-8E98-59990DA7A930}"/>
              </a:ext>
              <a:ext uri="{C183D7F6-B498-43B3-948B-1728B52AA6E4}">
                <adec:decorative xmlns:adec="http://schemas.microsoft.com/office/drawing/2017/decorative" val="1"/>
              </a:ext>
            </a:extLst>
          </p:cNvPr>
          <p:cNvPicPr>
            <a:picLocks noChangeAspect="1"/>
          </p:cNvPicPr>
          <p:nvPr userDrawn="1"/>
        </p:nvPicPr>
        <p:blipFill>
          <a:blip r:embed="rId39"/>
          <a:stretch>
            <a:fillRect/>
          </a:stretch>
        </p:blipFill>
        <p:spPr>
          <a:xfrm>
            <a:off x="10422144" y="6310008"/>
            <a:ext cx="1157208" cy="262560"/>
          </a:xfrm>
          <a:prstGeom prst="rect">
            <a:avLst/>
          </a:prstGeom>
        </p:spPr>
      </p:pic>
      <p:sp>
        <p:nvSpPr>
          <p:cNvPr id="34" name="TextBox 33">
            <a:extLst>
              <a:ext uri="{FF2B5EF4-FFF2-40B4-BE49-F238E27FC236}">
                <a16:creationId xmlns:a16="http://schemas.microsoft.com/office/drawing/2014/main" id="{6AE24D35-AD35-43AD-8855-AEA92636ABFB}"/>
              </a:ext>
            </a:extLst>
          </p:cNvPr>
          <p:cNvSpPr txBox="1"/>
          <p:nvPr userDrawn="1"/>
        </p:nvSpPr>
        <p:spPr>
          <a:xfrm>
            <a:off x="0" y="-345748"/>
            <a:ext cx="12192000" cy="265176"/>
          </a:xfrm>
          <a:prstGeom prst="rect">
            <a:avLst/>
          </a:prstGeom>
          <a:solidFill>
            <a:schemeClr val="bg1">
              <a:lumMod val="95000"/>
            </a:schemeClr>
          </a:solidFill>
        </p:spPr>
        <p:txBody>
          <a:bodyPr wrap="square" lIns="0" rtlCol="0" anchor="ctr" anchorCtr="0">
            <a:noAutofit/>
          </a:bodyPr>
          <a:lstStyle/>
          <a:p>
            <a:pPr algn="ctr"/>
            <a:r>
              <a:rPr lang="en-GB" sz="1000" baseline="0" dirty="0">
                <a:solidFill>
                  <a:srgbClr val="47505D"/>
                </a:solidFill>
                <a:latin typeface="Calibri" panose="020F0502020204030204" pitchFamily="34" charset="0"/>
                <a:cs typeface="Calibri" panose="020F0502020204030204" pitchFamily="34" charset="0"/>
              </a:rPr>
              <a:t>If pasting slides from an older presentation, make sure to select a Slide Master Layout that appears before the Slide Master Layout titled DO NOT USE MASTER SLIDES THAT APPEAR AFTER THIS. </a:t>
            </a:r>
          </a:p>
        </p:txBody>
      </p:sp>
      <p:grpSp>
        <p:nvGrpSpPr>
          <p:cNvPr id="4" name="Group 3">
            <a:extLst>
              <a:ext uri="{FF2B5EF4-FFF2-40B4-BE49-F238E27FC236}">
                <a16:creationId xmlns:a16="http://schemas.microsoft.com/office/drawing/2014/main" id="{6411723F-02F3-12FC-8CF0-C73F39DDE009}"/>
              </a:ext>
            </a:extLst>
          </p:cNvPr>
          <p:cNvGrpSpPr/>
          <p:nvPr userDrawn="1"/>
        </p:nvGrpSpPr>
        <p:grpSpPr>
          <a:xfrm>
            <a:off x="12485568" y="112729"/>
            <a:ext cx="2936672" cy="5883149"/>
            <a:chOff x="12485568" y="112729"/>
            <a:chExt cx="2936672" cy="5883149"/>
          </a:xfrm>
        </p:grpSpPr>
        <p:sp>
          <p:nvSpPr>
            <p:cNvPr id="6" name="Oval 5">
              <a:extLst>
                <a:ext uri="{FF2B5EF4-FFF2-40B4-BE49-F238E27FC236}">
                  <a16:creationId xmlns:a16="http://schemas.microsoft.com/office/drawing/2014/main" id="{9B2CBD1D-0C43-76F5-3EE0-8783A5C069B3}"/>
                </a:ext>
              </a:extLst>
            </p:cNvPr>
            <p:cNvSpPr>
              <a:spLocks noChangeAspect="1"/>
            </p:cNvSpPr>
            <p:nvPr userDrawn="1"/>
          </p:nvSpPr>
          <p:spPr>
            <a:xfrm>
              <a:off x="12500773" y="1507286"/>
              <a:ext cx="409483" cy="409483"/>
            </a:xfrm>
            <a:prstGeom prst="ellipse">
              <a:avLst/>
            </a:prstGeom>
            <a:solidFill>
              <a:srgbClr val="C530FF"/>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7" name="Oval 6">
              <a:extLst>
                <a:ext uri="{FF2B5EF4-FFF2-40B4-BE49-F238E27FC236}">
                  <a16:creationId xmlns:a16="http://schemas.microsoft.com/office/drawing/2014/main" id="{CDFF69BB-FF53-7B3D-5A00-8126C3C7D493}"/>
                </a:ext>
              </a:extLst>
            </p:cNvPr>
            <p:cNvSpPr>
              <a:spLocks noChangeAspect="1"/>
            </p:cNvSpPr>
            <p:nvPr userDrawn="1"/>
          </p:nvSpPr>
          <p:spPr>
            <a:xfrm>
              <a:off x="12500773" y="936944"/>
              <a:ext cx="409483" cy="409483"/>
            </a:xfrm>
            <a:prstGeom prst="ellipse">
              <a:avLst/>
            </a:prstGeom>
            <a:solidFill>
              <a:srgbClr val="6B04A8"/>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8" name="Oval 7">
              <a:extLst>
                <a:ext uri="{FF2B5EF4-FFF2-40B4-BE49-F238E27FC236}">
                  <a16:creationId xmlns:a16="http://schemas.microsoft.com/office/drawing/2014/main" id="{E579506E-099D-A469-4C76-BCE27A674EDB}"/>
                </a:ext>
              </a:extLst>
            </p:cNvPr>
            <p:cNvSpPr>
              <a:spLocks noChangeAspect="1"/>
            </p:cNvSpPr>
            <p:nvPr userDrawn="1"/>
          </p:nvSpPr>
          <p:spPr>
            <a:xfrm>
              <a:off x="12500773" y="372665"/>
              <a:ext cx="409483" cy="409483"/>
            </a:xfrm>
            <a:prstGeom prst="ellipse">
              <a:avLst/>
            </a:prstGeom>
            <a:solidFill>
              <a:srgbClr val="3D115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1" name="Rectangle 10">
              <a:extLst>
                <a:ext uri="{FF2B5EF4-FFF2-40B4-BE49-F238E27FC236}">
                  <a16:creationId xmlns:a16="http://schemas.microsoft.com/office/drawing/2014/main" id="{BA8F7640-6A12-EDA3-6113-7282C2765A90}"/>
                </a:ext>
              </a:extLst>
            </p:cNvPr>
            <p:cNvSpPr/>
            <p:nvPr userDrawn="1"/>
          </p:nvSpPr>
          <p:spPr>
            <a:xfrm>
              <a:off x="12500773" y="112729"/>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Primary Palette</a:t>
              </a:r>
            </a:p>
          </p:txBody>
        </p:sp>
        <p:sp>
          <p:nvSpPr>
            <p:cNvPr id="13" name="Oval 12">
              <a:extLst>
                <a:ext uri="{FF2B5EF4-FFF2-40B4-BE49-F238E27FC236}">
                  <a16:creationId xmlns:a16="http://schemas.microsoft.com/office/drawing/2014/main" id="{1AF549FD-722E-02C2-58C6-C41534D419E6}"/>
                </a:ext>
              </a:extLst>
            </p:cNvPr>
            <p:cNvSpPr>
              <a:spLocks noChangeAspect="1"/>
            </p:cNvSpPr>
            <p:nvPr userDrawn="1"/>
          </p:nvSpPr>
          <p:spPr>
            <a:xfrm>
              <a:off x="12485568" y="3085847"/>
              <a:ext cx="409483" cy="409483"/>
            </a:xfrm>
            <a:prstGeom prst="ellipse">
              <a:avLst/>
            </a:prstGeom>
            <a:solidFill>
              <a:srgbClr val="BECCD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4" name="Oval 13">
              <a:extLst>
                <a:ext uri="{FF2B5EF4-FFF2-40B4-BE49-F238E27FC236}">
                  <a16:creationId xmlns:a16="http://schemas.microsoft.com/office/drawing/2014/main" id="{DAF85D96-A063-D9BF-52C4-4239C37562DD}"/>
                </a:ext>
              </a:extLst>
            </p:cNvPr>
            <p:cNvSpPr>
              <a:spLocks noChangeAspect="1"/>
            </p:cNvSpPr>
            <p:nvPr userDrawn="1"/>
          </p:nvSpPr>
          <p:spPr>
            <a:xfrm>
              <a:off x="12984530" y="2508075"/>
              <a:ext cx="409483" cy="409483"/>
            </a:xfrm>
            <a:prstGeom prst="ellipse">
              <a:avLst/>
            </a:prstGeom>
            <a:solidFill>
              <a:srgbClr val="738294"/>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5" name="Oval 14">
              <a:extLst>
                <a:ext uri="{FF2B5EF4-FFF2-40B4-BE49-F238E27FC236}">
                  <a16:creationId xmlns:a16="http://schemas.microsoft.com/office/drawing/2014/main" id="{E0C66505-F42B-EF8B-B0DA-154578DE8EB6}"/>
                </a:ext>
              </a:extLst>
            </p:cNvPr>
            <p:cNvSpPr>
              <a:spLocks noChangeAspect="1"/>
            </p:cNvSpPr>
            <p:nvPr userDrawn="1"/>
          </p:nvSpPr>
          <p:spPr>
            <a:xfrm>
              <a:off x="12980234" y="3063575"/>
              <a:ext cx="409483" cy="409483"/>
            </a:xfrm>
            <a:prstGeom prst="ellipse">
              <a:avLst/>
            </a:prstGeom>
            <a:solidFill>
              <a:srgbClr val="363D42"/>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sp>
          <p:nvSpPr>
            <p:cNvPr id="16" name="Oval 15">
              <a:extLst>
                <a:ext uri="{FF2B5EF4-FFF2-40B4-BE49-F238E27FC236}">
                  <a16:creationId xmlns:a16="http://schemas.microsoft.com/office/drawing/2014/main" id="{52FE0D83-1ABE-1322-C723-4AED3315D561}"/>
                </a:ext>
              </a:extLst>
            </p:cNvPr>
            <p:cNvSpPr>
              <a:spLocks noChangeAspect="1"/>
            </p:cNvSpPr>
            <p:nvPr userDrawn="1"/>
          </p:nvSpPr>
          <p:spPr>
            <a:xfrm>
              <a:off x="12485569" y="2521568"/>
              <a:ext cx="409483" cy="409483"/>
            </a:xfrm>
            <a:prstGeom prst="ellipse">
              <a:avLst/>
            </a:prstGeom>
            <a:solidFill>
              <a:srgbClr val="F2F5F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65000"/>
                  </a:schemeClr>
                </a:solidFill>
                <a:effectLst/>
                <a:uLnTx/>
                <a:uFillTx/>
                <a:latin typeface="Arial"/>
                <a:ea typeface="+mn-ea"/>
                <a:cs typeface="Calibri" panose="020F0502020204030204" pitchFamily="34" charset="0"/>
              </a:endParaRPr>
            </a:p>
          </p:txBody>
        </p:sp>
        <p:grpSp>
          <p:nvGrpSpPr>
            <p:cNvPr id="17" name="Group 16">
              <a:extLst>
                <a:ext uri="{FF2B5EF4-FFF2-40B4-BE49-F238E27FC236}">
                  <a16:creationId xmlns:a16="http://schemas.microsoft.com/office/drawing/2014/main" id="{8B8A45CA-DCA1-393A-84B7-754817B94E83}"/>
                </a:ext>
              </a:extLst>
            </p:cNvPr>
            <p:cNvGrpSpPr/>
            <p:nvPr userDrawn="1"/>
          </p:nvGrpSpPr>
          <p:grpSpPr>
            <a:xfrm>
              <a:off x="12500773" y="3802778"/>
              <a:ext cx="971741" cy="1940780"/>
              <a:chOff x="12431200" y="2678506"/>
              <a:chExt cx="971741" cy="1940780"/>
            </a:xfrm>
          </p:grpSpPr>
          <p:sp>
            <p:nvSpPr>
              <p:cNvPr id="21" name="Rectangle 20">
                <a:extLst>
                  <a:ext uri="{FF2B5EF4-FFF2-40B4-BE49-F238E27FC236}">
                    <a16:creationId xmlns:a16="http://schemas.microsoft.com/office/drawing/2014/main" id="{19B4B5A3-420B-3831-F36B-19DF5F0E1AD7}"/>
                  </a:ext>
                </a:extLst>
              </p:cNvPr>
              <p:cNvSpPr/>
              <p:nvPr userDrawn="1"/>
            </p:nvSpPr>
            <p:spPr>
              <a:xfrm>
                <a:off x="12431200" y="2678506"/>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Secondary Colors</a:t>
                </a:r>
              </a:p>
            </p:txBody>
          </p:sp>
          <p:sp>
            <p:nvSpPr>
              <p:cNvPr id="23" name="Oval 22">
                <a:extLst>
                  <a:ext uri="{FF2B5EF4-FFF2-40B4-BE49-F238E27FC236}">
                    <a16:creationId xmlns:a16="http://schemas.microsoft.com/office/drawing/2014/main" id="{59F7B940-05A5-E6B5-0C1B-4434371557A9}"/>
                  </a:ext>
                </a:extLst>
              </p:cNvPr>
              <p:cNvSpPr>
                <a:spLocks noChangeAspect="1"/>
              </p:cNvSpPr>
              <p:nvPr userDrawn="1"/>
            </p:nvSpPr>
            <p:spPr>
              <a:xfrm>
                <a:off x="12431200" y="3645524"/>
                <a:ext cx="409483" cy="409483"/>
              </a:xfrm>
              <a:prstGeom prst="ellipse">
                <a:avLst/>
              </a:prstGeom>
              <a:solidFill>
                <a:srgbClr val="4D69E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4" name="Oval 23">
                <a:extLst>
                  <a:ext uri="{FF2B5EF4-FFF2-40B4-BE49-F238E27FC236}">
                    <a16:creationId xmlns:a16="http://schemas.microsoft.com/office/drawing/2014/main" id="{7362881D-22A7-330C-18A3-83F5212C520F}"/>
                  </a:ext>
                </a:extLst>
              </p:cNvPr>
              <p:cNvSpPr>
                <a:spLocks noChangeAspect="1"/>
              </p:cNvSpPr>
              <p:nvPr userDrawn="1"/>
            </p:nvSpPr>
            <p:spPr>
              <a:xfrm>
                <a:off x="12431200" y="3081245"/>
                <a:ext cx="409483" cy="409483"/>
              </a:xfrm>
              <a:prstGeom prst="ellipse">
                <a:avLst/>
              </a:prstGeom>
              <a:solidFill>
                <a:srgbClr val="44E5E7"/>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5" name="Oval 24">
                <a:extLst>
                  <a:ext uri="{FF2B5EF4-FFF2-40B4-BE49-F238E27FC236}">
                    <a16:creationId xmlns:a16="http://schemas.microsoft.com/office/drawing/2014/main" id="{501708A3-BBB4-38E1-2253-8078929AB67E}"/>
                  </a:ext>
                </a:extLst>
              </p:cNvPr>
              <p:cNvSpPr>
                <a:spLocks noChangeAspect="1"/>
              </p:cNvSpPr>
              <p:nvPr userDrawn="1"/>
            </p:nvSpPr>
            <p:spPr>
              <a:xfrm>
                <a:off x="12914957" y="3645524"/>
                <a:ext cx="409483" cy="409483"/>
              </a:xfrm>
              <a:prstGeom prst="ellipse">
                <a:avLst/>
              </a:prstGeom>
              <a:solidFill>
                <a:srgbClr val="00D796"/>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6" name="Oval 25">
                <a:extLst>
                  <a:ext uri="{FF2B5EF4-FFF2-40B4-BE49-F238E27FC236}">
                    <a16:creationId xmlns:a16="http://schemas.microsoft.com/office/drawing/2014/main" id="{3DFEAF28-87A9-1E95-7C96-AD944E4EBA2C}"/>
                  </a:ext>
                </a:extLst>
              </p:cNvPr>
              <p:cNvSpPr>
                <a:spLocks noChangeAspect="1"/>
              </p:cNvSpPr>
              <p:nvPr userDrawn="1"/>
            </p:nvSpPr>
            <p:spPr>
              <a:xfrm>
                <a:off x="12914957" y="3081245"/>
                <a:ext cx="409483" cy="409483"/>
              </a:xfrm>
              <a:prstGeom prst="ellipse">
                <a:avLst/>
              </a:prstGeom>
              <a:solidFill>
                <a:srgbClr val="016C80"/>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7" name="Oval 26">
                <a:extLst>
                  <a:ext uri="{FF2B5EF4-FFF2-40B4-BE49-F238E27FC236}">
                    <a16:creationId xmlns:a16="http://schemas.microsoft.com/office/drawing/2014/main" id="{45B52140-6EE1-0EAD-3F98-0EE9AEB8B77F}"/>
                  </a:ext>
                </a:extLst>
              </p:cNvPr>
              <p:cNvSpPr>
                <a:spLocks noChangeAspect="1"/>
              </p:cNvSpPr>
              <p:nvPr userDrawn="1"/>
            </p:nvSpPr>
            <p:spPr>
              <a:xfrm>
                <a:off x="12431200" y="4209803"/>
                <a:ext cx="409483" cy="409483"/>
              </a:xfrm>
              <a:prstGeom prst="ellipse">
                <a:avLst/>
              </a:prstGeom>
              <a:solidFill>
                <a:srgbClr val="FFBE3E"/>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sp>
            <p:nvSpPr>
              <p:cNvPr id="28" name="Oval 27">
                <a:extLst>
                  <a:ext uri="{FF2B5EF4-FFF2-40B4-BE49-F238E27FC236}">
                    <a16:creationId xmlns:a16="http://schemas.microsoft.com/office/drawing/2014/main" id="{0E1A0CBA-4923-2B5B-87F6-0C46F03705A7}"/>
                  </a:ext>
                </a:extLst>
              </p:cNvPr>
              <p:cNvSpPr>
                <a:spLocks noChangeAspect="1"/>
              </p:cNvSpPr>
              <p:nvPr userDrawn="1"/>
            </p:nvSpPr>
            <p:spPr>
              <a:xfrm>
                <a:off x="12914957" y="4209803"/>
                <a:ext cx="409483" cy="409483"/>
              </a:xfrm>
              <a:prstGeom prst="ellipse">
                <a:avLst/>
              </a:prstGeom>
              <a:solidFill>
                <a:srgbClr val="FD6C1D"/>
              </a:solidFill>
              <a:ln w="12700" cap="flat" cmpd="sng" algn="ctr">
                <a:noFill/>
                <a:prstDash val="solid"/>
                <a:miter lim="800000"/>
              </a:ln>
              <a:effectLst/>
            </p:spPr>
            <p:txBody>
              <a:bodyPr vert="horz" wrap="square" rtlCol="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lumMod val="50000"/>
                    </a:schemeClr>
                  </a:solidFill>
                  <a:effectLst/>
                  <a:uLnTx/>
                  <a:uFillTx/>
                  <a:latin typeface="Arial"/>
                  <a:ea typeface="+mn-ea"/>
                  <a:cs typeface="Calibri" panose="020F0502020204030204" pitchFamily="34" charset="0"/>
                </a:endParaRPr>
              </a:p>
            </p:txBody>
          </p:sp>
        </p:grpSp>
        <p:sp>
          <p:nvSpPr>
            <p:cNvPr id="18" name="TextBox 17">
              <a:extLst>
                <a:ext uri="{FF2B5EF4-FFF2-40B4-BE49-F238E27FC236}">
                  <a16:creationId xmlns:a16="http://schemas.microsoft.com/office/drawing/2014/main" id="{FD18F8F3-233F-61F2-306E-5C7C6716FEB9}"/>
                </a:ext>
              </a:extLst>
            </p:cNvPr>
            <p:cNvSpPr txBox="1"/>
            <p:nvPr userDrawn="1"/>
          </p:nvSpPr>
          <p:spPr>
            <a:xfrm>
              <a:off x="13716402" y="133067"/>
              <a:ext cx="1705838" cy="4570482"/>
            </a:xfrm>
            <a:prstGeom prst="rect">
              <a:avLst/>
            </a:prstGeom>
            <a:noFill/>
          </p:spPr>
          <p:txBody>
            <a:bodyPr wrap="square" rtlCol="0">
              <a:spAutoFit/>
            </a:bodyPr>
            <a:lstStyle/>
            <a:p>
              <a:pPr>
                <a:spcAft>
                  <a:spcPts val="600"/>
                </a:spcAft>
              </a:pPr>
              <a:r>
                <a:rPr lang="en-US" sz="900" b="1" i="0" u="none" strike="noStrike" kern="1200" dirty="0">
                  <a:solidFill>
                    <a:schemeClr val="bg1">
                      <a:lumMod val="50000"/>
                    </a:schemeClr>
                  </a:solidFill>
                  <a:effectLst/>
                  <a:latin typeface="+mn-lt"/>
                  <a:ea typeface="+mn-ea"/>
                  <a:cs typeface="+mn-cs"/>
                </a:rPr>
                <a:t>Change the color of a shape </a:t>
              </a:r>
              <a:br>
                <a:rPr lang="en-US" sz="900" b="1" i="0" u="none" strike="noStrike" kern="1200" dirty="0">
                  <a:solidFill>
                    <a:schemeClr val="bg1">
                      <a:lumMod val="50000"/>
                    </a:schemeClr>
                  </a:solidFill>
                  <a:effectLst/>
                  <a:latin typeface="+mn-lt"/>
                  <a:ea typeface="+mn-ea"/>
                  <a:cs typeface="+mn-cs"/>
                </a:rPr>
              </a:br>
              <a:r>
                <a:rPr lang="en-US" sz="900" b="1" i="0" u="none" strike="noStrike" kern="1200" dirty="0">
                  <a:solidFill>
                    <a:schemeClr val="bg1">
                      <a:lumMod val="50000"/>
                    </a:schemeClr>
                  </a:solidFill>
                  <a:effectLst/>
                  <a:latin typeface="+mn-lt"/>
                  <a:ea typeface="+mn-ea"/>
                  <a:cs typeface="+mn-cs"/>
                </a:rPr>
                <a:t>or text</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Select the shape or text you want to assign a new color to. (To select multiple objects, press Ctrl and then click the shapes.) </a:t>
              </a:r>
            </a:p>
            <a:p>
              <a:pPr marL="228600" indent="-228600">
                <a:spcAft>
                  <a:spcPts val="600"/>
                </a:spcAft>
                <a:buFont typeface="+mj-lt"/>
                <a:buAutoNum type="arabicPeriod"/>
              </a:pPr>
              <a:r>
                <a:rPr lang="en-US" sz="900" b="0" i="0" u="none" strike="noStrike" kern="1200" dirty="0">
                  <a:solidFill>
                    <a:schemeClr val="bg1">
                      <a:lumMod val="50000"/>
                    </a:schemeClr>
                  </a:solidFill>
                  <a:effectLst/>
                  <a:latin typeface="+mn-lt"/>
                  <a:ea typeface="+mn-ea"/>
                  <a:cs typeface="+mn-cs"/>
                </a:rPr>
                <a:t>On the Format or Shape Format tab, select Shape Fill (if you're coloring a shape) or Text Fill (if you're coloring text).</a:t>
              </a:r>
              <a:br>
                <a:rPr lang="en-US" sz="900" b="0" i="0" u="none" strike="noStrike" kern="1200" dirty="0">
                  <a:solidFill>
                    <a:schemeClr val="bg1">
                      <a:lumMod val="50000"/>
                    </a:schemeClr>
                  </a:solidFill>
                  <a:effectLst/>
                  <a:latin typeface="+mn-lt"/>
                  <a:ea typeface="+mn-ea"/>
                  <a:cs typeface="+mn-cs"/>
                </a:rPr>
              </a:br>
              <a:br>
                <a:rPr lang="en-US" sz="900" b="0" i="0" u="none" strike="noStrike" kern="1200" dirty="0">
                  <a:solidFill>
                    <a:schemeClr val="bg1">
                      <a:lumMod val="50000"/>
                    </a:schemeClr>
                  </a:solidFill>
                  <a:effectLst/>
                  <a:latin typeface="+mn-lt"/>
                  <a:ea typeface="+mn-ea"/>
                  <a:cs typeface="+mn-cs"/>
                </a:rPr>
              </a:br>
              <a:r>
                <a:rPr lang="en-US" sz="900" b="0" i="0" u="none" strike="noStrike" kern="1200" dirty="0">
                  <a:solidFill>
                    <a:schemeClr val="bg1">
                      <a:lumMod val="50000"/>
                    </a:schemeClr>
                  </a:solidFill>
                  <a:effectLst/>
                  <a:latin typeface="+mn-lt"/>
                  <a:ea typeface="+mn-ea"/>
                  <a:cs typeface="+mn-cs"/>
                </a:rPr>
                <a:t>The mouse pointer turns into an eyedropper tool</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dirty="0">
                  <a:solidFill>
                    <a:schemeClr val="bg1">
                      <a:lumMod val="50000"/>
                    </a:schemeClr>
                  </a:solidFill>
                  <a:effectLst/>
                  <a:latin typeface="Segoe UI"/>
                </a:rPr>
                <a:t>As you move your pointer around onscreen, a live preview of the color you're pointing at appears. Hover or pause on a color to see its RGB (Red Green Blue) color coordinates.</a:t>
              </a:r>
            </a:p>
            <a:p>
              <a:pPr marL="228600" marR="0" indent="-228600" algn="l" defTabSz="457200" rtl="0" eaLnBrk="1" fontAlgn="auto" latinLnBrk="0" hangingPunct="1">
                <a:lnSpc>
                  <a:spcPct val="100000"/>
                </a:lnSpc>
                <a:spcBef>
                  <a:spcPts val="0"/>
                </a:spcBef>
                <a:spcAft>
                  <a:spcPts val="600"/>
                </a:spcAft>
                <a:buClrTx/>
                <a:buSzTx/>
                <a:buFont typeface="+mj-lt"/>
                <a:buAutoNum type="arabicPeriod"/>
                <a:tabLst/>
                <a:defRPr/>
              </a:pPr>
              <a:r>
                <a:rPr lang="en-US" sz="900" b="0" i="0" u="none" strike="noStrike" kern="1200" dirty="0">
                  <a:solidFill>
                    <a:schemeClr val="bg1">
                      <a:lumMod val="50000"/>
                    </a:schemeClr>
                  </a:solidFill>
                  <a:effectLst/>
                  <a:latin typeface="+mn-lt"/>
                  <a:ea typeface="+mn-ea"/>
                  <a:cs typeface="+mn-cs"/>
                </a:rPr>
                <a:t>Using the eyedropper, click the color you want to match; it's immediately applied to the selected shape or object.</a:t>
              </a:r>
            </a:p>
            <a:p>
              <a:pPr marL="228600" indent="-228600">
                <a:spcAft>
                  <a:spcPts val="600"/>
                </a:spcAft>
                <a:buFont typeface="+mj-lt"/>
                <a:buAutoNum type="arabicPeriod"/>
              </a:pPr>
              <a:endParaRPr lang="en-US" sz="900" b="0" i="0" u="none" strike="noStrike" kern="1200" dirty="0">
                <a:solidFill>
                  <a:schemeClr val="bg1">
                    <a:lumMod val="50000"/>
                  </a:schemeClr>
                </a:solidFill>
                <a:effectLst/>
                <a:latin typeface="+mn-lt"/>
                <a:ea typeface="+mn-ea"/>
                <a:cs typeface="+mn-cs"/>
              </a:endParaRPr>
            </a:p>
            <a:p>
              <a:pPr>
                <a:spcAft>
                  <a:spcPts val="600"/>
                </a:spcAft>
              </a:pPr>
              <a:endParaRPr lang="en-US" sz="900" dirty="0">
                <a:solidFill>
                  <a:schemeClr val="bg1">
                    <a:lumMod val="50000"/>
                  </a:schemeClr>
                </a:solidFill>
              </a:endParaRPr>
            </a:p>
          </p:txBody>
        </p:sp>
        <p:pic>
          <p:nvPicPr>
            <p:cNvPr id="19" name="Picture 18">
              <a:extLst>
                <a:ext uri="{FF2B5EF4-FFF2-40B4-BE49-F238E27FC236}">
                  <a16:creationId xmlns:a16="http://schemas.microsoft.com/office/drawing/2014/main" id="{5E8CDE2E-75EE-00ED-A7B1-9E24E77C9851}"/>
                </a:ext>
              </a:extLst>
            </p:cNvPr>
            <p:cNvPicPr>
              <a:picLocks noChangeAspect="1"/>
            </p:cNvPicPr>
            <p:nvPr userDrawn="1"/>
          </p:nvPicPr>
          <p:blipFill>
            <a:blip r:embed="rId40"/>
            <a:stretch>
              <a:fillRect/>
            </a:stretch>
          </p:blipFill>
          <p:spPr>
            <a:xfrm>
              <a:off x="14012244" y="4384548"/>
              <a:ext cx="1088171" cy="1611330"/>
            </a:xfrm>
            <a:prstGeom prst="rect">
              <a:avLst/>
            </a:prstGeom>
          </p:spPr>
        </p:pic>
        <p:sp>
          <p:nvSpPr>
            <p:cNvPr id="20" name="Rectangle 19">
              <a:extLst>
                <a:ext uri="{FF2B5EF4-FFF2-40B4-BE49-F238E27FC236}">
                  <a16:creationId xmlns:a16="http://schemas.microsoft.com/office/drawing/2014/main" id="{852ED137-9E88-4651-CDFB-5E7DF54C341F}"/>
                </a:ext>
              </a:extLst>
            </p:cNvPr>
            <p:cNvSpPr/>
            <p:nvPr userDrawn="1"/>
          </p:nvSpPr>
          <p:spPr>
            <a:xfrm>
              <a:off x="12485569" y="2162260"/>
              <a:ext cx="971741" cy="178053"/>
            </a:xfrm>
            <a:prstGeom prst="rect">
              <a:avLst/>
            </a:prstGeom>
          </p:spPr>
          <p:txBody>
            <a:bodyPr vert="horz" wrap="square" lIns="0" anchor="t" anchorCtr="0">
              <a:no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lumMod val="50000"/>
                    </a:schemeClr>
                  </a:solidFill>
                  <a:effectLst/>
                  <a:uLnTx/>
                  <a:uFillTx/>
                  <a:cs typeface="Calibri" panose="020F0502020204030204" pitchFamily="34" charset="0"/>
                </a:rPr>
                <a:t>Neutrals</a:t>
              </a:r>
            </a:p>
          </p:txBody>
        </p:sp>
      </p:grpSp>
    </p:spTree>
    <p:extLst>
      <p:ext uri="{BB962C8B-B14F-4D97-AF65-F5344CB8AC3E}">
        <p14:creationId xmlns:p14="http://schemas.microsoft.com/office/powerpoint/2010/main" val="3618599258"/>
      </p:ext>
    </p:extLst>
  </p:cSld>
  <p:clrMap bg1="lt1" tx1="dk1" bg2="lt2" tx2="dk2" accent1="accent1" accent2="accent2" accent3="accent3" accent4="accent4" accent5="accent5" accent6="accent6" hlink="hlink" folHlink="folHlink"/>
  <p:sldLayoutIdLst>
    <p:sldLayoutId id="2147484162" r:id="rId1"/>
    <p:sldLayoutId id="2147484168" r:id="rId2"/>
    <p:sldLayoutId id="2147484169" r:id="rId3"/>
    <p:sldLayoutId id="2147484170" r:id="rId4"/>
    <p:sldLayoutId id="2147484171" r:id="rId5"/>
    <p:sldLayoutId id="2147484172" r:id="rId6"/>
    <p:sldLayoutId id="2147483932" r:id="rId7"/>
    <p:sldLayoutId id="2147484163" r:id="rId8"/>
    <p:sldLayoutId id="2147484099" r:id="rId9"/>
    <p:sldLayoutId id="2147484005" r:id="rId10"/>
    <p:sldLayoutId id="2147484183" r:id="rId11"/>
    <p:sldLayoutId id="2147483674" r:id="rId12"/>
    <p:sldLayoutId id="2147484039" r:id="rId13"/>
    <p:sldLayoutId id="2147483662" r:id="rId14"/>
    <p:sldLayoutId id="2147484037" r:id="rId15"/>
    <p:sldLayoutId id="2147483664" r:id="rId16"/>
    <p:sldLayoutId id="2147484038" r:id="rId17"/>
    <p:sldLayoutId id="2147484092" r:id="rId18"/>
    <p:sldLayoutId id="2147484089" r:id="rId19"/>
    <p:sldLayoutId id="2147483999" r:id="rId20"/>
    <p:sldLayoutId id="2147484098" r:id="rId21"/>
    <p:sldLayoutId id="2147484048" r:id="rId22"/>
    <p:sldLayoutId id="2147484166" r:id="rId23"/>
    <p:sldLayoutId id="2147484094" r:id="rId24"/>
    <p:sldLayoutId id="2147484173" r:id="rId25"/>
    <p:sldLayoutId id="2147484175" r:id="rId26"/>
    <p:sldLayoutId id="2147484176" r:id="rId27"/>
    <p:sldLayoutId id="2147484177" r:id="rId28"/>
    <p:sldLayoutId id="2147484178" r:id="rId29"/>
    <p:sldLayoutId id="2147484095" r:id="rId30"/>
    <p:sldLayoutId id="2147484174" r:id="rId31"/>
    <p:sldLayoutId id="2147484179" r:id="rId32"/>
    <p:sldLayoutId id="2147484180" r:id="rId33"/>
    <p:sldLayoutId id="2147484181" r:id="rId34"/>
    <p:sldLayoutId id="2147484182" r:id="rId35"/>
    <p:sldLayoutId id="2147484167" r:id="rId36"/>
    <p:sldLayoutId id="2147484184" r:id="rId3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dt="0"/>
  <p:txStyles>
    <p:titleStyle>
      <a:lvl1pPr algn="l" defTabSz="914400" rtl="0" eaLnBrk="1" latinLnBrk="0" hangingPunct="1">
        <a:lnSpc>
          <a:spcPct val="75000"/>
        </a:lnSpc>
        <a:spcBef>
          <a:spcPct val="0"/>
        </a:spcBef>
        <a:buNone/>
        <a:defRPr sz="3400" b="0" kern="1200" cap="none" baseline="0">
          <a:solidFill>
            <a:schemeClr val="tx2"/>
          </a:solidFill>
          <a:latin typeface="+mj-lt"/>
          <a:ea typeface="+mj-ea"/>
          <a:cs typeface="Calibri" panose="020F0502020204030204" pitchFamily="34" charset="0"/>
        </a:defRPr>
      </a:lvl1pPr>
    </p:titleStyle>
    <p:bodyStyle>
      <a:lvl1pPr marL="182880" indent="-182880" algn="l" defTabSz="914400" rtl="0" eaLnBrk="1" latinLnBrk="0" hangingPunct="1">
        <a:lnSpc>
          <a:spcPct val="100000"/>
        </a:lnSpc>
        <a:spcBef>
          <a:spcPts val="0"/>
        </a:spcBef>
        <a:spcAft>
          <a:spcPts val="900"/>
        </a:spcAft>
        <a:buClr>
          <a:schemeClr val="accent2"/>
        </a:buClr>
        <a:buSzPct val="100000"/>
        <a:buFont typeface="Arial" panose="020B0604020202020204" pitchFamily="34" charset="0"/>
        <a:buChar char="•"/>
        <a:defRPr sz="1800" kern="1200">
          <a:solidFill>
            <a:schemeClr val="tx1"/>
          </a:solidFill>
          <a:latin typeface="+mn-lt"/>
          <a:ea typeface="+mn-ea"/>
          <a:cs typeface="Calibri" panose="020F0502020204030204" pitchFamily="34" charset="0"/>
        </a:defRPr>
      </a:lvl1pPr>
      <a:lvl2pPr marL="365760" indent="-182880" algn="l" defTabSz="914400" rtl="0" eaLnBrk="1" latinLnBrk="0" hangingPunct="1">
        <a:lnSpc>
          <a:spcPct val="100000"/>
        </a:lnSpc>
        <a:spcBef>
          <a:spcPts val="0"/>
        </a:spcBef>
        <a:spcAft>
          <a:spcPts val="900"/>
        </a:spcAft>
        <a:buClr>
          <a:schemeClr val="accent2"/>
        </a:buClr>
        <a:buSzPct val="100000"/>
        <a:buFont typeface="Arial" panose="020B0604020202020204" pitchFamily="34" charset="0"/>
        <a:buChar char="•"/>
        <a:defRPr sz="1600" b="0" kern="1200">
          <a:solidFill>
            <a:schemeClr val="tx1"/>
          </a:solidFill>
          <a:latin typeface="+mn-lt"/>
          <a:ea typeface="+mn-ea"/>
          <a:cs typeface="Calibri" panose="020F0502020204030204" pitchFamily="34" charset="0"/>
        </a:defRPr>
      </a:lvl2pPr>
      <a:lvl3pPr marL="548640" indent="-182880" algn="l" defTabSz="914400" rtl="0" eaLnBrk="1" latinLnBrk="0" hangingPunct="1">
        <a:lnSpc>
          <a:spcPct val="100000"/>
        </a:lnSpc>
        <a:spcBef>
          <a:spcPts val="0"/>
        </a:spcBef>
        <a:spcAft>
          <a:spcPts val="900"/>
        </a:spcAft>
        <a:buClr>
          <a:schemeClr val="accent2"/>
        </a:buClr>
        <a:buSzPct val="100000"/>
        <a:buFont typeface="Arial" panose="020B0604020202020204" pitchFamily="34" charset="0"/>
        <a:buChar char="•"/>
        <a:defRPr sz="1400" kern="1200">
          <a:solidFill>
            <a:schemeClr val="tx1"/>
          </a:solidFill>
          <a:latin typeface="+mn-lt"/>
          <a:ea typeface="+mn-ea"/>
          <a:cs typeface="Calibri" panose="020F0502020204030204" pitchFamily="34" charset="0"/>
        </a:defRPr>
      </a:lvl3pPr>
      <a:lvl4pPr marL="731520" indent="-182880" algn="l" defTabSz="914400" rtl="0" eaLnBrk="1" latinLnBrk="0" hangingPunct="1">
        <a:lnSpc>
          <a:spcPct val="100000"/>
        </a:lnSpc>
        <a:spcBef>
          <a:spcPts val="0"/>
        </a:spcBef>
        <a:spcAft>
          <a:spcPts val="900"/>
        </a:spcAft>
        <a:buClr>
          <a:schemeClr val="accent2"/>
        </a:buClr>
        <a:buSzPct val="100000"/>
        <a:buFont typeface="Arial" panose="020B0604020202020204" pitchFamily="34" charset="0"/>
        <a:buChar char="•"/>
        <a:defRPr sz="1200" kern="1200">
          <a:solidFill>
            <a:schemeClr val="tx1"/>
          </a:solidFill>
          <a:latin typeface="+mn-lt"/>
          <a:ea typeface="+mn-ea"/>
          <a:cs typeface="Calibri" panose="020F0502020204030204" pitchFamily="34" charset="0"/>
        </a:defRPr>
      </a:lvl4pPr>
      <a:lvl5pPr marL="914400" indent="-182880" algn="l" defTabSz="914400" rtl="0" eaLnBrk="1" latinLnBrk="0" hangingPunct="1">
        <a:lnSpc>
          <a:spcPct val="100000"/>
        </a:lnSpc>
        <a:spcBef>
          <a:spcPts val="0"/>
        </a:spcBef>
        <a:spcAft>
          <a:spcPts val="900"/>
        </a:spcAft>
        <a:buClr>
          <a:schemeClr val="accent2"/>
        </a:buClr>
        <a:buSzPct val="100000"/>
        <a:buFont typeface="Arial" panose="020B0604020202020204" pitchFamily="34" charset="0"/>
        <a:buChar char="•"/>
        <a:defRPr sz="1100" kern="1200">
          <a:solidFill>
            <a:schemeClr val="tx1"/>
          </a:solidFill>
          <a:latin typeface="+mn-lt"/>
          <a:ea typeface="+mn-ea"/>
          <a:cs typeface="Calibri" panose="020F0502020204030204" pitchFamily="34" charset="0"/>
        </a:defRPr>
      </a:lvl5pPr>
      <a:lvl6pPr marL="1097280" indent="-182880" algn="l" defTabSz="914400" rtl="0" eaLnBrk="1" latinLnBrk="0" hangingPunct="1">
        <a:lnSpc>
          <a:spcPct val="100000"/>
        </a:lnSpc>
        <a:spcBef>
          <a:spcPts val="0"/>
        </a:spcBef>
        <a:spcAft>
          <a:spcPts val="900"/>
        </a:spcAft>
        <a:buClr>
          <a:srgbClr val="F70656"/>
        </a:buClr>
        <a:buSzPct val="100000"/>
        <a:buFont typeface="Arial" panose="020B0604020202020204" pitchFamily="34" charset="0"/>
        <a:buChar char="•"/>
        <a:defRPr sz="1100" kern="1200">
          <a:solidFill>
            <a:schemeClr val="tx1"/>
          </a:solidFill>
          <a:latin typeface="+mn-lt"/>
          <a:ea typeface="+mn-ea"/>
          <a:cs typeface="Calibri" panose="020F0502020204030204" pitchFamily="34" charset="0"/>
        </a:defRPr>
      </a:lvl6pPr>
      <a:lvl7pPr marL="1280160" indent="-182880" algn="l" defTabSz="914400" rtl="0" eaLnBrk="1" latinLnBrk="0" hangingPunct="1">
        <a:lnSpc>
          <a:spcPct val="100000"/>
        </a:lnSpc>
        <a:spcBef>
          <a:spcPts val="0"/>
        </a:spcBef>
        <a:spcAft>
          <a:spcPts val="900"/>
        </a:spcAft>
        <a:buClr>
          <a:srgbClr val="F70656"/>
        </a:buClr>
        <a:buSzPct val="100000"/>
        <a:buFont typeface="Arial" panose="020B0604020202020204" pitchFamily="34" charset="0"/>
        <a:buChar char="•"/>
        <a:defRPr sz="1100" kern="1200">
          <a:solidFill>
            <a:schemeClr val="tx1"/>
          </a:solidFill>
          <a:latin typeface="+mn-lt"/>
          <a:ea typeface="+mn-ea"/>
          <a:cs typeface="Calibri" panose="020F0502020204030204" pitchFamily="34" charset="0"/>
        </a:defRPr>
      </a:lvl7pPr>
      <a:lvl8pPr marL="1463040" indent="-182880" algn="l" defTabSz="914400" rtl="0" eaLnBrk="1" latinLnBrk="0" hangingPunct="1">
        <a:lnSpc>
          <a:spcPct val="100000"/>
        </a:lnSpc>
        <a:spcBef>
          <a:spcPts val="0"/>
        </a:spcBef>
        <a:spcAft>
          <a:spcPts val="900"/>
        </a:spcAft>
        <a:buClr>
          <a:srgbClr val="F70656"/>
        </a:buClr>
        <a:buSzPct val="100000"/>
        <a:buFont typeface="Arial" panose="020B0604020202020204" pitchFamily="34" charset="0"/>
        <a:buChar char="•"/>
        <a:defRPr sz="1100" kern="1200">
          <a:solidFill>
            <a:schemeClr val="tx1"/>
          </a:solidFill>
          <a:latin typeface="+mn-lt"/>
          <a:ea typeface="+mn-ea"/>
          <a:cs typeface="Calibri" panose="020F0502020204030204" pitchFamily="34" charset="0"/>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16" userDrawn="1">
          <p15:clr>
            <a:srgbClr val="F26B43"/>
          </p15:clr>
        </p15:guide>
        <p15:guide id="2" pos="7296" userDrawn="1">
          <p15:clr>
            <a:srgbClr val="F26B43"/>
          </p15:clr>
        </p15:guide>
        <p15:guide id="3" pos="384" userDrawn="1">
          <p15:clr>
            <a:srgbClr val="F26B43"/>
          </p15:clr>
        </p15:guide>
        <p15:guide id="4" orient="horz" pos="164" userDrawn="1">
          <p15:clr>
            <a:srgbClr val="F26B43"/>
          </p15:clr>
        </p15:guide>
        <p15:guide id="5" orient="horz" pos="709" userDrawn="1">
          <p15:clr>
            <a:srgbClr val="F26B43"/>
          </p15:clr>
        </p15:guide>
        <p15:guide id="6" pos="3840" userDrawn="1">
          <p15:clr>
            <a:srgbClr val="F26B43"/>
          </p15:clr>
        </p15:guide>
        <p15:guide id="7" orient="horz" pos="102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uggingface.co/spaces/AIEnergyScore/Leaderboard"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12191695" cy="6172200"/>
          </a:xfrm>
          <a:prstGeom prst="rect">
            <a:avLst/>
          </a:prstGeom>
          <a:gradFill rotWithShape="1">
            <a:gsLst>
              <a:gs pos="0">
                <a:srgbClr val="6B04A8">
                  <a:alpha val="12000"/>
                </a:srgbClr>
              </a:gs>
              <a:gs pos="100000">
                <a:srgbClr val="6B04A8">
                  <a:alpha val="0"/>
                </a:srgbClr>
              </a:gs>
            </a:gsLst>
            <a:path path="circle">
              <a:fillToRect l="100000" t="0" r="0" b="10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 name="Text Placeholder 1"/>
          <p:cNvSpPr>
            <a:spLocks noGrp="1"/>
          </p:cNvSpPr>
          <p:nvPr>
            <p:ph type="body" idx="13" sz="quarter"/>
          </p:nvPr>
        </p:nvSpPr>
        <p:spPr/>
        <p:txBody>
          <a:bodyPr/>
          <a:lstStyle/>
          <a:p>
            <a:r>
              <a:t>Match the model to the complexity of the task, not to habit</a:t>
            </a:r>
          </a:p>
        </p:txBody>
      </p:sp>
      <p:sp>
        <p:nvSpPr>
          <p:cNvPr id="3" name="Title 2"/>
          <p:cNvSpPr>
            <a:spLocks noGrp="1"/>
          </p:cNvSpPr>
          <p:nvPr>
            <p:ph type="title"/>
          </p:nvPr>
        </p:nvSpPr>
        <p:spPr/>
        <p:txBody>
          <a:bodyPr/>
          <a:lstStyle/>
          <a:p>
            <a:r>
              <a:t>Three tiers, three jobs</a:t>
            </a:r>
          </a:p>
        </p:txBody>
      </p:sp>
      <p:sp>
        <p:nvSpPr>
          <p:cNvPr id="5" name="Rounded Rectangle 4"/>
          <p:cNvSpPr/>
          <p:nvPr/>
        </p:nvSpPr>
        <p:spPr>
          <a:xfrm>
            <a:off x="609600" y="1628774"/>
            <a:ext cx="3506216" cy="2225421"/>
          </a:xfrm>
          <a:prstGeom prst="roundRect">
            <a:avLst/>
          </a:prstGeom>
          <a:solidFill>
            <a:srgbClr val="F2F5F7"/>
          </a:solidFill>
          <a:ln>
            <a:noFill/>
          </a:ln>
          <a:effectLst>
            <a:outerShdw blurRad="128016" dist="45720" dir="5400000" rotWithShape="0">
              <a:srgbClr val="3D1152">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65632" y="1884806"/>
            <a:ext cx="512064" cy="512064"/>
          </a:xfrm>
          <a:prstGeom prst="ellipse">
            <a:avLst/>
          </a:prstGeom>
          <a:solidFill>
            <a:srgbClr val="00D7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047107" y="2013026"/>
            <a:ext cx="149113" cy="159763"/>
          </a:xfrm>
          <a:prstGeom prst="ellipse">
            <a:avLst/>
          </a:prstGeom>
          <a:noFill/>
          <a:ln w="26627"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084385" y="2178116"/>
            <a:ext cx="74556" cy="26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092373" y="2220719"/>
            <a:ext cx="58580" cy="26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65632" y="2524886"/>
            <a:ext cx="2994152" cy="238125"/>
          </a:xfrm>
          <a:prstGeom prst="rect">
            <a:avLst/>
          </a:prstGeom>
          <a:noFill/>
        </p:spPr>
        <p:txBody>
          <a:bodyPr wrap="square" anchor="t" lIns="0" rIns="0" tIns="0" bIns="0">
            <a:spAutoFit/>
          </a:bodyPr>
          <a:lstStyle/>
          <a:p>
            <a:pPr algn="l"/>
            <a:r>
              <a:rPr sz="1500" b="1" i="0">
                <a:solidFill>
                  <a:srgbClr val="3D1152"/>
                </a:solidFill>
                <a:latin typeface="Calibri"/>
              </a:rPr>
              <a:t>Advanced reasoning</a:t>
            </a:r>
          </a:p>
        </p:txBody>
      </p:sp>
      <p:sp>
        <p:nvSpPr>
          <p:cNvPr id="11" name="TextBox 10"/>
          <p:cNvSpPr txBox="1"/>
          <p:nvPr/>
        </p:nvSpPr>
        <p:spPr>
          <a:xfrm>
            <a:off x="865632" y="2836163"/>
            <a:ext cx="2994152" cy="761999"/>
          </a:xfrm>
          <a:prstGeom prst="rect">
            <a:avLst/>
          </a:prstGeom>
          <a:noFill/>
        </p:spPr>
        <p:txBody>
          <a:bodyPr wrap="square" lIns="0" rIns="0" tIns="0" bIns="0">
            <a:spAutoFit/>
          </a:bodyPr>
          <a:lstStyle/>
          <a:p>
            <a:pPr>
              <a:spcAft>
                <a:spcPts val="300"/>
              </a:spcAft>
            </a:pPr>
            <a:r>
              <a:rPr sz="1200" b="0" i="0">
                <a:solidFill>
                  <a:srgbClr val="000000"/>
                </a:solidFill>
                <a:latin typeface="Calibri"/>
              </a:rPr>
              <a:t>Deep architecture planning, complex debugging, large refactors, intricate algorithms. Highest cost and energy per request.</a:t>
            </a:r>
          </a:p>
        </p:txBody>
      </p:sp>
      <p:sp>
        <p:nvSpPr>
          <p:cNvPr id="12" name="Rounded Rectangle 11"/>
          <p:cNvSpPr/>
          <p:nvPr/>
        </p:nvSpPr>
        <p:spPr>
          <a:xfrm>
            <a:off x="4344416" y="1628774"/>
            <a:ext cx="3506216" cy="2225421"/>
          </a:xfrm>
          <a:prstGeom prst="roundRect">
            <a:avLst/>
          </a:prstGeom>
          <a:solidFill>
            <a:srgbClr val="F2F5F7"/>
          </a:solidFill>
          <a:ln>
            <a:noFill/>
          </a:ln>
          <a:effectLst>
            <a:outerShdw blurRad="128016" dist="45720" dir="5400000" rotWithShape="0">
              <a:srgbClr val="3D1152">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600448" y="1884806"/>
            <a:ext cx="512064" cy="512064"/>
          </a:xfrm>
          <a:prstGeom prst="ellipse">
            <a:avLst/>
          </a:prstGeom>
          <a:solidFill>
            <a:srgbClr val="44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Gear 6 13"/>
          <p:cNvSpPr/>
          <p:nvPr/>
        </p:nvSpPr>
        <p:spPr>
          <a:xfrm>
            <a:off x="4723343" y="2013026"/>
            <a:ext cx="266273" cy="255622"/>
          </a:xfrm>
          <a:prstGeom prst="gear6">
            <a:avLst/>
          </a:prstGeom>
          <a:noFill/>
          <a:ln w="26627"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4819201" y="2103559"/>
            <a:ext cx="74556" cy="74556"/>
          </a:xfrm>
          <a:prstGeom prst="ellipse">
            <a:avLst/>
          </a:prstGeom>
          <a:noFill/>
          <a:ln w="26627"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600448" y="2524886"/>
            <a:ext cx="2994152" cy="238125"/>
          </a:xfrm>
          <a:prstGeom prst="rect">
            <a:avLst/>
          </a:prstGeom>
          <a:noFill/>
        </p:spPr>
        <p:txBody>
          <a:bodyPr wrap="square" anchor="t" lIns="0" rIns="0" tIns="0" bIns="0">
            <a:spAutoFit/>
          </a:bodyPr>
          <a:lstStyle/>
          <a:p>
            <a:pPr algn="l"/>
            <a:r>
              <a:rPr sz="1500" b="1" i="0">
                <a:solidFill>
                  <a:srgbClr val="3D1152"/>
                </a:solidFill>
                <a:latin typeface="Calibri"/>
              </a:rPr>
              <a:t>Standard flagship</a:t>
            </a:r>
          </a:p>
        </p:txBody>
      </p:sp>
      <p:sp>
        <p:nvSpPr>
          <p:cNvPr id="17" name="TextBox 16"/>
          <p:cNvSpPr txBox="1"/>
          <p:nvPr/>
        </p:nvSpPr>
        <p:spPr>
          <a:xfrm>
            <a:off x="4600448" y="2836163"/>
            <a:ext cx="2994152" cy="761999"/>
          </a:xfrm>
          <a:prstGeom prst="rect">
            <a:avLst/>
          </a:prstGeom>
          <a:noFill/>
        </p:spPr>
        <p:txBody>
          <a:bodyPr wrap="square" lIns="0" rIns="0" tIns="0" bIns="0">
            <a:spAutoFit/>
          </a:bodyPr>
          <a:lstStyle/>
          <a:p>
            <a:pPr>
              <a:spcAft>
                <a:spcPts val="300"/>
              </a:spcAft>
            </a:pPr>
            <a:r>
              <a:rPr sz="1200" b="0" i="0">
                <a:solidFill>
                  <a:srgbClr val="000000"/>
                </a:solidFill>
                <a:latin typeface="Calibri"/>
              </a:rPr>
              <a:t>The daily driver. General chat, documentation, boilerplate and standard feature work, with a good balance of speed and accuracy.</a:t>
            </a:r>
          </a:p>
        </p:txBody>
      </p:sp>
      <p:sp>
        <p:nvSpPr>
          <p:cNvPr id="18" name="Rounded Rectangle 17"/>
          <p:cNvSpPr/>
          <p:nvPr/>
        </p:nvSpPr>
        <p:spPr>
          <a:xfrm>
            <a:off x="8079232" y="1628774"/>
            <a:ext cx="3506216" cy="2225421"/>
          </a:xfrm>
          <a:prstGeom prst="roundRect">
            <a:avLst/>
          </a:prstGeom>
          <a:solidFill>
            <a:srgbClr val="F2F5F7"/>
          </a:solidFill>
          <a:ln>
            <a:noFill/>
          </a:ln>
          <a:effectLst>
            <a:outerShdw blurRad="128016" dist="45720" dir="5400000" rotWithShape="0">
              <a:srgbClr val="3D1152">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335264" y="1884806"/>
            <a:ext cx="512064" cy="512064"/>
          </a:xfrm>
          <a:prstGeom prst="ellipse">
            <a:avLst/>
          </a:prstGeom>
          <a:solidFill>
            <a:srgbClr val="FFBE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Lightning Bolt 19"/>
          <p:cNvSpPr/>
          <p:nvPr/>
        </p:nvSpPr>
        <p:spPr>
          <a:xfrm>
            <a:off x="8495437" y="2007701"/>
            <a:ext cx="191716" cy="266273"/>
          </a:xfrm>
          <a:prstGeom prst="lightningBol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335264" y="2524886"/>
            <a:ext cx="2994152" cy="238125"/>
          </a:xfrm>
          <a:prstGeom prst="rect">
            <a:avLst/>
          </a:prstGeom>
          <a:noFill/>
        </p:spPr>
        <p:txBody>
          <a:bodyPr wrap="square" anchor="t" lIns="0" rIns="0" tIns="0" bIns="0">
            <a:spAutoFit/>
          </a:bodyPr>
          <a:lstStyle/>
          <a:p>
            <a:pPr algn="l"/>
            <a:r>
              <a:rPr sz="1500" b="1" i="0">
                <a:solidFill>
                  <a:srgbClr val="3D1152"/>
                </a:solidFill>
                <a:latin typeface="Calibri"/>
              </a:rPr>
              <a:t>Fast and lightweight</a:t>
            </a:r>
          </a:p>
        </p:txBody>
      </p:sp>
      <p:sp>
        <p:nvSpPr>
          <p:cNvPr id="22" name="TextBox 21"/>
          <p:cNvSpPr txBox="1"/>
          <p:nvPr/>
        </p:nvSpPr>
        <p:spPr>
          <a:xfrm>
            <a:off x="8335264" y="2836163"/>
            <a:ext cx="2994152" cy="761999"/>
          </a:xfrm>
          <a:prstGeom prst="rect">
            <a:avLst/>
          </a:prstGeom>
          <a:noFill/>
        </p:spPr>
        <p:txBody>
          <a:bodyPr wrap="square" lIns="0" rIns="0" tIns="0" bIns="0">
            <a:spAutoFit/>
          </a:bodyPr>
          <a:lstStyle/>
          <a:p>
            <a:pPr>
              <a:spcAft>
                <a:spcPts val="300"/>
              </a:spcAft>
            </a:pPr>
            <a:r>
              <a:rPr sz="1200" b="0" i="0">
                <a:solidFill>
                  <a:srgbClr val="000000"/>
                </a:solidFill>
                <a:latin typeface="Calibri"/>
              </a:rPr>
              <a:t>Quick syntax checks, simple unit tests, explaining a short block, repetitive patterns. Reach for it when speed is the priority.</a:t>
            </a:r>
          </a:p>
        </p:txBody>
      </p:sp>
      <p:sp>
        <p:nvSpPr>
          <p:cNvPr id="23" name="Rounded Rectangle 22"/>
          <p:cNvSpPr/>
          <p:nvPr/>
        </p:nvSpPr>
        <p:spPr>
          <a:xfrm>
            <a:off x="609600" y="4293678"/>
            <a:ext cx="10975848" cy="1051560"/>
          </a:xfrm>
          <a:prstGeom prst="roundRect">
            <a:avLst/>
          </a:prstGeom>
          <a:solidFill>
            <a:srgbClr val="F2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02207" y="4636578"/>
            <a:ext cx="365760" cy="365760"/>
          </a:xfrm>
          <a:prstGeom prst="ellipse">
            <a:avLst/>
          </a:prstGeom>
          <a:solidFill>
            <a:srgbClr val="4D6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993794" y="4728164"/>
            <a:ext cx="182587" cy="182587"/>
          </a:xfrm>
          <a:prstGeom prst="ellipse">
            <a:avLst/>
          </a:prstGeom>
          <a:noFill/>
          <a:ln w="19019"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043245" y="4777615"/>
            <a:ext cx="83685" cy="83685"/>
          </a:xfrm>
          <a:prstGeom prst="ellipse">
            <a:avLst/>
          </a:prstGeom>
          <a:noFill/>
          <a:ln w="19019"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069872" y="4804242"/>
            <a:ext cx="30431" cy="30431"/>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524000" y="4435029"/>
            <a:ext cx="2011680" cy="237744"/>
          </a:xfrm>
          <a:prstGeom prst="rect">
            <a:avLst/>
          </a:prstGeom>
          <a:noFill/>
        </p:spPr>
        <p:txBody>
          <a:bodyPr wrap="square" anchor="t" lIns="0" rIns="0" tIns="0" bIns="0">
            <a:spAutoFit/>
          </a:bodyPr>
          <a:lstStyle/>
          <a:p>
            <a:pPr algn="l"/>
            <a:r>
              <a:rPr sz="1200" b="1" i="0" spc="80">
                <a:solidFill>
                  <a:srgbClr val="4D69E0"/>
                </a:solidFill>
                <a:latin typeface="Calibri"/>
              </a:rPr>
              <a:t>RULE OF THUMB</a:t>
            </a:r>
          </a:p>
        </p:txBody>
      </p:sp>
      <p:sp>
        <p:nvSpPr>
          <p:cNvPr id="29" name="TextBox 28"/>
          <p:cNvSpPr txBox="1"/>
          <p:nvPr/>
        </p:nvSpPr>
        <p:spPr>
          <a:xfrm>
            <a:off x="1524000" y="4727637"/>
            <a:ext cx="9604248" cy="476250"/>
          </a:xfrm>
          <a:prstGeom prst="rect">
            <a:avLst/>
          </a:prstGeom>
          <a:noFill/>
        </p:spPr>
        <p:txBody>
          <a:bodyPr wrap="square" anchor="t" lIns="0" rIns="0" tIns="0" bIns="0">
            <a:spAutoFit/>
          </a:bodyPr>
          <a:lstStyle/>
          <a:p>
            <a:pPr algn="l"/>
            <a:r>
              <a:rPr sz="1500" b="0" i="0">
                <a:solidFill>
                  <a:srgbClr val="000000"/>
                </a:solidFill>
                <a:latin typeface="Calibri"/>
              </a:rPr>
              <a:t>A bigger model is not a better answer. It is a slower, more expensive one — unless the task genuinely needs the reasoning.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12191695" cy="6172200"/>
          </a:xfrm>
          <a:prstGeom prst="rect">
            <a:avLst/>
          </a:prstGeom>
          <a:gradFill rotWithShape="1">
            <a:gsLst>
              <a:gs pos="0">
                <a:srgbClr val="6B04A8">
                  <a:alpha val="12000"/>
                </a:srgbClr>
              </a:gs>
              <a:gs pos="100000">
                <a:srgbClr val="6B04A8">
                  <a:alpha val="0"/>
                </a:srgbClr>
              </a:gs>
            </a:gsLst>
            <a:path path="circle">
              <a:fillToRect l="0" t="0" r="100000" b="10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 name="Text Placeholder 1"/>
          <p:cNvSpPr>
            <a:spLocks noGrp="1"/>
          </p:cNvSpPr>
          <p:nvPr>
            <p:ph type="body" idx="13" sz="quarter"/>
          </p:nvPr>
        </p:nvSpPr>
        <p:spPr/>
        <p:txBody>
          <a:bodyPr/>
          <a:lstStyle/>
          <a:p>
            <a:r>
              <a:t>Let the router do the routine, and override on purpose</a:t>
            </a:r>
          </a:p>
        </p:txBody>
      </p:sp>
      <p:sp>
        <p:nvSpPr>
          <p:cNvPr id="3" name="Title 2"/>
          <p:cNvSpPr>
            <a:spLocks noGrp="1"/>
          </p:cNvSpPr>
          <p:nvPr>
            <p:ph type="title"/>
          </p:nvPr>
        </p:nvSpPr>
        <p:spPr/>
        <p:txBody>
          <a:bodyPr/>
          <a:lstStyle/>
          <a:p>
            <a:r>
              <a:t>Start on Auto</a:t>
            </a:r>
          </a:p>
        </p:txBody>
      </p:sp>
      <p:sp>
        <p:nvSpPr>
          <p:cNvPr id="5" name="Rounded Rectangle 4"/>
          <p:cNvSpPr/>
          <p:nvPr/>
        </p:nvSpPr>
        <p:spPr>
          <a:xfrm>
            <a:off x="609600" y="1628774"/>
            <a:ext cx="5214730" cy="4429125"/>
          </a:xfrm>
          <a:prstGeom prst="roundRect">
            <a:avLst/>
          </a:prstGeom>
          <a:gradFill rotWithShape="1">
            <a:gsLst>
              <a:gs pos="0">
                <a:srgbClr val="FFFFFF"/>
              </a:gs>
              <a:gs pos="100000">
                <a:srgbClr val="F2F5F7"/>
              </a:gs>
            </a:gsLst>
            <a:lin ang="6600000" scaled="0"/>
          </a:gradFill>
          <a:ln>
            <a:noFill/>
          </a:ln>
          <a:effectLst>
            <a:outerShdw blurRad="128016" dist="45720" dir="5400000" rotWithShape="0">
              <a:srgbClr val="3D1152">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8784" y="1957958"/>
            <a:ext cx="4556362" cy="457200"/>
          </a:xfrm>
          <a:prstGeom prst="rect">
            <a:avLst/>
          </a:prstGeom>
          <a:noFill/>
        </p:spPr>
        <p:txBody>
          <a:bodyPr wrap="square" anchor="t" lIns="0" rIns="0" tIns="0" bIns="0">
            <a:spAutoFit/>
          </a:bodyPr>
          <a:lstStyle/>
          <a:p>
            <a:pPr algn="l"/>
            <a:r>
              <a:rPr sz="2000" b="1" i="0">
                <a:solidFill>
                  <a:srgbClr val="3D1152"/>
                </a:solidFill>
                <a:latin typeface="Calibri"/>
              </a:rPr>
              <a:t>Why Auto is the default</a:t>
            </a:r>
          </a:p>
        </p:txBody>
      </p:sp>
      <p:sp>
        <p:nvSpPr>
          <p:cNvPr id="7" name="Oval 6"/>
          <p:cNvSpPr/>
          <p:nvPr/>
        </p:nvSpPr>
        <p:spPr>
          <a:xfrm>
            <a:off x="938784" y="2735198"/>
            <a:ext cx="512064" cy="512064"/>
          </a:xfrm>
          <a:prstGeom prst="ellipse">
            <a:avLst/>
          </a:prstGeom>
          <a:solidFill>
            <a:srgbClr val="00D7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hevron 7"/>
          <p:cNvSpPr/>
          <p:nvPr/>
        </p:nvSpPr>
        <p:spPr>
          <a:xfrm>
            <a:off x="1061679" y="2927324"/>
            <a:ext cx="101183" cy="127811"/>
          </a:xfrm>
          <a:prstGeom prst="chevron">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hevron 8"/>
          <p:cNvSpPr/>
          <p:nvPr/>
        </p:nvSpPr>
        <p:spPr>
          <a:xfrm>
            <a:off x="1144224" y="2927324"/>
            <a:ext cx="101183" cy="127811"/>
          </a:xfrm>
          <a:prstGeom prst="chevron">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evron 9"/>
          <p:cNvSpPr/>
          <p:nvPr/>
        </p:nvSpPr>
        <p:spPr>
          <a:xfrm>
            <a:off x="1226768" y="2927324"/>
            <a:ext cx="101183" cy="127811"/>
          </a:xfrm>
          <a:prstGeom prst="chevron">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725168" y="2680334"/>
            <a:ext cx="3769978" cy="814959"/>
          </a:xfrm>
          <a:prstGeom prst="rect">
            <a:avLst/>
          </a:prstGeom>
          <a:noFill/>
        </p:spPr>
        <p:txBody>
          <a:bodyPr wrap="square" anchor="t" lIns="0" rIns="0" tIns="0" bIns="0">
            <a:spAutoFit/>
          </a:bodyPr>
          <a:lstStyle/>
          <a:p>
            <a:pPr algn="l"/>
            <a:r>
              <a:rPr sz="1500" b="0" i="0">
                <a:solidFill>
                  <a:srgbClr val="000000"/>
                </a:solidFill>
                <a:latin typeface="Calibri"/>
              </a:rPr>
              <a:t>It routes easier questions to cheaper, smaller models and saves the flagship models for genuinely difficult prompts.</a:t>
            </a:r>
          </a:p>
        </p:txBody>
      </p:sp>
      <p:sp>
        <p:nvSpPr>
          <p:cNvPr id="12" name="Oval 11"/>
          <p:cNvSpPr/>
          <p:nvPr/>
        </p:nvSpPr>
        <p:spPr>
          <a:xfrm>
            <a:off x="938784" y="3733037"/>
            <a:ext cx="512064" cy="512064"/>
          </a:xfrm>
          <a:prstGeom prst="ellipse">
            <a:avLst/>
          </a:prstGeom>
          <a:solidFill>
            <a:srgbClr val="44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69667" y="3871908"/>
            <a:ext cx="239645" cy="239645"/>
          </a:xfrm>
          <a:prstGeom prst="ellipse">
            <a:avLst/>
          </a:prstGeom>
          <a:noFill/>
          <a:ln w="26627"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sosceles Triangle 13"/>
          <p:cNvSpPr/>
          <p:nvPr/>
        </p:nvSpPr>
        <p:spPr>
          <a:xfrm rot="10800000">
            <a:off x="1258721" y="3951790"/>
            <a:ext cx="69231" cy="79881"/>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725168" y="3678173"/>
            <a:ext cx="3769978" cy="814959"/>
          </a:xfrm>
          <a:prstGeom prst="rect">
            <a:avLst/>
          </a:prstGeom>
          <a:noFill/>
        </p:spPr>
        <p:txBody>
          <a:bodyPr wrap="square" anchor="t" lIns="0" rIns="0" tIns="0" bIns="0">
            <a:spAutoFit/>
          </a:bodyPr>
          <a:lstStyle/>
          <a:p>
            <a:pPr algn="l"/>
            <a:r>
              <a:rPr sz="1500" b="0" i="0">
                <a:solidFill>
                  <a:srgbClr val="000000"/>
                </a:solidFill>
                <a:latin typeface="Calibri"/>
              </a:rPr>
              <a:t>You move between “what does this function do?” and “write a regex for this” without breaking your flow.</a:t>
            </a:r>
          </a:p>
        </p:txBody>
      </p:sp>
      <p:sp>
        <p:nvSpPr>
          <p:cNvPr id="16" name="Oval 15"/>
          <p:cNvSpPr/>
          <p:nvPr/>
        </p:nvSpPr>
        <p:spPr>
          <a:xfrm>
            <a:off x="938784" y="4730876"/>
            <a:ext cx="512064" cy="512064"/>
          </a:xfrm>
          <a:prstGeom prst="ellipse">
            <a:avLst/>
          </a:prstGeom>
          <a:solidFill>
            <a:srgbClr val="FFBE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067004" y="4859096"/>
            <a:ext cx="255622" cy="255622"/>
          </a:xfrm>
          <a:prstGeom prst="ellipse">
            <a:avLst/>
          </a:prstGeom>
          <a:noFill/>
          <a:ln w="26627"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141561" y="4859096"/>
            <a:ext cx="106509" cy="255622"/>
          </a:xfrm>
          <a:prstGeom prst="ellipse">
            <a:avLst/>
          </a:prstGeom>
          <a:noFill/>
          <a:ln w="26627"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067004" y="4976257"/>
            <a:ext cx="255622" cy="18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725168" y="4676012"/>
            <a:ext cx="3769978" cy="814959"/>
          </a:xfrm>
          <a:prstGeom prst="rect">
            <a:avLst/>
          </a:prstGeom>
          <a:noFill/>
        </p:spPr>
        <p:txBody>
          <a:bodyPr wrap="square" anchor="t" lIns="0" rIns="0" tIns="0" bIns="0">
            <a:spAutoFit/>
          </a:bodyPr>
          <a:lstStyle/>
          <a:p>
            <a:pPr algn="l"/>
            <a:r>
              <a:rPr sz="1500" b="0" i="0">
                <a:solidFill>
                  <a:srgbClr val="000000"/>
                </a:solidFill>
                <a:latin typeface="Calibri"/>
              </a:rPr>
              <a:t>The smallest model that can do the job is also the one that burns the least energy, so the convenient default is the sustainable one.</a:t>
            </a:r>
          </a:p>
        </p:txBody>
      </p:sp>
      <p:sp>
        <p:nvSpPr>
          <p:cNvPr id="21" name="Rounded Rectangle 20"/>
          <p:cNvSpPr/>
          <p:nvPr/>
        </p:nvSpPr>
        <p:spPr>
          <a:xfrm>
            <a:off x="6367669" y="1628774"/>
            <a:ext cx="5214730" cy="1844421"/>
          </a:xfrm>
          <a:prstGeom prst="roundRect">
            <a:avLst/>
          </a:prstGeom>
          <a:solidFill>
            <a:srgbClr val="F2F5F7"/>
          </a:solidFill>
          <a:ln>
            <a:noFill/>
          </a:ln>
          <a:effectLst>
            <a:outerShdw blurRad="128016" dist="45720" dir="5400000" rotWithShape="0">
              <a:srgbClr val="3D1152">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623701" y="1884806"/>
            <a:ext cx="512064" cy="512064"/>
          </a:xfrm>
          <a:prstGeom prst="ellipse">
            <a:avLst/>
          </a:prstGeom>
          <a:solidFill>
            <a:srgbClr val="00D7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iamond 22"/>
          <p:cNvSpPr/>
          <p:nvPr/>
        </p:nvSpPr>
        <p:spPr>
          <a:xfrm>
            <a:off x="6759910" y="2013026"/>
            <a:ext cx="239645" cy="111834"/>
          </a:xfrm>
          <a:prstGeom prst="diamond">
            <a:avLst/>
          </a:prstGeom>
          <a:noFill/>
          <a:ln w="26627"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Diamond 23"/>
          <p:cNvSpPr/>
          <p:nvPr/>
        </p:nvSpPr>
        <p:spPr>
          <a:xfrm>
            <a:off x="6759910" y="2084920"/>
            <a:ext cx="239645" cy="111834"/>
          </a:xfrm>
          <a:prstGeom prst="diamond">
            <a:avLst/>
          </a:prstGeom>
          <a:noFill/>
          <a:ln w="26627"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6759910" y="2156814"/>
            <a:ext cx="239645" cy="111834"/>
          </a:xfrm>
          <a:prstGeom prst="diamond">
            <a:avLst/>
          </a:prstGeom>
          <a:noFill/>
          <a:ln w="26627"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623701" y="2524886"/>
            <a:ext cx="4702666" cy="238125"/>
          </a:xfrm>
          <a:prstGeom prst="rect">
            <a:avLst/>
          </a:prstGeom>
          <a:noFill/>
        </p:spPr>
        <p:txBody>
          <a:bodyPr wrap="square" anchor="t" lIns="0" rIns="0" tIns="0" bIns="0">
            <a:spAutoFit/>
          </a:bodyPr>
          <a:lstStyle/>
          <a:p>
            <a:pPr algn="l"/>
            <a:r>
              <a:rPr sz="1500" b="1" i="0">
                <a:solidFill>
                  <a:srgbClr val="3D1152"/>
                </a:solidFill>
                <a:latin typeface="Calibri"/>
              </a:rPr>
              <a:t>Override up</a:t>
            </a:r>
          </a:p>
        </p:txBody>
      </p:sp>
      <p:sp>
        <p:nvSpPr>
          <p:cNvPr id="27" name="TextBox 26"/>
          <p:cNvSpPr txBox="1"/>
          <p:nvPr/>
        </p:nvSpPr>
        <p:spPr>
          <a:xfrm>
            <a:off x="6623701" y="2836163"/>
            <a:ext cx="4702666" cy="381000"/>
          </a:xfrm>
          <a:prstGeom prst="rect">
            <a:avLst/>
          </a:prstGeom>
          <a:noFill/>
        </p:spPr>
        <p:txBody>
          <a:bodyPr wrap="square" lIns="0" rIns="0" tIns="0" bIns="0">
            <a:spAutoFit/>
          </a:bodyPr>
          <a:lstStyle/>
          <a:p>
            <a:pPr>
              <a:spcAft>
                <a:spcPts val="300"/>
              </a:spcAft>
            </a:pPr>
            <a:r>
              <a:rPr sz="1200" b="0" i="0">
                <a:solidFill>
                  <a:srgbClr val="000000"/>
                </a:solidFill>
                <a:latin typeface="Calibri"/>
              </a:rPr>
              <a:t>You are stuck on a genuinely hard logical problem, or you need a whole system design rather than an answer.</a:t>
            </a:r>
          </a:p>
        </p:txBody>
      </p:sp>
      <p:sp>
        <p:nvSpPr>
          <p:cNvPr id="28" name="Rounded Rectangle 27"/>
          <p:cNvSpPr/>
          <p:nvPr/>
        </p:nvSpPr>
        <p:spPr>
          <a:xfrm>
            <a:off x="6367669" y="3701795"/>
            <a:ext cx="5214730" cy="1844421"/>
          </a:xfrm>
          <a:prstGeom prst="roundRect">
            <a:avLst/>
          </a:prstGeom>
          <a:solidFill>
            <a:srgbClr val="F2F5F7"/>
          </a:solidFill>
          <a:ln>
            <a:noFill/>
          </a:ln>
          <a:effectLst>
            <a:outerShdw blurRad="128016" dist="45720" dir="5400000" rotWithShape="0">
              <a:srgbClr val="3D1152">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623701" y="3957827"/>
            <a:ext cx="512064" cy="512064"/>
          </a:xfrm>
          <a:prstGeom prst="ellipse">
            <a:avLst/>
          </a:prstGeom>
          <a:solidFill>
            <a:srgbClr val="44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Lightning Bolt 29"/>
          <p:cNvSpPr/>
          <p:nvPr/>
        </p:nvSpPr>
        <p:spPr>
          <a:xfrm>
            <a:off x="6783874" y="4080722"/>
            <a:ext cx="191716" cy="266273"/>
          </a:xfrm>
          <a:prstGeom prst="lightningBol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623701" y="4597907"/>
            <a:ext cx="4702666" cy="238125"/>
          </a:xfrm>
          <a:prstGeom prst="rect">
            <a:avLst/>
          </a:prstGeom>
          <a:noFill/>
        </p:spPr>
        <p:txBody>
          <a:bodyPr wrap="square" anchor="t" lIns="0" rIns="0" tIns="0" bIns="0">
            <a:spAutoFit/>
          </a:bodyPr>
          <a:lstStyle/>
          <a:p>
            <a:pPr algn="l"/>
            <a:r>
              <a:rPr sz="1500" b="1" i="0">
                <a:solidFill>
                  <a:srgbClr val="3D1152"/>
                </a:solidFill>
                <a:latin typeface="Calibri"/>
              </a:rPr>
              <a:t>Override down</a:t>
            </a:r>
          </a:p>
        </p:txBody>
      </p:sp>
      <p:sp>
        <p:nvSpPr>
          <p:cNvPr id="32" name="TextBox 31"/>
          <p:cNvSpPr txBox="1"/>
          <p:nvPr/>
        </p:nvSpPr>
        <p:spPr>
          <a:xfrm>
            <a:off x="6623701" y="4909184"/>
            <a:ext cx="4702666" cy="381000"/>
          </a:xfrm>
          <a:prstGeom prst="rect">
            <a:avLst/>
          </a:prstGeom>
          <a:noFill/>
        </p:spPr>
        <p:txBody>
          <a:bodyPr wrap="square" lIns="0" rIns="0" tIns="0" bIns="0">
            <a:spAutoFit/>
          </a:bodyPr>
          <a:lstStyle/>
          <a:p>
            <a:pPr>
              <a:spcAft>
                <a:spcPts val="300"/>
              </a:spcAft>
            </a:pPr>
            <a:r>
              <a:rPr sz="1200" b="0" i="0">
                <a:solidFill>
                  <a:srgbClr val="000000"/>
                </a:solidFill>
                <a:latin typeface="Calibri"/>
              </a:rPr>
              <a:t>The work is mechanical and you already know the shape of the answer. Speed is what you want, not depth.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12191695" cy="6172200"/>
          </a:xfrm>
          <a:prstGeom prst="rect">
            <a:avLst/>
          </a:prstGeom>
          <a:gradFill rotWithShape="1">
            <a:gsLst>
              <a:gs pos="0">
                <a:srgbClr val="6B04A8">
                  <a:alpha val="12000"/>
                </a:srgbClr>
              </a:gs>
              <a:gs pos="100000">
                <a:srgbClr val="6B04A8">
                  <a:alpha val="0"/>
                </a:srgbClr>
              </a:gs>
            </a:gsLst>
            <a:path path="circle">
              <a:fillToRect l="0" t="100000" r="100000" b="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 name="Text Placeholder 1"/>
          <p:cNvSpPr>
            <a:spLocks noGrp="1"/>
          </p:cNvSpPr>
          <p:nvPr>
            <p:ph type="body" idx="13" sz="quarter"/>
          </p:nvPr>
        </p:nvSpPr>
        <p:spPr/>
        <p:txBody>
          <a:bodyPr/>
          <a:lstStyle/>
          <a:p>
            <a:r>
              <a:t>Lower cost and lower energy, without lower quality</a:t>
            </a:r>
          </a:p>
        </p:txBody>
      </p:sp>
      <p:sp>
        <p:nvSpPr>
          <p:cNvPr id="3" name="Title 2"/>
          <p:cNvSpPr>
            <a:spLocks noGrp="1"/>
          </p:cNvSpPr>
          <p:nvPr>
            <p:ph type="title"/>
          </p:nvPr>
        </p:nvSpPr>
        <p:spPr/>
        <p:txBody>
          <a:bodyPr/>
          <a:lstStyle/>
          <a:p>
            <a:r>
              <a:t>Four habits that keep it cheap</a:t>
            </a:r>
          </a:p>
        </p:txBody>
      </p:sp>
      <p:sp>
        <p:nvSpPr>
          <p:cNvPr id="5" name="TextBox 4"/>
          <p:cNvSpPr txBox="1"/>
          <p:nvPr/>
        </p:nvSpPr>
        <p:spPr>
          <a:xfrm>
            <a:off x="609600" y="1628775"/>
            <a:ext cx="2571750" cy="685800"/>
          </a:xfrm>
          <a:prstGeom prst="rect">
            <a:avLst/>
          </a:prstGeom>
          <a:noFill/>
        </p:spPr>
        <p:txBody>
          <a:bodyPr wrap="square" anchor="t" lIns="0" rIns="0" tIns="0" bIns="0">
            <a:spAutoFit/>
          </a:bodyPr>
          <a:lstStyle/>
          <a:p>
            <a:pPr algn="l"/>
            <a:r>
              <a:rPr sz="4000" b="0" i="0">
                <a:solidFill>
                  <a:srgbClr val="00D787"/>
                </a:solidFill>
                <a:latin typeface="Calibri Light"/>
              </a:rPr>
              <a:t>01</a:t>
            </a:r>
          </a:p>
        </p:txBody>
      </p:sp>
      <p:sp>
        <p:nvSpPr>
          <p:cNvPr id="6" name="Rectangle 5"/>
          <p:cNvSpPr/>
          <p:nvPr/>
        </p:nvSpPr>
        <p:spPr>
          <a:xfrm>
            <a:off x="609600" y="2415159"/>
            <a:ext cx="2571750" cy="32004"/>
          </a:xfrm>
          <a:prstGeom prst="rect">
            <a:avLst/>
          </a:prstGeom>
          <a:solidFill>
            <a:srgbClr val="00D7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09600" y="2579751"/>
            <a:ext cx="2571750" cy="539750"/>
          </a:xfrm>
          <a:prstGeom prst="rect">
            <a:avLst/>
          </a:prstGeom>
          <a:noFill/>
        </p:spPr>
        <p:txBody>
          <a:bodyPr wrap="square" anchor="t" lIns="0" rIns="0" tIns="0" bIns="0">
            <a:spAutoFit/>
          </a:bodyPr>
          <a:lstStyle/>
          <a:p>
            <a:pPr algn="l"/>
            <a:r>
              <a:rPr sz="1700" b="1" i="0">
                <a:solidFill>
                  <a:srgbClr val="3D1152"/>
                </a:solidFill>
                <a:latin typeface="Calibri"/>
              </a:rPr>
              <a:t>Right-size the model</a:t>
            </a:r>
          </a:p>
        </p:txBody>
      </p:sp>
      <p:sp>
        <p:nvSpPr>
          <p:cNvPr id="8" name="TextBox 7"/>
          <p:cNvSpPr txBox="1"/>
          <p:nvPr/>
        </p:nvSpPr>
        <p:spPr>
          <a:xfrm>
            <a:off x="609600" y="3247517"/>
            <a:ext cx="2571750" cy="736467"/>
          </a:xfrm>
          <a:prstGeom prst="rect">
            <a:avLst/>
          </a:prstGeom>
          <a:noFill/>
        </p:spPr>
        <p:txBody>
          <a:bodyPr wrap="square" lIns="0" rIns="0" tIns="0" bIns="0">
            <a:spAutoFit/>
          </a:bodyPr>
          <a:lstStyle/>
          <a:p>
            <a:pPr>
              <a:spcAft>
                <a:spcPts val="600"/>
              </a:spcAft>
            </a:pPr>
            <a:r>
              <a:rPr sz="1300" b="0" i="0">
                <a:solidFill>
                  <a:srgbClr val="000000"/>
                </a:solidFill>
                <a:latin typeface="Calibri"/>
              </a:rPr>
              <a:t>A smaller, targeted model often matches a frontier model on a narrow task for a fraction of the energy.</a:t>
            </a:r>
          </a:p>
        </p:txBody>
      </p:sp>
      <p:sp>
        <p:nvSpPr>
          <p:cNvPr id="9" name="TextBox 8"/>
          <p:cNvSpPr txBox="1"/>
          <p:nvPr/>
        </p:nvSpPr>
        <p:spPr>
          <a:xfrm>
            <a:off x="3409950" y="1628775"/>
            <a:ext cx="2571750" cy="685800"/>
          </a:xfrm>
          <a:prstGeom prst="rect">
            <a:avLst/>
          </a:prstGeom>
          <a:noFill/>
        </p:spPr>
        <p:txBody>
          <a:bodyPr wrap="square" anchor="t" lIns="0" rIns="0" tIns="0" bIns="0">
            <a:spAutoFit/>
          </a:bodyPr>
          <a:lstStyle/>
          <a:p>
            <a:pPr algn="l"/>
            <a:r>
              <a:rPr sz="4000" b="0" i="0">
                <a:solidFill>
                  <a:srgbClr val="6B04A8"/>
                </a:solidFill>
                <a:latin typeface="Calibri Light"/>
              </a:rPr>
              <a:t>02</a:t>
            </a:r>
          </a:p>
        </p:txBody>
      </p:sp>
      <p:sp>
        <p:nvSpPr>
          <p:cNvPr id="10" name="Rectangle 9"/>
          <p:cNvSpPr/>
          <p:nvPr/>
        </p:nvSpPr>
        <p:spPr>
          <a:xfrm>
            <a:off x="3409950" y="2415159"/>
            <a:ext cx="2571750" cy="32004"/>
          </a:xfrm>
          <a:prstGeom prst="rect">
            <a:avLst/>
          </a:prstGeom>
          <a:solidFill>
            <a:srgbClr val="44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409950" y="2579751"/>
            <a:ext cx="2571750" cy="539750"/>
          </a:xfrm>
          <a:prstGeom prst="rect">
            <a:avLst/>
          </a:prstGeom>
          <a:noFill/>
        </p:spPr>
        <p:txBody>
          <a:bodyPr wrap="square" anchor="t" lIns="0" rIns="0" tIns="0" bIns="0">
            <a:spAutoFit/>
          </a:bodyPr>
          <a:lstStyle/>
          <a:p>
            <a:pPr algn="l"/>
            <a:r>
              <a:rPr sz="1700" b="1" i="0">
                <a:solidFill>
                  <a:srgbClr val="3D1152"/>
                </a:solidFill>
                <a:latin typeface="Calibri"/>
              </a:rPr>
              <a:t>Go local for simple work</a:t>
            </a:r>
          </a:p>
        </p:txBody>
      </p:sp>
      <p:sp>
        <p:nvSpPr>
          <p:cNvPr id="12" name="TextBox 11"/>
          <p:cNvSpPr txBox="1"/>
          <p:nvPr/>
        </p:nvSpPr>
        <p:spPr>
          <a:xfrm>
            <a:off x="3409950" y="3247517"/>
            <a:ext cx="2571750" cy="736467"/>
          </a:xfrm>
          <a:prstGeom prst="rect">
            <a:avLst/>
          </a:prstGeom>
          <a:noFill/>
        </p:spPr>
        <p:txBody>
          <a:bodyPr wrap="square" lIns="0" rIns="0" tIns="0" bIns="0">
            <a:spAutoFit/>
          </a:bodyPr>
          <a:lstStyle/>
          <a:p>
            <a:pPr>
              <a:spcAft>
                <a:spcPts val="600"/>
              </a:spcAft>
            </a:pPr>
            <a:r>
              <a:rPr sz="1300" b="0" i="0">
                <a:solidFill>
                  <a:srgbClr val="000000"/>
                </a:solidFill>
                <a:latin typeface="Calibri"/>
              </a:rPr>
              <a:t>Ultra-lightweight models on your own machine skip data centre routing, cooling and network overhead.</a:t>
            </a:r>
          </a:p>
        </p:txBody>
      </p:sp>
      <p:sp>
        <p:nvSpPr>
          <p:cNvPr id="13" name="TextBox 12"/>
          <p:cNvSpPr txBox="1"/>
          <p:nvPr/>
        </p:nvSpPr>
        <p:spPr>
          <a:xfrm>
            <a:off x="6210300" y="1628775"/>
            <a:ext cx="2571750" cy="685800"/>
          </a:xfrm>
          <a:prstGeom prst="rect">
            <a:avLst/>
          </a:prstGeom>
          <a:noFill/>
        </p:spPr>
        <p:txBody>
          <a:bodyPr wrap="square" anchor="t" lIns="0" rIns="0" tIns="0" bIns="0">
            <a:spAutoFit/>
          </a:bodyPr>
          <a:lstStyle/>
          <a:p>
            <a:pPr algn="l"/>
            <a:r>
              <a:rPr sz="4000" b="0" i="0">
                <a:solidFill>
                  <a:srgbClr val="6B04A8"/>
                </a:solidFill>
                <a:latin typeface="Calibri Light"/>
              </a:rPr>
              <a:t>03</a:t>
            </a:r>
          </a:p>
        </p:txBody>
      </p:sp>
      <p:sp>
        <p:nvSpPr>
          <p:cNvPr id="14" name="Rectangle 13"/>
          <p:cNvSpPr/>
          <p:nvPr/>
        </p:nvSpPr>
        <p:spPr>
          <a:xfrm>
            <a:off x="6210300" y="2415159"/>
            <a:ext cx="2571750" cy="32004"/>
          </a:xfrm>
          <a:prstGeom prst="rect">
            <a:avLst/>
          </a:prstGeom>
          <a:solidFill>
            <a:srgbClr val="FFBE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210300" y="2579751"/>
            <a:ext cx="2571750" cy="539750"/>
          </a:xfrm>
          <a:prstGeom prst="rect">
            <a:avLst/>
          </a:prstGeom>
          <a:noFill/>
        </p:spPr>
        <p:txBody>
          <a:bodyPr wrap="square" anchor="t" lIns="0" rIns="0" tIns="0" bIns="0">
            <a:spAutoFit/>
          </a:bodyPr>
          <a:lstStyle/>
          <a:p>
            <a:pPr algn="l"/>
            <a:r>
              <a:rPr sz="1700" b="1" i="0">
                <a:solidFill>
                  <a:srgbClr val="3D1152"/>
                </a:solidFill>
                <a:latin typeface="Calibri"/>
              </a:rPr>
              <a:t>Reserve reasoning models</a:t>
            </a:r>
          </a:p>
        </p:txBody>
      </p:sp>
      <p:sp>
        <p:nvSpPr>
          <p:cNvPr id="16" name="TextBox 15"/>
          <p:cNvSpPr txBox="1"/>
          <p:nvPr/>
        </p:nvSpPr>
        <p:spPr>
          <a:xfrm>
            <a:off x="6210300" y="3247517"/>
            <a:ext cx="2571750" cy="736467"/>
          </a:xfrm>
          <a:prstGeom prst="rect">
            <a:avLst/>
          </a:prstGeom>
          <a:noFill/>
        </p:spPr>
        <p:txBody>
          <a:bodyPr wrap="square" lIns="0" rIns="0" tIns="0" bIns="0">
            <a:spAutoFit/>
          </a:bodyPr>
          <a:lstStyle/>
          <a:p>
            <a:pPr>
              <a:spcAft>
                <a:spcPts val="600"/>
              </a:spcAft>
            </a:pPr>
            <a:r>
              <a:rPr sz="1300" b="0" i="0">
                <a:solidFill>
                  <a:srgbClr val="000000"/>
                </a:solidFill>
                <a:latin typeface="Calibri"/>
              </a:rPr>
              <a:t>They emit thousands of internal thinking tokens first. Do not spend that on boilerplate or documentation.</a:t>
            </a:r>
          </a:p>
        </p:txBody>
      </p:sp>
      <p:sp>
        <p:nvSpPr>
          <p:cNvPr id="17" name="TextBox 16"/>
          <p:cNvSpPr txBox="1"/>
          <p:nvPr/>
        </p:nvSpPr>
        <p:spPr>
          <a:xfrm>
            <a:off x="9010650" y="1628775"/>
            <a:ext cx="2571750" cy="685800"/>
          </a:xfrm>
          <a:prstGeom prst="rect">
            <a:avLst/>
          </a:prstGeom>
          <a:noFill/>
        </p:spPr>
        <p:txBody>
          <a:bodyPr wrap="square" anchor="t" lIns="0" rIns="0" tIns="0" bIns="0">
            <a:spAutoFit/>
          </a:bodyPr>
          <a:lstStyle/>
          <a:p>
            <a:pPr algn="l"/>
            <a:r>
              <a:rPr sz="4000" b="0" i="0">
                <a:solidFill>
                  <a:srgbClr val="4D69E0"/>
                </a:solidFill>
                <a:latin typeface="Calibri Light"/>
              </a:rPr>
              <a:t>04</a:t>
            </a:r>
          </a:p>
        </p:txBody>
      </p:sp>
      <p:sp>
        <p:nvSpPr>
          <p:cNvPr id="18" name="Rectangle 17"/>
          <p:cNvSpPr/>
          <p:nvPr/>
        </p:nvSpPr>
        <p:spPr>
          <a:xfrm>
            <a:off x="9010650" y="2415159"/>
            <a:ext cx="2571750" cy="32004"/>
          </a:xfrm>
          <a:prstGeom prst="rect">
            <a:avLst/>
          </a:prstGeom>
          <a:solidFill>
            <a:srgbClr val="4D6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010650" y="2579751"/>
            <a:ext cx="2571750" cy="539750"/>
          </a:xfrm>
          <a:prstGeom prst="rect">
            <a:avLst/>
          </a:prstGeom>
          <a:noFill/>
        </p:spPr>
        <p:txBody>
          <a:bodyPr wrap="square" anchor="t" lIns="0" rIns="0" tIns="0" bIns="0">
            <a:spAutoFit/>
          </a:bodyPr>
          <a:lstStyle/>
          <a:p>
            <a:pPr algn="l"/>
            <a:r>
              <a:rPr sz="1700" b="1" i="0">
                <a:solidFill>
                  <a:srgbClr val="3D1152"/>
                </a:solidFill>
                <a:latin typeface="Calibri"/>
              </a:rPr>
              <a:t>Batch your requests</a:t>
            </a:r>
          </a:p>
        </p:txBody>
      </p:sp>
      <p:sp>
        <p:nvSpPr>
          <p:cNvPr id="20" name="TextBox 19"/>
          <p:cNvSpPr txBox="1"/>
          <p:nvPr/>
        </p:nvSpPr>
        <p:spPr>
          <a:xfrm>
            <a:off x="9010650" y="3247517"/>
            <a:ext cx="2571750" cy="736467"/>
          </a:xfrm>
          <a:prstGeom prst="rect">
            <a:avLst/>
          </a:prstGeom>
          <a:noFill/>
        </p:spPr>
        <p:txBody>
          <a:bodyPr wrap="square" lIns="0" rIns="0" tIns="0" bIns="0">
            <a:spAutoFit/>
          </a:bodyPr>
          <a:lstStyle/>
          <a:p>
            <a:pPr>
              <a:spcAft>
                <a:spcPts val="600"/>
              </a:spcAft>
            </a:pPr>
            <a:r>
              <a:rPr sz="1300" b="0" i="0">
                <a:solidFill>
                  <a:srgbClr val="000000"/>
                </a:solidFill>
                <a:latin typeface="Calibri"/>
              </a:rPr>
              <a:t>Ask for several related changes in one structured prompt instead of fixing errors line by line.</a:t>
            </a:r>
          </a:p>
        </p:txBody>
      </p:sp>
      <p:sp>
        <p:nvSpPr>
          <p:cNvPr id="21" name="Rounded Rectangle 20"/>
          <p:cNvSpPr/>
          <p:nvPr/>
        </p:nvSpPr>
        <p:spPr>
          <a:xfrm>
            <a:off x="609600" y="4212584"/>
            <a:ext cx="10972800" cy="1325880"/>
          </a:xfrm>
          <a:prstGeom prst="roundRect">
            <a:avLst/>
          </a:prstGeom>
          <a:solidFill>
            <a:srgbClr val="F2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02207" y="4692644"/>
            <a:ext cx="365760" cy="365760"/>
          </a:xfrm>
          <a:prstGeom prst="ellipse">
            <a:avLst/>
          </a:prstGeom>
          <a:solidFill>
            <a:srgbClr val="4D6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93794" y="4784231"/>
            <a:ext cx="117921" cy="117921"/>
          </a:xfrm>
          <a:prstGeom prst="ellipse">
            <a:avLst/>
          </a:prstGeom>
          <a:noFill/>
          <a:ln w="19019"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rot="2700000">
            <a:off x="1086989" y="4910711"/>
            <a:ext cx="87489" cy="2472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524000" y="4491095"/>
            <a:ext cx="2011680" cy="237744"/>
          </a:xfrm>
          <a:prstGeom prst="rect">
            <a:avLst/>
          </a:prstGeom>
          <a:noFill/>
        </p:spPr>
        <p:txBody>
          <a:bodyPr wrap="square" anchor="t" lIns="0" rIns="0" tIns="0" bIns="0">
            <a:spAutoFit/>
          </a:bodyPr>
          <a:lstStyle/>
          <a:p>
            <a:pPr algn="l"/>
            <a:r>
              <a:rPr sz="1200" b="1" i="0" spc="80">
                <a:solidFill>
                  <a:srgbClr val="4D69E0"/>
                </a:solidFill>
                <a:latin typeface="Calibri"/>
              </a:rPr>
              <a:t>CHECK FIRST</a:t>
            </a:r>
          </a:p>
        </p:txBody>
      </p:sp>
      <p:sp>
        <p:nvSpPr>
          <p:cNvPr id="26" name="TextBox 25"/>
          <p:cNvSpPr txBox="1"/>
          <p:nvPr/>
        </p:nvSpPr>
        <p:spPr>
          <a:xfrm>
            <a:off x="1524000" y="4783703"/>
            <a:ext cx="9601200" cy="476250"/>
          </a:xfrm>
          <a:prstGeom prst="rect">
            <a:avLst/>
          </a:prstGeom>
          <a:noFill/>
        </p:spPr>
        <p:txBody>
          <a:bodyPr wrap="square" anchor="t" lIns="0" rIns="0" tIns="0" bIns="0">
            <a:spAutoFit/>
          </a:bodyPr>
          <a:lstStyle/>
          <a:p>
            <a:pPr algn="l"/>
            <a:r>
              <a:rPr sz="1500" b="0" i="0">
                <a:solidFill>
                  <a:srgbClr val="000000"/>
                </a:solidFill>
                <a:latin typeface="Calibri"/>
              </a:rPr>
              <a:t>Prefer vendors that publish model cards with energy per token and training emissions. The </a:t>
            </a:r>
            <a:r>
              <a:rPr sz="1500" b="0" i="0" u="sng">
                <a:solidFill>
                  <a:srgbClr val="000000"/>
                </a:solidFill>
                <a:latin typeface="Calibri"/>
                <a:hlinkClick r:id="rId2"/>
              </a:rPr>
              <a:t>AI Energy Score leaderboard</a:t>
            </a:r>
            <a:r>
              <a:rPr sz="1500" b="0" i="0">
                <a:solidFill>
                  <a:srgbClr val="000000"/>
                </a:solidFill>
                <a:latin typeface="Calibri"/>
              </a:rPr>
              <a:t> is the nutrition label for this.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AVEVA_PowerPoint_Jan2026">
  <a:themeElements>
    <a:clrScheme name="AVEVA 2024">
      <a:dk1>
        <a:srgbClr val="000000"/>
      </a:dk1>
      <a:lt1>
        <a:srgbClr val="FFFFFF"/>
      </a:lt1>
      <a:dk2>
        <a:srgbClr val="3D1152"/>
      </a:dk2>
      <a:lt2>
        <a:srgbClr val="F2F5F7"/>
      </a:lt2>
      <a:accent1>
        <a:srgbClr val="6B04A8"/>
      </a:accent1>
      <a:accent2>
        <a:srgbClr val="C530FF"/>
      </a:accent2>
      <a:accent3>
        <a:srgbClr val="4D69E0"/>
      </a:accent3>
      <a:accent4>
        <a:srgbClr val="44E5FF"/>
      </a:accent4>
      <a:accent5>
        <a:srgbClr val="00D787"/>
      </a:accent5>
      <a:accent6>
        <a:srgbClr val="016C80"/>
      </a:accent6>
      <a:hlink>
        <a:srgbClr val="78A1FC"/>
      </a:hlink>
      <a:folHlink>
        <a:srgbClr val="93B0FF"/>
      </a:folHlink>
    </a:clrScheme>
    <a:fontScheme name="Aveva Fonts">
      <a:majorFont>
        <a:latin typeface="Calibri Light"/>
        <a:ea typeface=""/>
        <a:cs typeface=""/>
      </a:majorFont>
      <a:minorFont>
        <a:latin typeface="Calibri"/>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w="22225">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marL="171450" indent="-171450" algn="l">
          <a:buClr>
            <a:schemeClr val="accent2"/>
          </a:buClr>
          <a:buFont typeface="Arial" panose="020B0604020202020204" pitchFamily="34" charset="0"/>
          <a:buChar char="•"/>
          <a:defRPr dirty="0" smtClean="0"/>
        </a:defPPr>
      </a:lstStyle>
    </a:txDef>
  </a:objectDefaults>
  <a:extraClrSchemeLst/>
  <a:extLst>
    <a:ext uri="{05A4C25C-085E-4340-85A3-A5531E510DB2}">
      <thm15:themeFamily xmlns:thm15="http://schemas.microsoft.com/office/thememl/2012/main" name="AVEVA_PowerPoint_Template_Internal.potx" id="{5A895A43-E04F-C144-AE38-73360D44B3E6}" vid="{B890EB47-8EBC-FB46-B089-753BE0E026A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182</TotalTime>
  <Words>2848</Words>
  <Application>Microsoft Macintosh PowerPoint</Application>
  <PresentationFormat>Widescreen</PresentationFormat>
  <Paragraphs>834</Paragraphs>
  <Slides>31</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31</vt:i4>
      </vt:variant>
    </vt:vector>
  </HeadingPairs>
  <TitlesOfParts>
    <vt:vector size="37" baseType="lpstr">
      <vt:lpstr>Arial</vt:lpstr>
      <vt:lpstr>Calibri</vt:lpstr>
      <vt:lpstr>Calibri Light</vt:lpstr>
      <vt:lpstr>Muli Regular Roman</vt:lpstr>
      <vt:lpstr>Segoe UI</vt:lpstr>
      <vt:lpstr>AVEVA_PowerPoint_Jan2026</vt:lpstr>
      <vt:lpstr>PowerPoint Presentation</vt:lpstr>
      <vt:lpstr>PowerPoint Presentation</vt:lpstr>
      <vt:lpstr>PowerPoint Presentation</vt:lpstr>
      <vt:lpstr>PowerPoint Presentation</vt:lpstr>
      <vt:lpstr>PowerPoint Presentation</vt:lpstr>
      <vt:lpstr>Title, subtitle, and content</vt:lpstr>
      <vt:lpstr>Content and narrow photo</vt:lpstr>
      <vt:lpstr>Three-column layout</vt:lpstr>
      <vt:lpstr>Photo and content layout</vt:lpstr>
      <vt:lpstr>Content and captions layout</vt:lpstr>
      <vt:lpstr>Two content layout – example 1</vt:lpstr>
      <vt:lpstr>Two content layout – example 2</vt:lpstr>
      <vt:lpstr>Two content layout – example 3</vt:lpstr>
      <vt:lpstr>Two content layout – example 4</vt:lpstr>
      <vt:lpstr>Three content layout</vt:lpstr>
      <vt:lpstr>Content and captions layout</vt:lpstr>
      <vt:lpstr>Captions and content layout</vt:lpstr>
      <vt:lpstr>PowerPoint Presentation</vt:lpstr>
      <vt:lpstr>PowerPoint Presentation</vt:lpstr>
      <vt:lpstr>Icons</vt:lpstr>
      <vt:lpstr>Icons</vt:lpstr>
      <vt:lpstr>Icons</vt:lpstr>
      <vt:lpstr>Icons</vt:lpstr>
      <vt:lpstr>Icons</vt:lpstr>
      <vt:lpstr>Icons</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Steve Talbott</dc:creator>
  <dc:description>January 2021 template</dc:description>
  <cp:lastModifiedBy>Steve Talbott</cp:lastModifiedBy>
  <cp:revision>38</cp:revision>
  <cp:lastPrinted>2019-08-05T14:07:05Z</cp:lastPrinted>
  <dcterms:created xsi:type="dcterms:W3CDTF">2024-05-03T15:01:40Z</dcterms:created>
  <dcterms:modified xsi:type="dcterms:W3CDTF">2025-12-15T11:21:53Z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c8cda11-b0e0-4a5f-b13e-64e9de363f52_Enabled">
    <vt:lpwstr>true</vt:lpwstr>
  </property>
  <property fmtid="{D5CDD505-2E9C-101B-9397-08002B2CF9AE}" pid="3" name="MSIP_Label_9c8cda11-b0e0-4a5f-b13e-64e9de363f52_SetDate">
    <vt:lpwstr>2024-11-22T10:36:30Z</vt:lpwstr>
  </property>
  <property fmtid="{D5CDD505-2E9C-101B-9397-08002B2CF9AE}" pid="4" name="MSIP_Label_9c8cda11-b0e0-4a5f-b13e-64e9de363f52_Method">
    <vt:lpwstr>Standard</vt:lpwstr>
  </property>
  <property fmtid="{D5CDD505-2E9C-101B-9397-08002B2CF9AE}" pid="5" name="MSIP_Label_9c8cda11-b0e0-4a5f-b13e-64e9de363f52_Name">
    <vt:lpwstr>Internal Only</vt:lpwstr>
  </property>
  <property fmtid="{D5CDD505-2E9C-101B-9397-08002B2CF9AE}" pid="6" name="MSIP_Label_9c8cda11-b0e0-4a5f-b13e-64e9de363f52_SiteId">
    <vt:lpwstr>425a5546-5a6e-4f1b-ab62-23d91d07d893</vt:lpwstr>
  </property>
  <property fmtid="{D5CDD505-2E9C-101B-9397-08002B2CF9AE}" pid="7" name="MSIP_Label_9c8cda11-b0e0-4a5f-b13e-64e9de363f52_ActionId">
    <vt:lpwstr>6e550362-9bed-426d-bf4c-c1464d06c805</vt:lpwstr>
  </property>
  <property fmtid="{D5CDD505-2E9C-101B-9397-08002B2CF9AE}" pid="8" name="MSIP_Label_9c8cda11-b0e0-4a5f-b13e-64e9de363f52_ContentBits">
    <vt:lpwstr>0</vt:lpwstr>
  </property>
</Properties>
</file>